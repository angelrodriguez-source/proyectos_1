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y="10287000" cx="18288000"/>
  <p:notesSz cx="6858000" cy="9144000"/>
  <p:embeddedFontLst>
    <p:embeddedFont>
      <p:font typeface="Ubuntu Light"/>
      <p:regular r:id="rId68"/>
      <p:bold r:id="rId69"/>
      <p:italic r:id="rId70"/>
      <p:boldItalic r:id="rId71"/>
    </p:embeddedFont>
    <p:embeddedFont>
      <p:font typeface="Ubuntu"/>
      <p:regular r:id="rId72"/>
      <p:bold r:id="rId73"/>
      <p:italic r:id="rId74"/>
      <p:boldItalic r:id="rId75"/>
    </p:embeddedFont>
    <p:embeddedFont>
      <p:font typeface="Source Sans 3 ExtraLight"/>
      <p:regular r:id="rId76"/>
      <p:bold r:id="rId77"/>
      <p:italic r:id="rId78"/>
      <p:boldItalic r:id="rId79"/>
    </p:embeddedFont>
    <p:embeddedFont>
      <p:font typeface="Ubuntu Medium"/>
      <p:regular r:id="rId80"/>
      <p:bold r:id="rId81"/>
      <p:italic r:id="rId82"/>
      <p:boldItalic r:id="rId83"/>
    </p:embeddedFont>
    <p:embeddedFont>
      <p:font typeface="Inter"/>
      <p:regular r:id="rId84"/>
      <p:bold r:id="rId85"/>
      <p:italic r:id="rId86"/>
      <p:boldItalic r:id="rId87"/>
    </p:embeddedFont>
    <p:embeddedFont>
      <p:font typeface="Instrument Sans SemiBold"/>
      <p:regular r:id="rId88"/>
      <p:bold r:id="rId89"/>
      <p:italic r:id="rId90"/>
      <p:boldItalic r:id="rId91"/>
    </p:embeddedFont>
    <p:embeddedFont>
      <p:font typeface="Instrument Sans"/>
      <p:regular r:id="rId92"/>
      <p:bold r:id="rId93"/>
      <p:italic r:id="rId94"/>
      <p:boldItalic r:id="rId95"/>
    </p:embeddedFont>
    <p:embeddedFont>
      <p:font typeface="Helvetica Neue"/>
      <p:regular r:id="rId96"/>
      <p:bold r:id="rId97"/>
      <p:italic r:id="rId98"/>
      <p:boldItalic r:id="rId99"/>
    </p:embeddedFont>
    <p:embeddedFont>
      <p:font typeface="Sora"/>
      <p:regular r:id="rId100"/>
      <p:bold r:id="rId101"/>
    </p:embeddedFont>
    <p:embeddedFont>
      <p:font typeface="Sora SemiBold"/>
      <p:regular r:id="rId102"/>
      <p:bold r:id="rId103"/>
    </p:embeddedFont>
    <p:embeddedFont>
      <p:font typeface="Roboto"/>
      <p:regular r:id="rId104"/>
      <p:bold r:id="rId105"/>
      <p:italic r:id="rId106"/>
      <p:boldItalic r:id="rId107"/>
    </p:embeddedFont>
    <p:embeddedFont>
      <p:font typeface="Arimo"/>
      <p:bold r:id="rId108"/>
      <p:boldItalic r:id="rId109"/>
    </p:embeddedFont>
    <p:embeddedFont>
      <p:font typeface="Plus Jakarta Sans"/>
      <p:regular r:id="rId110"/>
      <p:bold r:id="rId111"/>
      <p:italic r:id="rId112"/>
      <p:boldItalic r:id="rId113"/>
    </p:embeddedFont>
    <p:embeddedFont>
      <p:font typeface="Poppins"/>
      <p:regular r:id="rId114"/>
      <p:bold r:id="rId115"/>
      <p:italic r:id="rId116"/>
      <p:boldItalic r:id="rId117"/>
    </p:embeddedFont>
    <p:embeddedFont>
      <p:font typeface="Instrument Sans Medium"/>
      <p:regular r:id="rId118"/>
      <p:bold r:id="rId119"/>
      <p:italic r:id="rId120"/>
      <p:boldItalic r:id="rId121"/>
    </p:embeddedFont>
    <p:embeddedFont>
      <p:font typeface="Plus Jakarta Sans SemiBold"/>
      <p:regular r:id="rId122"/>
      <p:bold r:id="rId123"/>
      <p:italic r:id="rId124"/>
      <p:boldItalic r:id="rId125"/>
    </p:embeddedFont>
    <p:embeddedFont>
      <p:font typeface="Sora Light"/>
      <p:regular r:id="rId126"/>
      <p:bold r:id="rId127"/>
    </p:embeddedFont>
    <p:embeddedFont>
      <p:font typeface="Quattrocento Sans"/>
      <p:regular r:id="rId128"/>
      <p:bold r:id="rId129"/>
      <p:italic r:id="rId130"/>
      <p:boldItalic r:id="rId131"/>
    </p:embeddedFont>
    <p:embeddedFont>
      <p:font typeface="Sora ExtraLight"/>
      <p:regular r:id="rId132"/>
      <p:bold r:id="rId133"/>
    </p:embeddedFont>
    <p:embeddedFont>
      <p:font typeface="Albert Sans"/>
      <p:regular r:id="rId134"/>
      <p:bold r:id="rId135"/>
      <p:italic r:id="rId136"/>
      <p:boldItalic r:id="rId137"/>
    </p:embeddedFont>
    <p:embeddedFont>
      <p:font typeface="Sora Medium"/>
      <p:regular r:id="rId138"/>
      <p:bold r:id="rId1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617D04-4DAC-4800-AE6E-E7EB7E862CA4}">
  <a:tblStyle styleId="{B6617D04-4DAC-4800-AE6E-E7EB7E862CA4}" styleName="Table_0">
    <a:wholeTbl>
      <a:tcTxStyle b="off" i="off">
        <a:font>
          <a:latin typeface="Source Sans 3 ExtraLight"/>
          <a:ea typeface="Source Sans 3 ExtraLight"/>
          <a:cs typeface="Source Sans 3 ExtraLight"/>
        </a:font>
        <a:srgbClr val="3C3C3C"/>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6E7E8"/>
          </a:solidFill>
        </a:fill>
      </a:tcStyle>
    </a:wholeTbl>
    <a:band1H>
      <a:tcTxStyle/>
      <a:tcStyle>
        <a:fill>
          <a:solidFill>
            <a:srgbClr val="CACCCE"/>
          </a:solidFill>
        </a:fill>
      </a:tcStyle>
    </a:band1H>
    <a:band2H>
      <a:tcTxStyle/>
    </a:band2H>
    <a:band1V>
      <a:tcTxStyle/>
      <a:tcStyle>
        <a:fill>
          <a:solidFill>
            <a:srgbClr val="CACCCE"/>
          </a:solidFill>
        </a:fill>
      </a:tcStyle>
    </a:band1V>
    <a:band2V>
      <a:tcTxStyle/>
    </a:band2V>
    <a:lastCol>
      <a:tcTxStyle b="on" i="off">
        <a:font>
          <a:latin typeface="Source Sans 3 ExtraLight"/>
          <a:ea typeface="Source Sans 3 ExtraLight"/>
          <a:cs typeface="Source Sans 3 ExtraLight"/>
        </a:font>
        <a:srgbClr val="FFFFFF"/>
      </a:tcTxStyle>
      <a:tcStyle>
        <a:fill>
          <a:solidFill>
            <a:srgbClr val="023047"/>
          </a:solidFill>
        </a:fill>
      </a:tcStyle>
    </a:lastCol>
    <a:firstCol>
      <a:tcTxStyle b="on" i="off">
        <a:font>
          <a:latin typeface="Source Sans 3 ExtraLight"/>
          <a:ea typeface="Source Sans 3 ExtraLight"/>
          <a:cs typeface="Source Sans 3 ExtraLight"/>
        </a:font>
        <a:srgbClr val="FFFFFF"/>
      </a:tcTxStyle>
      <a:tcStyle>
        <a:fill>
          <a:solidFill>
            <a:srgbClr val="023047"/>
          </a:solidFill>
        </a:fill>
      </a:tcStyle>
    </a:firstCol>
    <a:lastRow>
      <a:tcTxStyle b="on" i="off">
        <a:font>
          <a:latin typeface="Source Sans 3 ExtraLight"/>
          <a:ea typeface="Source Sans 3 ExtraLight"/>
          <a:cs typeface="Source Sans 3 ExtraLight"/>
        </a:font>
        <a:srgbClr val="FFFFFF"/>
      </a:tcTxStyle>
      <a:tcStyle>
        <a:tcBdr>
          <a:top>
            <a:ln cap="flat" cmpd="sng" w="38100">
              <a:solidFill>
                <a:srgbClr val="FFFFFF"/>
              </a:solidFill>
              <a:prstDash val="solid"/>
              <a:round/>
              <a:headEnd len="sm" w="sm" type="none"/>
              <a:tailEnd len="sm" w="sm" type="none"/>
            </a:ln>
          </a:top>
        </a:tcBdr>
        <a:fill>
          <a:solidFill>
            <a:srgbClr val="023047"/>
          </a:solidFill>
        </a:fill>
      </a:tcStyle>
    </a:lastRow>
    <a:seCell>
      <a:tcTxStyle/>
    </a:seCell>
    <a:swCell>
      <a:tcTxStyle/>
    </a:swCell>
    <a:firstRow>
      <a:tcTxStyle b="on" i="off">
        <a:font>
          <a:latin typeface="Source Sans 3 ExtraLight"/>
          <a:ea typeface="Source Sans 3 ExtraLight"/>
          <a:cs typeface="Source Sans 3 ExtraLight"/>
        </a:font>
        <a:srgbClr val="FFFFFF"/>
      </a:tcTxStyle>
      <a:tcStyle>
        <a:tcBdr>
          <a:bottom>
            <a:ln cap="flat" cmpd="sng" w="38100">
              <a:solidFill>
                <a:srgbClr val="FFFFFF"/>
              </a:solidFill>
              <a:prstDash val="solid"/>
              <a:round/>
              <a:headEnd len="sm" w="sm" type="none"/>
              <a:tailEnd len="sm" w="sm" type="none"/>
            </a:ln>
          </a:bottom>
        </a:tcBdr>
        <a:fill>
          <a:solidFill>
            <a:srgbClr val="023047"/>
          </a:solidFill>
        </a:fill>
      </a:tcStyle>
    </a:firstRow>
    <a:neCell>
      <a:tcTxStyle/>
    </a:neCell>
    <a:nwCell>
      <a:tcTxStyle/>
    </a:nwCell>
  </a:tblStyle>
  <a:tblStyle styleId="{7BE04EEF-EFD5-4B16-A796-EDBDCFF458E5}" styleName="Table_1">
    <a:wholeTbl>
      <a:tcTxStyle b="off" i="off">
        <a:font>
          <a:latin typeface="Roboto"/>
          <a:ea typeface="Roboto"/>
          <a:cs typeface="Robot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1FF"/>
          </a:solidFill>
        </a:fill>
      </a:tcStyle>
    </a:wholeTbl>
    <a:band1H>
      <a:tcTxStyle/>
      <a:tcStyle>
        <a:fill>
          <a:solidFill>
            <a:srgbClr val="CAE1FF"/>
          </a:solidFill>
        </a:fill>
      </a:tcStyle>
    </a:band1H>
    <a:band2H>
      <a:tcTxStyle/>
    </a:band2H>
    <a:band1V>
      <a:tcTxStyle/>
      <a:tcStyle>
        <a:fill>
          <a:solidFill>
            <a:srgbClr val="CAE1FF"/>
          </a:solidFill>
        </a:fill>
      </a:tcStyle>
    </a:band1V>
    <a:band2V>
      <a:tcTxStyle/>
    </a:band2V>
    <a:lastCol>
      <a:tcTxStyle b="on" i="off">
        <a:font>
          <a:latin typeface="Roboto"/>
          <a:ea typeface="Roboto"/>
          <a:cs typeface="Roboto"/>
        </a:font>
        <a:schemeClr val="lt1"/>
      </a:tcTxStyle>
      <a:tcStyle>
        <a:fill>
          <a:solidFill>
            <a:schemeClr val="accent1"/>
          </a:solidFill>
        </a:fill>
      </a:tcStyle>
    </a:lastCol>
    <a:firstCol>
      <a:tcTxStyle b="on" i="off">
        <a:font>
          <a:latin typeface="Roboto"/>
          <a:ea typeface="Roboto"/>
          <a:cs typeface="Roboto"/>
        </a:font>
        <a:schemeClr val="lt1"/>
      </a:tcTxStyle>
      <a:tcStyle>
        <a:fill>
          <a:solidFill>
            <a:schemeClr val="accent1"/>
          </a:solidFill>
        </a:fill>
      </a:tcStyle>
    </a:firstCol>
    <a:lastRow>
      <a:tcTxStyle b="on" i="off">
        <a:font>
          <a:latin typeface="Roboto"/>
          <a:ea typeface="Roboto"/>
          <a:cs typeface="Robot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Roboto"/>
          <a:ea typeface="Roboto"/>
          <a:cs typeface="Robot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Roboto-boldItalic.fntdata"/><Relationship Id="rId106" Type="http://schemas.openxmlformats.org/officeDocument/2006/relationships/font" Target="fonts/Roboto-italic.fntdata"/><Relationship Id="rId105" Type="http://schemas.openxmlformats.org/officeDocument/2006/relationships/font" Target="fonts/Roboto-bold.fntdata"/><Relationship Id="rId104" Type="http://schemas.openxmlformats.org/officeDocument/2006/relationships/font" Target="fonts/Roboto-regular.fntdata"/><Relationship Id="rId109" Type="http://schemas.openxmlformats.org/officeDocument/2006/relationships/font" Target="fonts/Arimo-boldItalic.fntdata"/><Relationship Id="rId108" Type="http://schemas.openxmlformats.org/officeDocument/2006/relationships/font" Target="fonts/Arimo-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SoraSemiBold-bold.fntdata"/><Relationship Id="rId102" Type="http://schemas.openxmlformats.org/officeDocument/2006/relationships/font" Target="fonts/SoraSemiBold-regular.fntdata"/><Relationship Id="rId101" Type="http://schemas.openxmlformats.org/officeDocument/2006/relationships/font" Target="fonts/Sora-bold.fntdata"/><Relationship Id="rId100" Type="http://schemas.openxmlformats.org/officeDocument/2006/relationships/font" Target="fonts/Sora-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QuattrocentoSans-bold.fntdata"/><Relationship Id="rId128" Type="http://schemas.openxmlformats.org/officeDocument/2006/relationships/font" Target="fonts/QuattrocentoSans-regular.fntdata"/><Relationship Id="rId127" Type="http://schemas.openxmlformats.org/officeDocument/2006/relationships/font" Target="fonts/SoraLight-bold.fntdata"/><Relationship Id="rId126" Type="http://schemas.openxmlformats.org/officeDocument/2006/relationships/font" Target="fonts/SoraLight-regular.fntdata"/><Relationship Id="rId26" Type="http://schemas.openxmlformats.org/officeDocument/2006/relationships/slide" Target="slides/slide20.xml"/><Relationship Id="rId121" Type="http://schemas.openxmlformats.org/officeDocument/2006/relationships/font" Target="fonts/InstrumentSansMedium-boldItalic.fntdata"/><Relationship Id="rId25" Type="http://schemas.openxmlformats.org/officeDocument/2006/relationships/slide" Target="slides/slide19.xml"/><Relationship Id="rId120" Type="http://schemas.openxmlformats.org/officeDocument/2006/relationships/font" Target="fonts/InstrumentSansMedium-italic.fntdata"/><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PlusJakartaSansSemiBold-boldItalic.fntdata"/><Relationship Id="rId29" Type="http://schemas.openxmlformats.org/officeDocument/2006/relationships/slide" Target="slides/slide23.xml"/><Relationship Id="rId124" Type="http://schemas.openxmlformats.org/officeDocument/2006/relationships/font" Target="fonts/PlusJakartaSansSemiBold-italic.fntdata"/><Relationship Id="rId123" Type="http://schemas.openxmlformats.org/officeDocument/2006/relationships/font" Target="fonts/PlusJakartaSansSemiBold-bold.fntdata"/><Relationship Id="rId122" Type="http://schemas.openxmlformats.org/officeDocument/2006/relationships/font" Target="fonts/PlusJakartaSansSemiBold-regular.fntdata"/><Relationship Id="rId95" Type="http://schemas.openxmlformats.org/officeDocument/2006/relationships/font" Target="fonts/InstrumentSans-boldItalic.fntdata"/><Relationship Id="rId94" Type="http://schemas.openxmlformats.org/officeDocument/2006/relationships/font" Target="fonts/InstrumentSans-italic.fntdata"/><Relationship Id="rId97" Type="http://schemas.openxmlformats.org/officeDocument/2006/relationships/font" Target="fonts/HelveticaNeue-bold.fntdata"/><Relationship Id="rId96" Type="http://schemas.openxmlformats.org/officeDocument/2006/relationships/font" Target="fonts/HelveticaNeue-regular.fntdata"/><Relationship Id="rId11" Type="http://schemas.openxmlformats.org/officeDocument/2006/relationships/slide" Target="slides/slide5.xml"/><Relationship Id="rId99" Type="http://schemas.openxmlformats.org/officeDocument/2006/relationships/font" Target="fonts/HelveticaNeue-boldItalic.fntdata"/><Relationship Id="rId10" Type="http://schemas.openxmlformats.org/officeDocument/2006/relationships/slide" Target="slides/slide4.xml"/><Relationship Id="rId98" Type="http://schemas.openxmlformats.org/officeDocument/2006/relationships/font" Target="fonts/HelveticaNeue-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InstrumentSansSemiBold-boldItalic.fntdata"/><Relationship Id="rId90" Type="http://schemas.openxmlformats.org/officeDocument/2006/relationships/font" Target="fonts/InstrumentSansSemiBold-italic.fntdata"/><Relationship Id="rId93" Type="http://schemas.openxmlformats.org/officeDocument/2006/relationships/font" Target="fonts/InstrumentSans-bold.fntdata"/><Relationship Id="rId92" Type="http://schemas.openxmlformats.org/officeDocument/2006/relationships/font" Target="fonts/InstrumentSans-regular.fntdata"/><Relationship Id="rId118" Type="http://schemas.openxmlformats.org/officeDocument/2006/relationships/font" Target="fonts/InstrumentSansMedium-regular.fntdata"/><Relationship Id="rId117" Type="http://schemas.openxmlformats.org/officeDocument/2006/relationships/font" Target="fonts/Poppins-boldItalic.fntdata"/><Relationship Id="rId116" Type="http://schemas.openxmlformats.org/officeDocument/2006/relationships/font" Target="fonts/Poppins-italic.fntdata"/><Relationship Id="rId115" Type="http://schemas.openxmlformats.org/officeDocument/2006/relationships/font" Target="fonts/Poppins-bold.fntdata"/><Relationship Id="rId119" Type="http://schemas.openxmlformats.org/officeDocument/2006/relationships/font" Target="fonts/InstrumentSansMedium-bold.fntdata"/><Relationship Id="rId15" Type="http://schemas.openxmlformats.org/officeDocument/2006/relationships/slide" Target="slides/slide9.xml"/><Relationship Id="rId110" Type="http://schemas.openxmlformats.org/officeDocument/2006/relationships/font" Target="fonts/PlusJakartaSans-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Poppins-regular.fntdata"/><Relationship Id="rId18" Type="http://schemas.openxmlformats.org/officeDocument/2006/relationships/slide" Target="slides/slide12.xml"/><Relationship Id="rId113" Type="http://schemas.openxmlformats.org/officeDocument/2006/relationships/font" Target="fonts/PlusJakartaSans-boldItalic.fntdata"/><Relationship Id="rId112" Type="http://schemas.openxmlformats.org/officeDocument/2006/relationships/font" Target="fonts/PlusJakartaSans-italic.fntdata"/><Relationship Id="rId111" Type="http://schemas.openxmlformats.org/officeDocument/2006/relationships/font" Target="fonts/PlusJakartaSans-bold.fntdata"/><Relationship Id="rId84" Type="http://schemas.openxmlformats.org/officeDocument/2006/relationships/font" Target="fonts/Inter-regular.fntdata"/><Relationship Id="rId83" Type="http://schemas.openxmlformats.org/officeDocument/2006/relationships/font" Target="fonts/UbuntuMedium-boldItalic.fntdata"/><Relationship Id="rId86" Type="http://schemas.openxmlformats.org/officeDocument/2006/relationships/font" Target="fonts/Inter-italic.fntdata"/><Relationship Id="rId85" Type="http://schemas.openxmlformats.org/officeDocument/2006/relationships/font" Target="fonts/Inter-bold.fntdata"/><Relationship Id="rId88" Type="http://schemas.openxmlformats.org/officeDocument/2006/relationships/font" Target="fonts/InstrumentSansSemiBold-regular.fntdata"/><Relationship Id="rId87" Type="http://schemas.openxmlformats.org/officeDocument/2006/relationships/font" Target="fonts/Inter-boldItalic.fntdata"/><Relationship Id="rId89" Type="http://schemas.openxmlformats.org/officeDocument/2006/relationships/font" Target="fonts/InstrumentSansSemiBold-bold.fntdata"/><Relationship Id="rId80" Type="http://schemas.openxmlformats.org/officeDocument/2006/relationships/font" Target="fonts/UbuntuMedium-regular.fntdata"/><Relationship Id="rId82" Type="http://schemas.openxmlformats.org/officeDocument/2006/relationships/font" Target="fonts/UbuntuMedium-italic.fntdata"/><Relationship Id="rId81" Type="http://schemas.openxmlformats.org/officeDocument/2006/relationships/font" Target="fonts/Ubuntu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Ubuntu-bold.fntdata"/><Relationship Id="rId72" Type="http://schemas.openxmlformats.org/officeDocument/2006/relationships/font" Target="fonts/Ubuntu-regular.fntdata"/><Relationship Id="rId75" Type="http://schemas.openxmlformats.org/officeDocument/2006/relationships/font" Target="fonts/Ubuntu-boldItalic.fntdata"/><Relationship Id="rId74" Type="http://schemas.openxmlformats.org/officeDocument/2006/relationships/font" Target="fonts/Ubuntu-italic.fntdata"/><Relationship Id="rId77" Type="http://schemas.openxmlformats.org/officeDocument/2006/relationships/font" Target="fonts/SourceSans3ExtraLight-bold.fntdata"/><Relationship Id="rId76" Type="http://schemas.openxmlformats.org/officeDocument/2006/relationships/font" Target="fonts/SourceSans3ExtraLight-regular.fntdata"/><Relationship Id="rId79" Type="http://schemas.openxmlformats.org/officeDocument/2006/relationships/font" Target="fonts/SourceSans3ExtraLight-boldItalic.fntdata"/><Relationship Id="rId78" Type="http://schemas.openxmlformats.org/officeDocument/2006/relationships/font" Target="fonts/SourceSans3ExtraLight-italic.fntdata"/><Relationship Id="rId71" Type="http://schemas.openxmlformats.org/officeDocument/2006/relationships/font" Target="fonts/UbuntuLight-boldItalic.fntdata"/><Relationship Id="rId70" Type="http://schemas.openxmlformats.org/officeDocument/2006/relationships/font" Target="fonts/UbuntuLight-italic.fntdata"/><Relationship Id="rId139" Type="http://schemas.openxmlformats.org/officeDocument/2006/relationships/font" Target="fonts/SoraMedium-bold.fntdata"/><Relationship Id="rId138" Type="http://schemas.openxmlformats.org/officeDocument/2006/relationships/font" Target="fonts/SoraMedium-regular.fntdata"/><Relationship Id="rId137" Type="http://schemas.openxmlformats.org/officeDocument/2006/relationships/font" Target="fonts/AlbertSans-boldItalic.fntdata"/><Relationship Id="rId132" Type="http://schemas.openxmlformats.org/officeDocument/2006/relationships/font" Target="fonts/SoraExtraLight-regular.fntdata"/><Relationship Id="rId131" Type="http://schemas.openxmlformats.org/officeDocument/2006/relationships/font" Target="fonts/QuattrocentoSans-boldItalic.fntdata"/><Relationship Id="rId130" Type="http://schemas.openxmlformats.org/officeDocument/2006/relationships/font" Target="fonts/QuattrocentoSans-italic.fntdata"/><Relationship Id="rId136" Type="http://schemas.openxmlformats.org/officeDocument/2006/relationships/font" Target="fonts/AlbertSans-italic.fntdata"/><Relationship Id="rId135" Type="http://schemas.openxmlformats.org/officeDocument/2006/relationships/font" Target="fonts/AlbertSans-bold.fntdata"/><Relationship Id="rId134" Type="http://schemas.openxmlformats.org/officeDocument/2006/relationships/font" Target="fonts/AlbertSans-regular.fntdata"/><Relationship Id="rId133" Type="http://schemas.openxmlformats.org/officeDocument/2006/relationships/font" Target="fonts/SoraExtraLight-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font" Target="fonts/UbuntuLight-regular.fntdata"/><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font" Target="fonts/UbuntuLight-bold.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4bbcde5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64bbcde5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4568fdfbf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4568fdfbfe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4bbcde5c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64bbcde5c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4568fdfbfe_0_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4568fdfbfe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568fdfbfe_0_2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4568fdfbfe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4568fdfbfe_0_3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34568fdfbfe_0_3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4568fdfbfe_0_4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4568fdfbfe_0_4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4568fdfbfe_0_70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34568fdfbfe_0_7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4568fdfbfe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g34568fdfbfe_0_9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4568fdfbfe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4568fdfbfe_0_9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4568fdfbfe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4568fdfbfe_0_1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4568fdfbfe_0_1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g34568fdfbfe_0_14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4568fdfbfe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g34568fdfbfe_0_14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4568fdfbfe_0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g34568fdfbfe_0_14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4568fdfbfe_0_1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g34568fdfbfe_0_15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4568fdfbfe_0_1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g34568fdfbfe_0_15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4568fdfbfe_0_1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g34568fdfbfe_0_16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4568fdfbfe_0_1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g34568fdfbfe_0_18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4568fdfbfe_0_1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g34568fdfbfe_0_19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4568fdfbfe_0_1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g34568fdfbfe_0_19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4568fdfbfe_0_2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g34568fdfbfe_0_20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4568fdfbfe_0_2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g34568fdfbfe_0_2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4568fdfbfe_0_2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g34568fdfbfe_0_2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4568fdfbfe_0_2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g34568fdfbfe_0_22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4568fdfbfe_0_23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g34568fdfbfe_0_2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4568fdfbfe_0_24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g34568fdfbfe_0_2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4568fdfbfe_0_25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g34568fdfbfe_0_2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8e3001469e_1_2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8e3001469e_1_2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8e3001469e_1_2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38e3001469e_1_2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38e3001469e_1_2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4" name="Google Shape;1544;g38e3001469e_1_2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38e3001469e_1_2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g38e3001469e_1_2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8e3001469e_1_2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8e3001469e_1_2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38e3001469e_1_2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6" name="Google Shape;1656;g38e3001469e_1_2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38e3001469e_1_2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38e3001469e_1_2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8e3001469e_1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38e3001469e_1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g38e3001469e_1_2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3" name="Google Shape;1803;g38e3001469e_1_2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388d81f28f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3" name="Google Shape;1843;g388d81f28f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g388d81f28f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2" name="Google Shape;1882;g388d81f28f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1" name="Shape 1921"/>
        <p:cNvGrpSpPr/>
        <p:nvPr/>
      </p:nvGrpSpPr>
      <p:grpSpPr>
        <a:xfrm>
          <a:off x="0" y="0"/>
          <a:ext cx="0" cy="0"/>
          <a:chOff x="0" y="0"/>
          <a:chExt cx="0" cy="0"/>
        </a:xfrm>
      </p:grpSpPr>
      <p:sp>
        <p:nvSpPr>
          <p:cNvPr id="1922" name="Google Shape;1922;g388d81f28f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3" name="Google Shape;1923;g388d81f28f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388d81f28f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388d81f28f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388d81f28f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5" name="Google Shape;2005;g388d81f28f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388d81f28f1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388d81f28f1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5" name="Shape 2085"/>
        <p:cNvGrpSpPr/>
        <p:nvPr/>
      </p:nvGrpSpPr>
      <p:grpSpPr>
        <a:xfrm>
          <a:off x="0" y="0"/>
          <a:ext cx="0" cy="0"/>
          <a:chOff x="0" y="0"/>
          <a:chExt cx="0" cy="0"/>
        </a:xfrm>
      </p:grpSpPr>
      <p:sp>
        <p:nvSpPr>
          <p:cNvPr id="2086" name="Google Shape;2086;g38e3001469e_1_3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7" name="Google Shape;2087;g38e3001469e_1_3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38e3001469e_1_3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38e3001469e_1_3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388d81f28f1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388d81f28f1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g38e3001469e_1_3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6" name="Google Shape;2276;g38e3001469e_1_3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g38e3001469e_1_3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0" name="Google Shape;2330;g38e3001469e_1_3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38e3001469e_1_3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38e3001469e_1_3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8e3001469e_1_3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2" name="Google Shape;2382;g38e3001469e_1_3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38e3001469e_1_3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6" name="Google Shape;2406;g38e3001469e_1_3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g38e3001469e_1_3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8" name="Google Shape;2458;g38e3001469e_1_3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80" name="Shape 80"/>
        <p:cNvGrpSpPr/>
        <p:nvPr/>
      </p:nvGrpSpPr>
      <p:grpSpPr>
        <a:xfrm>
          <a:off x="0" y="0"/>
          <a:ext cx="0" cy="0"/>
          <a:chOff x="0" y="0"/>
          <a:chExt cx="0" cy="0"/>
        </a:xfrm>
      </p:grpSpPr>
      <p:sp>
        <p:nvSpPr>
          <p:cNvPr id="81" name="Google Shape;81;p13"/>
          <p:cNvSpPr txBox="1"/>
          <p:nvPr>
            <p:ph type="title"/>
          </p:nvPr>
        </p:nvSpPr>
        <p:spPr>
          <a:xfrm>
            <a:off x="933450" y="1964532"/>
            <a:ext cx="6381900" cy="2264400"/>
          </a:xfrm>
          <a:prstGeom prst="rect">
            <a:avLst/>
          </a:prstGeom>
          <a:noFill/>
          <a:ln>
            <a:noFill/>
          </a:ln>
        </p:spPr>
        <p:txBody>
          <a:bodyPr anchorCtr="0" anchor="t" bIns="68550" lIns="137150" spcFirstLastPara="1" rIns="137150" wrap="square" tIns="68550">
            <a:normAutofit/>
          </a:bodyPr>
          <a:lstStyle>
            <a:lvl1pPr lvl="0" marR="0" algn="l">
              <a:lnSpc>
                <a:spcPct val="90000"/>
              </a:lnSpc>
              <a:spcBef>
                <a:spcPts val="0"/>
              </a:spcBef>
              <a:spcAft>
                <a:spcPts val="0"/>
              </a:spcAft>
              <a:buClr>
                <a:schemeClr val="accent1"/>
              </a:buClr>
              <a:buSzPts val="6600"/>
              <a:buFont typeface="Plus Jakarta Sans"/>
              <a:buNone/>
              <a:defRPr b="1" i="0" sz="6600" u="none" cap="none" strike="noStrike">
                <a:solidFill>
                  <a:schemeClr val="accent1"/>
                </a:solidFill>
                <a:latin typeface="Plus Jakarta Sans"/>
                <a:ea typeface="Plus Jakarta Sans"/>
                <a:cs typeface="Plus Jakarta Sans"/>
                <a:sym typeface="Plus Jakarta Sans"/>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
        <p:nvSpPr>
          <p:cNvPr id="82" name="Google Shape;82;p13"/>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lvl1pPr indent="0" lvl="0" marL="0" algn="ctr">
              <a:spcBef>
                <a:spcPts val="0"/>
              </a:spcBef>
              <a:buNone/>
              <a:defRPr b="1" sz="1800">
                <a:solidFill>
                  <a:schemeClr val="dk1"/>
                </a:solidFill>
                <a:latin typeface="Source Sans 3 ExtraLight"/>
                <a:ea typeface="Source Sans 3 ExtraLight"/>
                <a:cs typeface="Source Sans 3 ExtraLight"/>
                <a:sym typeface="Source Sans 3 ExtraLight"/>
              </a:defRPr>
            </a:lvl1pPr>
            <a:lvl2pPr indent="0" lvl="1" marL="0" algn="ctr">
              <a:spcBef>
                <a:spcPts val="0"/>
              </a:spcBef>
              <a:buNone/>
              <a:defRPr b="1" sz="1800">
                <a:solidFill>
                  <a:schemeClr val="dk1"/>
                </a:solidFill>
                <a:latin typeface="Source Sans 3 ExtraLight"/>
                <a:ea typeface="Source Sans 3 ExtraLight"/>
                <a:cs typeface="Source Sans 3 ExtraLight"/>
                <a:sym typeface="Source Sans 3 ExtraLight"/>
              </a:defRPr>
            </a:lvl2pPr>
            <a:lvl3pPr indent="0" lvl="2" marL="0" algn="ctr">
              <a:spcBef>
                <a:spcPts val="0"/>
              </a:spcBef>
              <a:buNone/>
              <a:defRPr b="1" sz="1800">
                <a:solidFill>
                  <a:schemeClr val="dk1"/>
                </a:solidFill>
                <a:latin typeface="Source Sans 3 ExtraLight"/>
                <a:ea typeface="Source Sans 3 ExtraLight"/>
                <a:cs typeface="Source Sans 3 ExtraLight"/>
                <a:sym typeface="Source Sans 3 ExtraLight"/>
              </a:defRPr>
            </a:lvl3pPr>
            <a:lvl4pPr indent="0" lvl="3" marL="0" algn="ctr">
              <a:spcBef>
                <a:spcPts val="0"/>
              </a:spcBef>
              <a:buNone/>
              <a:defRPr b="1" sz="1800">
                <a:solidFill>
                  <a:schemeClr val="dk1"/>
                </a:solidFill>
                <a:latin typeface="Source Sans 3 ExtraLight"/>
                <a:ea typeface="Source Sans 3 ExtraLight"/>
                <a:cs typeface="Source Sans 3 ExtraLight"/>
                <a:sym typeface="Source Sans 3 ExtraLight"/>
              </a:defRPr>
            </a:lvl4pPr>
            <a:lvl5pPr indent="0" lvl="4" marL="0" algn="ctr">
              <a:spcBef>
                <a:spcPts val="0"/>
              </a:spcBef>
              <a:buNone/>
              <a:defRPr b="1" sz="1800">
                <a:solidFill>
                  <a:schemeClr val="dk1"/>
                </a:solidFill>
                <a:latin typeface="Source Sans 3 ExtraLight"/>
                <a:ea typeface="Source Sans 3 ExtraLight"/>
                <a:cs typeface="Source Sans 3 ExtraLight"/>
                <a:sym typeface="Source Sans 3 ExtraLight"/>
              </a:defRPr>
            </a:lvl5pPr>
            <a:lvl6pPr indent="0" lvl="5" marL="0" algn="ctr">
              <a:spcBef>
                <a:spcPts val="0"/>
              </a:spcBef>
              <a:buNone/>
              <a:defRPr b="1" sz="1800">
                <a:solidFill>
                  <a:schemeClr val="dk1"/>
                </a:solidFill>
                <a:latin typeface="Source Sans 3 ExtraLight"/>
                <a:ea typeface="Source Sans 3 ExtraLight"/>
                <a:cs typeface="Source Sans 3 ExtraLight"/>
                <a:sym typeface="Source Sans 3 ExtraLight"/>
              </a:defRPr>
            </a:lvl6pPr>
            <a:lvl7pPr indent="0" lvl="6" marL="0" algn="ctr">
              <a:spcBef>
                <a:spcPts val="0"/>
              </a:spcBef>
              <a:buNone/>
              <a:defRPr b="1" sz="1800">
                <a:solidFill>
                  <a:schemeClr val="dk1"/>
                </a:solidFill>
                <a:latin typeface="Source Sans 3 ExtraLight"/>
                <a:ea typeface="Source Sans 3 ExtraLight"/>
                <a:cs typeface="Source Sans 3 ExtraLight"/>
                <a:sym typeface="Source Sans 3 ExtraLight"/>
              </a:defRPr>
            </a:lvl7pPr>
            <a:lvl8pPr indent="0" lvl="7" marL="0" algn="ctr">
              <a:spcBef>
                <a:spcPts val="0"/>
              </a:spcBef>
              <a:buNone/>
              <a:defRPr b="1" sz="1800">
                <a:solidFill>
                  <a:schemeClr val="dk1"/>
                </a:solidFill>
                <a:latin typeface="Source Sans 3 ExtraLight"/>
                <a:ea typeface="Source Sans 3 ExtraLight"/>
                <a:cs typeface="Source Sans 3 ExtraLight"/>
                <a:sym typeface="Source Sans 3 ExtraLight"/>
              </a:defRPr>
            </a:lvl8pPr>
            <a:lvl9pPr indent="0" lvl="8" marL="0" algn="ctr">
              <a:spcBef>
                <a:spcPts val="0"/>
              </a:spcBef>
              <a:buNone/>
              <a:defRPr b="1" sz="1800">
                <a:solidFill>
                  <a:schemeClr val="dk1"/>
                </a:solidFill>
                <a:latin typeface="Source Sans 3 ExtraLight"/>
                <a:ea typeface="Source Sans 3 ExtraLight"/>
                <a:cs typeface="Source Sans 3 ExtraLight"/>
                <a:sym typeface="Source Sans 3 Extra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3" name="Shape 83"/>
        <p:cNvGrpSpPr/>
        <p:nvPr/>
      </p:nvGrpSpPr>
      <p:grpSpPr>
        <a:xfrm>
          <a:off x="0" y="0"/>
          <a:ext cx="0" cy="0"/>
          <a:chOff x="0" y="0"/>
          <a:chExt cx="0" cy="0"/>
        </a:xfrm>
      </p:grpSpPr>
      <p:sp>
        <p:nvSpPr>
          <p:cNvPr id="84" name="Google Shape;84;p14"/>
          <p:cNvSpPr txBox="1"/>
          <p:nvPr>
            <p:ph type="title"/>
          </p:nvPr>
        </p:nvSpPr>
        <p:spPr>
          <a:xfrm>
            <a:off x="933451" y="1507332"/>
            <a:ext cx="5467500" cy="2264400"/>
          </a:xfrm>
          <a:prstGeom prst="rect">
            <a:avLst/>
          </a:prstGeom>
          <a:noFill/>
          <a:ln>
            <a:noFill/>
          </a:ln>
        </p:spPr>
        <p:txBody>
          <a:bodyPr anchorCtr="0" anchor="t" bIns="68550" lIns="137150" spcFirstLastPara="1" rIns="137150" wrap="square" tIns="68550">
            <a:normAutofit/>
          </a:bodyPr>
          <a:lstStyle>
            <a:lvl1pPr lvl="0" marR="0" algn="l">
              <a:lnSpc>
                <a:spcPct val="90000"/>
              </a:lnSpc>
              <a:spcBef>
                <a:spcPts val="0"/>
              </a:spcBef>
              <a:spcAft>
                <a:spcPts val="0"/>
              </a:spcAft>
              <a:buClr>
                <a:schemeClr val="accent1"/>
              </a:buClr>
              <a:buSzPts val="6600"/>
              <a:buFont typeface="Plus Jakarta Sans"/>
              <a:buNone/>
              <a:defRPr b="1" i="0" sz="6600" u="none" cap="none" strike="noStrike">
                <a:solidFill>
                  <a:schemeClr val="accent1"/>
                </a:solidFill>
                <a:latin typeface="Plus Jakarta Sans"/>
                <a:ea typeface="Plus Jakarta Sans"/>
                <a:cs typeface="Plus Jakarta Sans"/>
                <a:sym typeface="Plus Jakarta Sans"/>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
        <p:nvSpPr>
          <p:cNvPr id="85" name="Google Shape;85;p14"/>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lvl1pPr indent="0" lvl="0" marL="0" algn="ctr">
              <a:spcBef>
                <a:spcPts val="0"/>
              </a:spcBef>
              <a:buNone/>
              <a:defRPr b="1" sz="1800">
                <a:solidFill>
                  <a:schemeClr val="dk1"/>
                </a:solidFill>
                <a:latin typeface="Source Sans 3 ExtraLight"/>
                <a:ea typeface="Source Sans 3 ExtraLight"/>
                <a:cs typeface="Source Sans 3 ExtraLight"/>
                <a:sym typeface="Source Sans 3 ExtraLight"/>
              </a:defRPr>
            </a:lvl1pPr>
            <a:lvl2pPr indent="0" lvl="1" marL="0" algn="ctr">
              <a:spcBef>
                <a:spcPts val="0"/>
              </a:spcBef>
              <a:buNone/>
              <a:defRPr b="1" sz="1800">
                <a:solidFill>
                  <a:schemeClr val="dk1"/>
                </a:solidFill>
                <a:latin typeface="Source Sans 3 ExtraLight"/>
                <a:ea typeface="Source Sans 3 ExtraLight"/>
                <a:cs typeface="Source Sans 3 ExtraLight"/>
                <a:sym typeface="Source Sans 3 ExtraLight"/>
              </a:defRPr>
            </a:lvl2pPr>
            <a:lvl3pPr indent="0" lvl="2" marL="0" algn="ctr">
              <a:spcBef>
                <a:spcPts val="0"/>
              </a:spcBef>
              <a:buNone/>
              <a:defRPr b="1" sz="1800">
                <a:solidFill>
                  <a:schemeClr val="dk1"/>
                </a:solidFill>
                <a:latin typeface="Source Sans 3 ExtraLight"/>
                <a:ea typeface="Source Sans 3 ExtraLight"/>
                <a:cs typeface="Source Sans 3 ExtraLight"/>
                <a:sym typeface="Source Sans 3 ExtraLight"/>
              </a:defRPr>
            </a:lvl3pPr>
            <a:lvl4pPr indent="0" lvl="3" marL="0" algn="ctr">
              <a:spcBef>
                <a:spcPts val="0"/>
              </a:spcBef>
              <a:buNone/>
              <a:defRPr b="1" sz="1800">
                <a:solidFill>
                  <a:schemeClr val="dk1"/>
                </a:solidFill>
                <a:latin typeface="Source Sans 3 ExtraLight"/>
                <a:ea typeface="Source Sans 3 ExtraLight"/>
                <a:cs typeface="Source Sans 3 ExtraLight"/>
                <a:sym typeface="Source Sans 3 ExtraLight"/>
              </a:defRPr>
            </a:lvl4pPr>
            <a:lvl5pPr indent="0" lvl="4" marL="0" algn="ctr">
              <a:spcBef>
                <a:spcPts val="0"/>
              </a:spcBef>
              <a:buNone/>
              <a:defRPr b="1" sz="1800">
                <a:solidFill>
                  <a:schemeClr val="dk1"/>
                </a:solidFill>
                <a:latin typeface="Source Sans 3 ExtraLight"/>
                <a:ea typeface="Source Sans 3 ExtraLight"/>
                <a:cs typeface="Source Sans 3 ExtraLight"/>
                <a:sym typeface="Source Sans 3 ExtraLight"/>
              </a:defRPr>
            </a:lvl5pPr>
            <a:lvl6pPr indent="0" lvl="5" marL="0" algn="ctr">
              <a:spcBef>
                <a:spcPts val="0"/>
              </a:spcBef>
              <a:buNone/>
              <a:defRPr b="1" sz="1800">
                <a:solidFill>
                  <a:schemeClr val="dk1"/>
                </a:solidFill>
                <a:latin typeface="Source Sans 3 ExtraLight"/>
                <a:ea typeface="Source Sans 3 ExtraLight"/>
                <a:cs typeface="Source Sans 3 ExtraLight"/>
                <a:sym typeface="Source Sans 3 ExtraLight"/>
              </a:defRPr>
            </a:lvl6pPr>
            <a:lvl7pPr indent="0" lvl="6" marL="0" algn="ctr">
              <a:spcBef>
                <a:spcPts val="0"/>
              </a:spcBef>
              <a:buNone/>
              <a:defRPr b="1" sz="1800">
                <a:solidFill>
                  <a:schemeClr val="dk1"/>
                </a:solidFill>
                <a:latin typeface="Source Sans 3 ExtraLight"/>
                <a:ea typeface="Source Sans 3 ExtraLight"/>
                <a:cs typeface="Source Sans 3 ExtraLight"/>
                <a:sym typeface="Source Sans 3 ExtraLight"/>
              </a:defRPr>
            </a:lvl7pPr>
            <a:lvl8pPr indent="0" lvl="7" marL="0" algn="ctr">
              <a:spcBef>
                <a:spcPts val="0"/>
              </a:spcBef>
              <a:buNone/>
              <a:defRPr b="1" sz="1800">
                <a:solidFill>
                  <a:schemeClr val="dk1"/>
                </a:solidFill>
                <a:latin typeface="Source Sans 3 ExtraLight"/>
                <a:ea typeface="Source Sans 3 ExtraLight"/>
                <a:cs typeface="Source Sans 3 ExtraLight"/>
                <a:sym typeface="Source Sans 3 ExtraLight"/>
              </a:defRPr>
            </a:lvl8pPr>
            <a:lvl9pPr indent="0" lvl="8" marL="0" algn="ctr">
              <a:spcBef>
                <a:spcPts val="0"/>
              </a:spcBef>
              <a:buNone/>
              <a:defRPr b="1" sz="1800">
                <a:solidFill>
                  <a:schemeClr val="dk1"/>
                </a:solidFill>
                <a:latin typeface="Source Sans 3 ExtraLight"/>
                <a:ea typeface="Source Sans 3 ExtraLight"/>
                <a:cs typeface="Source Sans 3 ExtraLight"/>
                <a:sym typeface="Source Sans 3 Extra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86" name="Shape 86"/>
        <p:cNvGrpSpPr/>
        <p:nvPr/>
      </p:nvGrpSpPr>
      <p:grpSpPr>
        <a:xfrm>
          <a:off x="0" y="0"/>
          <a:ext cx="0" cy="0"/>
          <a:chOff x="0" y="0"/>
          <a:chExt cx="0" cy="0"/>
        </a:xfrm>
      </p:grpSpPr>
      <p:sp>
        <p:nvSpPr>
          <p:cNvPr id="87" name="Google Shape;87;p15"/>
          <p:cNvSpPr txBox="1"/>
          <p:nvPr>
            <p:ph type="title"/>
          </p:nvPr>
        </p:nvSpPr>
        <p:spPr>
          <a:xfrm>
            <a:off x="933450" y="1964532"/>
            <a:ext cx="6381900" cy="2264400"/>
          </a:xfrm>
          <a:prstGeom prst="rect">
            <a:avLst/>
          </a:prstGeom>
          <a:noFill/>
          <a:ln>
            <a:noFill/>
          </a:ln>
        </p:spPr>
        <p:txBody>
          <a:bodyPr anchorCtr="0" anchor="t" bIns="68550" lIns="137150" spcFirstLastPara="1" rIns="137150" wrap="square" tIns="68550">
            <a:normAutofit/>
          </a:bodyPr>
          <a:lstStyle>
            <a:lvl1pPr lvl="0" marR="0" algn="l">
              <a:lnSpc>
                <a:spcPct val="90000"/>
              </a:lnSpc>
              <a:spcBef>
                <a:spcPts val="0"/>
              </a:spcBef>
              <a:spcAft>
                <a:spcPts val="0"/>
              </a:spcAft>
              <a:buClr>
                <a:schemeClr val="accent1"/>
              </a:buClr>
              <a:buSzPts val="6600"/>
              <a:buFont typeface="Plus Jakarta Sans"/>
              <a:buNone/>
              <a:defRPr b="1" i="0" sz="6600" u="none" cap="none" strike="noStrike">
                <a:solidFill>
                  <a:schemeClr val="accent1"/>
                </a:solidFill>
                <a:latin typeface="Plus Jakarta Sans"/>
                <a:ea typeface="Plus Jakarta Sans"/>
                <a:cs typeface="Plus Jakarta Sans"/>
                <a:sym typeface="Plus Jakarta Sans"/>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
        <p:nvSpPr>
          <p:cNvPr id="88" name="Google Shape;88;p15"/>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lvl1pPr indent="0" lvl="0" marL="0" algn="ctr">
              <a:spcBef>
                <a:spcPts val="0"/>
              </a:spcBef>
              <a:buNone/>
              <a:defRPr b="1" sz="1800">
                <a:solidFill>
                  <a:schemeClr val="dk1"/>
                </a:solidFill>
                <a:latin typeface="Source Sans 3 ExtraLight"/>
                <a:ea typeface="Source Sans 3 ExtraLight"/>
                <a:cs typeface="Source Sans 3 ExtraLight"/>
                <a:sym typeface="Source Sans 3 ExtraLight"/>
              </a:defRPr>
            </a:lvl1pPr>
            <a:lvl2pPr indent="0" lvl="1" marL="0" algn="ctr">
              <a:spcBef>
                <a:spcPts val="0"/>
              </a:spcBef>
              <a:buNone/>
              <a:defRPr b="1" sz="1800">
                <a:solidFill>
                  <a:schemeClr val="dk1"/>
                </a:solidFill>
                <a:latin typeface="Source Sans 3 ExtraLight"/>
                <a:ea typeface="Source Sans 3 ExtraLight"/>
                <a:cs typeface="Source Sans 3 ExtraLight"/>
                <a:sym typeface="Source Sans 3 ExtraLight"/>
              </a:defRPr>
            </a:lvl2pPr>
            <a:lvl3pPr indent="0" lvl="2" marL="0" algn="ctr">
              <a:spcBef>
                <a:spcPts val="0"/>
              </a:spcBef>
              <a:buNone/>
              <a:defRPr b="1" sz="1800">
                <a:solidFill>
                  <a:schemeClr val="dk1"/>
                </a:solidFill>
                <a:latin typeface="Source Sans 3 ExtraLight"/>
                <a:ea typeface="Source Sans 3 ExtraLight"/>
                <a:cs typeface="Source Sans 3 ExtraLight"/>
                <a:sym typeface="Source Sans 3 ExtraLight"/>
              </a:defRPr>
            </a:lvl3pPr>
            <a:lvl4pPr indent="0" lvl="3" marL="0" algn="ctr">
              <a:spcBef>
                <a:spcPts val="0"/>
              </a:spcBef>
              <a:buNone/>
              <a:defRPr b="1" sz="1800">
                <a:solidFill>
                  <a:schemeClr val="dk1"/>
                </a:solidFill>
                <a:latin typeface="Source Sans 3 ExtraLight"/>
                <a:ea typeface="Source Sans 3 ExtraLight"/>
                <a:cs typeface="Source Sans 3 ExtraLight"/>
                <a:sym typeface="Source Sans 3 ExtraLight"/>
              </a:defRPr>
            </a:lvl4pPr>
            <a:lvl5pPr indent="0" lvl="4" marL="0" algn="ctr">
              <a:spcBef>
                <a:spcPts val="0"/>
              </a:spcBef>
              <a:buNone/>
              <a:defRPr b="1" sz="1800">
                <a:solidFill>
                  <a:schemeClr val="dk1"/>
                </a:solidFill>
                <a:latin typeface="Source Sans 3 ExtraLight"/>
                <a:ea typeface="Source Sans 3 ExtraLight"/>
                <a:cs typeface="Source Sans 3 ExtraLight"/>
                <a:sym typeface="Source Sans 3 ExtraLight"/>
              </a:defRPr>
            </a:lvl5pPr>
            <a:lvl6pPr indent="0" lvl="5" marL="0" algn="ctr">
              <a:spcBef>
                <a:spcPts val="0"/>
              </a:spcBef>
              <a:buNone/>
              <a:defRPr b="1" sz="1800">
                <a:solidFill>
                  <a:schemeClr val="dk1"/>
                </a:solidFill>
                <a:latin typeface="Source Sans 3 ExtraLight"/>
                <a:ea typeface="Source Sans 3 ExtraLight"/>
                <a:cs typeface="Source Sans 3 ExtraLight"/>
                <a:sym typeface="Source Sans 3 ExtraLight"/>
              </a:defRPr>
            </a:lvl6pPr>
            <a:lvl7pPr indent="0" lvl="6" marL="0" algn="ctr">
              <a:spcBef>
                <a:spcPts val="0"/>
              </a:spcBef>
              <a:buNone/>
              <a:defRPr b="1" sz="1800">
                <a:solidFill>
                  <a:schemeClr val="dk1"/>
                </a:solidFill>
                <a:latin typeface="Source Sans 3 ExtraLight"/>
                <a:ea typeface="Source Sans 3 ExtraLight"/>
                <a:cs typeface="Source Sans 3 ExtraLight"/>
                <a:sym typeface="Source Sans 3 ExtraLight"/>
              </a:defRPr>
            </a:lvl7pPr>
            <a:lvl8pPr indent="0" lvl="7" marL="0" algn="ctr">
              <a:spcBef>
                <a:spcPts val="0"/>
              </a:spcBef>
              <a:buNone/>
              <a:defRPr b="1" sz="1800">
                <a:solidFill>
                  <a:schemeClr val="dk1"/>
                </a:solidFill>
                <a:latin typeface="Source Sans 3 ExtraLight"/>
                <a:ea typeface="Source Sans 3 ExtraLight"/>
                <a:cs typeface="Source Sans 3 ExtraLight"/>
                <a:sym typeface="Source Sans 3 ExtraLight"/>
              </a:defRPr>
            </a:lvl8pPr>
            <a:lvl9pPr indent="0" lvl="8" marL="0" algn="ctr">
              <a:spcBef>
                <a:spcPts val="0"/>
              </a:spcBef>
              <a:buNone/>
              <a:defRPr b="1" sz="1800">
                <a:solidFill>
                  <a:schemeClr val="dk1"/>
                </a:solidFill>
                <a:latin typeface="Source Sans 3 ExtraLight"/>
                <a:ea typeface="Source Sans 3 ExtraLight"/>
                <a:cs typeface="Source Sans 3 ExtraLight"/>
                <a:sym typeface="Source Sans 3 ExtraLight"/>
              </a:defRPr>
            </a:lvl9pPr>
          </a:lstStyle>
          <a:p>
            <a:pPr indent="0" lvl="0" marL="0" rtl="0" algn="ctr">
              <a:spcBef>
                <a:spcPts val="0"/>
              </a:spcBef>
              <a:spcAft>
                <a:spcPts val="0"/>
              </a:spcAft>
              <a:buNone/>
            </a:pPr>
            <a:fld id="{00000000-1234-1234-1234-123412341234}" type="slidenum">
              <a:rPr lang="en-US"/>
              <a:t>‹#›</a:t>
            </a:fld>
            <a:endParaRPr/>
          </a:p>
        </p:txBody>
      </p:sp>
      <p:pic>
        <p:nvPicPr>
          <p:cNvPr id="89" name="Google Shape;89;p15"/>
          <p:cNvPicPr preferRelativeResize="0"/>
          <p:nvPr>
            <p:ph idx="2" type="pic"/>
          </p:nvPr>
        </p:nvPicPr>
        <p:blipFill/>
        <p:spPr>
          <a:xfrm>
            <a:off x="11449050" y="0"/>
            <a:ext cx="6839100" cy="10287000"/>
          </a:xfrm>
          <a:prstGeom prst="rect">
            <a:avLst/>
          </a:prstGeom>
          <a:blipFill rotWithShape="1">
            <a:blip r:embed="rId2">
              <a:alphaModFix/>
            </a:blip>
            <a:tile algn="tl" flip="none" tx="0" sx="100000" ty="0" sy="100000"/>
          </a:blip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90" name="Shape 90"/>
        <p:cNvGrpSpPr/>
        <p:nvPr/>
      </p:nvGrpSpPr>
      <p:grpSpPr>
        <a:xfrm>
          <a:off x="0" y="0"/>
          <a:ext cx="0" cy="0"/>
          <a:chOff x="0" y="0"/>
          <a:chExt cx="0" cy="0"/>
        </a:xfrm>
      </p:grpSpPr>
      <p:sp>
        <p:nvSpPr>
          <p:cNvPr id="91" name="Google Shape;91;p16"/>
          <p:cNvSpPr txBox="1"/>
          <p:nvPr>
            <p:ph type="title"/>
          </p:nvPr>
        </p:nvSpPr>
        <p:spPr>
          <a:xfrm>
            <a:off x="4113609" y="1050132"/>
            <a:ext cx="10060800" cy="1350000"/>
          </a:xfrm>
          <a:prstGeom prst="rect">
            <a:avLst/>
          </a:prstGeom>
          <a:noFill/>
          <a:ln>
            <a:noFill/>
          </a:ln>
        </p:spPr>
        <p:txBody>
          <a:bodyPr anchorCtr="0" anchor="t" bIns="68550" lIns="137150" spcFirstLastPara="1" rIns="137150" wrap="square" tIns="68550">
            <a:normAutofit/>
          </a:bodyPr>
          <a:lstStyle>
            <a:lvl1pPr lvl="0" marR="0" algn="ctr">
              <a:lnSpc>
                <a:spcPct val="90000"/>
              </a:lnSpc>
              <a:spcBef>
                <a:spcPts val="0"/>
              </a:spcBef>
              <a:spcAft>
                <a:spcPts val="0"/>
              </a:spcAft>
              <a:buClr>
                <a:schemeClr val="accent1"/>
              </a:buClr>
              <a:buSzPts val="6600"/>
              <a:buFont typeface="Plus Jakarta Sans"/>
              <a:buNone/>
              <a:defRPr b="1" i="0" sz="6600" u="none" cap="none" strike="noStrike">
                <a:solidFill>
                  <a:schemeClr val="accent1"/>
                </a:solidFill>
                <a:latin typeface="Plus Jakarta Sans"/>
                <a:ea typeface="Plus Jakarta Sans"/>
                <a:cs typeface="Plus Jakarta Sans"/>
                <a:sym typeface="Plus Jakarta Sans"/>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
        <p:nvSpPr>
          <p:cNvPr id="92" name="Google Shape;92;p16"/>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lvl1pPr indent="0" lvl="0" marL="0" algn="ctr">
              <a:spcBef>
                <a:spcPts val="0"/>
              </a:spcBef>
              <a:buNone/>
              <a:defRPr b="1" sz="1800">
                <a:solidFill>
                  <a:schemeClr val="dk1"/>
                </a:solidFill>
                <a:latin typeface="Source Sans 3 ExtraLight"/>
                <a:ea typeface="Source Sans 3 ExtraLight"/>
                <a:cs typeface="Source Sans 3 ExtraLight"/>
                <a:sym typeface="Source Sans 3 ExtraLight"/>
              </a:defRPr>
            </a:lvl1pPr>
            <a:lvl2pPr indent="0" lvl="1" marL="0" algn="ctr">
              <a:spcBef>
                <a:spcPts val="0"/>
              </a:spcBef>
              <a:buNone/>
              <a:defRPr b="1" sz="1800">
                <a:solidFill>
                  <a:schemeClr val="dk1"/>
                </a:solidFill>
                <a:latin typeface="Source Sans 3 ExtraLight"/>
                <a:ea typeface="Source Sans 3 ExtraLight"/>
                <a:cs typeface="Source Sans 3 ExtraLight"/>
                <a:sym typeface="Source Sans 3 ExtraLight"/>
              </a:defRPr>
            </a:lvl2pPr>
            <a:lvl3pPr indent="0" lvl="2" marL="0" algn="ctr">
              <a:spcBef>
                <a:spcPts val="0"/>
              </a:spcBef>
              <a:buNone/>
              <a:defRPr b="1" sz="1800">
                <a:solidFill>
                  <a:schemeClr val="dk1"/>
                </a:solidFill>
                <a:latin typeface="Source Sans 3 ExtraLight"/>
                <a:ea typeface="Source Sans 3 ExtraLight"/>
                <a:cs typeface="Source Sans 3 ExtraLight"/>
                <a:sym typeface="Source Sans 3 ExtraLight"/>
              </a:defRPr>
            </a:lvl3pPr>
            <a:lvl4pPr indent="0" lvl="3" marL="0" algn="ctr">
              <a:spcBef>
                <a:spcPts val="0"/>
              </a:spcBef>
              <a:buNone/>
              <a:defRPr b="1" sz="1800">
                <a:solidFill>
                  <a:schemeClr val="dk1"/>
                </a:solidFill>
                <a:latin typeface="Source Sans 3 ExtraLight"/>
                <a:ea typeface="Source Sans 3 ExtraLight"/>
                <a:cs typeface="Source Sans 3 ExtraLight"/>
                <a:sym typeface="Source Sans 3 ExtraLight"/>
              </a:defRPr>
            </a:lvl4pPr>
            <a:lvl5pPr indent="0" lvl="4" marL="0" algn="ctr">
              <a:spcBef>
                <a:spcPts val="0"/>
              </a:spcBef>
              <a:buNone/>
              <a:defRPr b="1" sz="1800">
                <a:solidFill>
                  <a:schemeClr val="dk1"/>
                </a:solidFill>
                <a:latin typeface="Source Sans 3 ExtraLight"/>
                <a:ea typeface="Source Sans 3 ExtraLight"/>
                <a:cs typeface="Source Sans 3 ExtraLight"/>
                <a:sym typeface="Source Sans 3 ExtraLight"/>
              </a:defRPr>
            </a:lvl5pPr>
            <a:lvl6pPr indent="0" lvl="5" marL="0" algn="ctr">
              <a:spcBef>
                <a:spcPts val="0"/>
              </a:spcBef>
              <a:buNone/>
              <a:defRPr b="1" sz="1800">
                <a:solidFill>
                  <a:schemeClr val="dk1"/>
                </a:solidFill>
                <a:latin typeface="Source Sans 3 ExtraLight"/>
                <a:ea typeface="Source Sans 3 ExtraLight"/>
                <a:cs typeface="Source Sans 3 ExtraLight"/>
                <a:sym typeface="Source Sans 3 ExtraLight"/>
              </a:defRPr>
            </a:lvl6pPr>
            <a:lvl7pPr indent="0" lvl="6" marL="0" algn="ctr">
              <a:spcBef>
                <a:spcPts val="0"/>
              </a:spcBef>
              <a:buNone/>
              <a:defRPr b="1" sz="1800">
                <a:solidFill>
                  <a:schemeClr val="dk1"/>
                </a:solidFill>
                <a:latin typeface="Source Sans 3 ExtraLight"/>
                <a:ea typeface="Source Sans 3 ExtraLight"/>
                <a:cs typeface="Source Sans 3 ExtraLight"/>
                <a:sym typeface="Source Sans 3 ExtraLight"/>
              </a:defRPr>
            </a:lvl7pPr>
            <a:lvl8pPr indent="0" lvl="7" marL="0" algn="ctr">
              <a:spcBef>
                <a:spcPts val="0"/>
              </a:spcBef>
              <a:buNone/>
              <a:defRPr b="1" sz="1800">
                <a:solidFill>
                  <a:schemeClr val="dk1"/>
                </a:solidFill>
                <a:latin typeface="Source Sans 3 ExtraLight"/>
                <a:ea typeface="Source Sans 3 ExtraLight"/>
                <a:cs typeface="Source Sans 3 ExtraLight"/>
                <a:sym typeface="Source Sans 3 ExtraLight"/>
              </a:defRPr>
            </a:lvl8pPr>
            <a:lvl9pPr indent="0" lvl="8" marL="0" algn="ctr">
              <a:spcBef>
                <a:spcPts val="0"/>
              </a:spcBef>
              <a:buNone/>
              <a:defRPr b="1" sz="1800">
                <a:solidFill>
                  <a:schemeClr val="dk1"/>
                </a:solidFill>
                <a:latin typeface="Source Sans 3 ExtraLight"/>
                <a:ea typeface="Source Sans 3 ExtraLight"/>
                <a:cs typeface="Source Sans 3 ExtraLight"/>
                <a:sym typeface="Source Sans 3 ExtraLight"/>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16"/>
          <p:cNvSpPr txBox="1"/>
          <p:nvPr>
            <p:ph idx="1" type="body"/>
          </p:nvPr>
        </p:nvSpPr>
        <p:spPr>
          <a:xfrm>
            <a:off x="4129791" y="2000250"/>
            <a:ext cx="10028400" cy="695400"/>
          </a:xfrm>
          <a:prstGeom prst="rect">
            <a:avLst/>
          </a:prstGeom>
          <a:noFill/>
          <a:ln>
            <a:noFill/>
          </a:ln>
        </p:spPr>
        <p:txBody>
          <a:bodyPr anchorCtr="0" anchor="t" bIns="68550" lIns="137150" spcFirstLastPara="1" rIns="137150" wrap="square" tIns="68550">
            <a:normAutofit/>
          </a:bodyPr>
          <a:lstStyle>
            <a:lvl1pPr indent="-228600" lvl="0" marL="457200" marR="0" algn="ctr">
              <a:lnSpc>
                <a:spcPct val="150000"/>
              </a:lnSpc>
              <a:spcBef>
                <a:spcPts val="1500"/>
              </a:spcBef>
              <a:spcAft>
                <a:spcPts val="0"/>
              </a:spcAft>
              <a:buClr>
                <a:schemeClr val="dk1"/>
              </a:buClr>
              <a:buSzPts val="2100"/>
              <a:buFont typeface="Arial"/>
              <a:buNone/>
              <a:defRPr b="0" i="0" sz="2100" u="none" cap="none" strike="noStrike">
                <a:solidFill>
                  <a:schemeClr val="dk1"/>
                </a:solidFill>
                <a:latin typeface="Source Sans 3 ExtraLight"/>
                <a:ea typeface="Source Sans 3 ExtraLight"/>
                <a:cs typeface="Source Sans 3 ExtraLight"/>
                <a:sym typeface="Source Sans 3 ExtraLight"/>
              </a:defRPr>
            </a:lvl1pPr>
            <a:lvl2pPr indent="-228600" lvl="1" marL="9144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2pPr>
            <a:lvl3pPr indent="-228600" lvl="2" marL="13716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3pPr>
            <a:lvl4pPr indent="-228600" lvl="3" marL="18288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4pPr>
            <a:lvl5pPr indent="-228600" lvl="4" marL="22860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5pPr>
            <a:lvl6pPr indent="-400050" lvl="5" marL="27432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6pPr>
            <a:lvl7pPr indent="-400050" lvl="6" marL="32004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7pPr>
            <a:lvl8pPr indent="-400050" lvl="7" marL="36576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8pPr>
            <a:lvl9pPr indent="-400050" lvl="8" marL="41148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94" name="Shape 94"/>
        <p:cNvGrpSpPr/>
        <p:nvPr/>
      </p:nvGrpSpPr>
      <p:grpSpPr>
        <a:xfrm>
          <a:off x="0" y="0"/>
          <a:ext cx="0" cy="0"/>
          <a:chOff x="0" y="0"/>
          <a:chExt cx="0" cy="0"/>
        </a:xfrm>
      </p:grpSpPr>
      <p:sp>
        <p:nvSpPr>
          <p:cNvPr id="95" name="Google Shape;95;p17"/>
          <p:cNvSpPr txBox="1"/>
          <p:nvPr>
            <p:ph type="title"/>
          </p:nvPr>
        </p:nvSpPr>
        <p:spPr>
          <a:xfrm>
            <a:off x="2823116" y="1050132"/>
            <a:ext cx="12575400" cy="1350000"/>
          </a:xfrm>
          <a:prstGeom prst="rect">
            <a:avLst/>
          </a:prstGeom>
          <a:noFill/>
          <a:ln>
            <a:noFill/>
          </a:ln>
        </p:spPr>
        <p:txBody>
          <a:bodyPr anchorCtr="0" anchor="t" bIns="68550" lIns="137150" spcFirstLastPara="1" rIns="137150" wrap="square" tIns="68550">
            <a:normAutofit/>
          </a:bodyPr>
          <a:lstStyle>
            <a:lvl1pPr lvl="0" marR="0" algn="ctr">
              <a:lnSpc>
                <a:spcPct val="90000"/>
              </a:lnSpc>
              <a:spcBef>
                <a:spcPts val="0"/>
              </a:spcBef>
              <a:spcAft>
                <a:spcPts val="0"/>
              </a:spcAft>
              <a:buClr>
                <a:schemeClr val="accent1"/>
              </a:buClr>
              <a:buSzPts val="6600"/>
              <a:buFont typeface="Plus Jakarta Sans"/>
              <a:buNone/>
              <a:defRPr b="1" i="0" sz="6600" u="none" cap="none" strike="noStrike">
                <a:solidFill>
                  <a:schemeClr val="accent1"/>
                </a:solidFill>
                <a:latin typeface="Plus Jakarta Sans"/>
                <a:ea typeface="Plus Jakarta Sans"/>
                <a:cs typeface="Plus Jakarta Sans"/>
                <a:sym typeface="Plus Jakarta Sans"/>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
        <p:nvSpPr>
          <p:cNvPr id="96" name="Google Shape;96;p17"/>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lvl1pPr indent="0" lvl="0"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1pPr>
            <a:lvl2pPr indent="0" lvl="1"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2pPr>
            <a:lvl3pPr indent="0" lvl="2"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3pPr>
            <a:lvl4pPr indent="0" lvl="3"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4pPr>
            <a:lvl5pPr indent="0" lvl="4"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5pPr>
            <a:lvl6pPr indent="0" lvl="5"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6pPr>
            <a:lvl7pPr indent="0" lvl="6"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7pPr>
            <a:lvl8pPr indent="0" lvl="7"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8pPr>
            <a:lvl9pPr indent="0" lvl="8" marL="0" marR="0" algn="ctr">
              <a:spcBef>
                <a:spcPts val="0"/>
              </a:spcBef>
              <a:buNone/>
              <a:defRPr b="1" sz="1800">
                <a:solidFill>
                  <a:schemeClr val="dk1"/>
                </a:solidFill>
                <a:latin typeface="Source Sans 3 ExtraLight"/>
                <a:ea typeface="Source Sans 3 ExtraLight"/>
                <a:cs typeface="Source Sans 3 ExtraLight"/>
                <a:sym typeface="Source Sans 3 ExtraLight"/>
              </a:defRPr>
            </a:lvl9pPr>
          </a:lstStyle>
          <a:p>
            <a:pPr indent="0" lvl="0" marL="0" rtl="0" algn="ctr">
              <a:spcBef>
                <a:spcPts val="0"/>
              </a:spcBef>
              <a:spcAft>
                <a:spcPts val="0"/>
              </a:spcAft>
              <a:buNone/>
            </a:pPr>
            <a:fld id="{00000000-1234-1234-1234-123412341234}" type="slidenum">
              <a:rPr lang="en-US"/>
              <a:t>‹#›</a:t>
            </a:fld>
            <a:endParaRPr/>
          </a:p>
        </p:txBody>
      </p:sp>
      <p:pic>
        <p:nvPicPr>
          <p:cNvPr id="97" name="Google Shape;97;p17"/>
          <p:cNvPicPr preferRelativeResize="0"/>
          <p:nvPr>
            <p:ph idx="2" type="pic"/>
          </p:nvPr>
        </p:nvPicPr>
        <p:blipFill/>
        <p:spPr>
          <a:xfrm>
            <a:off x="5294673" y="3794760"/>
            <a:ext cx="3657600" cy="3657600"/>
          </a:xfrm>
          <a:prstGeom prst="rect">
            <a:avLst/>
          </a:prstGeom>
          <a:blipFill rotWithShape="1">
            <a:blip r:embed="rId2">
              <a:alphaModFix/>
            </a:blip>
            <a:tile algn="tl" flip="none" tx="0" sx="100000" ty="0" sy="100000"/>
          </a:blipFill>
          <a:ln>
            <a:noFill/>
          </a:ln>
        </p:spPr>
      </p:pic>
      <p:pic>
        <p:nvPicPr>
          <p:cNvPr id="98" name="Google Shape;98;p17"/>
          <p:cNvPicPr preferRelativeResize="0"/>
          <p:nvPr>
            <p:ph idx="3" type="pic"/>
          </p:nvPr>
        </p:nvPicPr>
        <p:blipFill/>
        <p:spPr>
          <a:xfrm>
            <a:off x="1177494" y="3793671"/>
            <a:ext cx="3657600" cy="3657600"/>
          </a:xfrm>
          <a:prstGeom prst="rect">
            <a:avLst/>
          </a:prstGeom>
          <a:blipFill rotWithShape="1">
            <a:blip r:embed="rId2">
              <a:alphaModFix/>
            </a:blip>
            <a:tile algn="tl" flip="none" tx="0" sx="100000" ty="0" sy="100000"/>
          </a:blipFill>
          <a:ln>
            <a:noFill/>
          </a:ln>
        </p:spPr>
      </p:pic>
      <p:pic>
        <p:nvPicPr>
          <p:cNvPr id="99" name="Google Shape;99;p17"/>
          <p:cNvPicPr preferRelativeResize="0"/>
          <p:nvPr>
            <p:ph idx="4" type="pic"/>
          </p:nvPr>
        </p:nvPicPr>
        <p:blipFill/>
        <p:spPr>
          <a:xfrm>
            <a:off x="9411852" y="3788586"/>
            <a:ext cx="3657600" cy="3657600"/>
          </a:xfrm>
          <a:prstGeom prst="rect">
            <a:avLst/>
          </a:prstGeom>
          <a:blipFill rotWithShape="1">
            <a:blip r:embed="rId2">
              <a:alphaModFix/>
            </a:blip>
            <a:tile algn="tl" flip="none" tx="0" sx="100000" ty="0" sy="100000"/>
          </a:blipFill>
          <a:ln>
            <a:noFill/>
          </a:ln>
        </p:spPr>
      </p:pic>
      <p:pic>
        <p:nvPicPr>
          <p:cNvPr id="100" name="Google Shape;100;p17"/>
          <p:cNvPicPr preferRelativeResize="0"/>
          <p:nvPr>
            <p:ph idx="5" type="pic"/>
          </p:nvPr>
        </p:nvPicPr>
        <p:blipFill/>
        <p:spPr>
          <a:xfrm>
            <a:off x="13529031" y="3792453"/>
            <a:ext cx="3657600" cy="3657600"/>
          </a:xfrm>
          <a:prstGeom prst="rect">
            <a:avLst/>
          </a:prstGeom>
          <a:blipFill rotWithShape="1">
            <a:blip r:embed="rId2">
              <a:alphaModFix/>
            </a:blip>
            <a:tile algn="tl" flip="none" tx="0" sx="100000" ty="0" sy="100000"/>
          </a:blipFill>
          <a:ln>
            <a:noFill/>
          </a:ln>
        </p:spPr>
      </p:pic>
      <p:sp>
        <p:nvSpPr>
          <p:cNvPr id="101" name="Google Shape;101;p17"/>
          <p:cNvSpPr txBox="1"/>
          <p:nvPr>
            <p:ph idx="1" type="body"/>
          </p:nvPr>
        </p:nvSpPr>
        <p:spPr>
          <a:xfrm>
            <a:off x="5029200" y="2057400"/>
            <a:ext cx="8229600" cy="800100"/>
          </a:xfrm>
          <a:prstGeom prst="rect">
            <a:avLst/>
          </a:prstGeom>
          <a:noFill/>
          <a:ln>
            <a:noFill/>
          </a:ln>
        </p:spPr>
        <p:txBody>
          <a:bodyPr anchorCtr="0" anchor="t" bIns="68550" lIns="137150" spcFirstLastPara="1" rIns="137150" wrap="square" tIns="68550">
            <a:normAutofit/>
          </a:bodyPr>
          <a:lstStyle>
            <a:lvl1pPr indent="-228600" lvl="0" marL="457200" marR="0" algn="ctr">
              <a:lnSpc>
                <a:spcPct val="150000"/>
              </a:lnSpc>
              <a:spcBef>
                <a:spcPts val="15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1pPr>
            <a:lvl2pPr indent="-228600" lvl="1" marL="9144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2pPr>
            <a:lvl3pPr indent="-228600" lvl="2" marL="13716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3pPr>
            <a:lvl4pPr indent="-228600" lvl="3" marL="18288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4pPr>
            <a:lvl5pPr indent="-228600" lvl="4" marL="2286000" marR="0" algn="ctr">
              <a:lnSpc>
                <a:spcPct val="150000"/>
              </a:lnSpc>
              <a:spcBef>
                <a:spcPts val="800"/>
              </a:spcBef>
              <a:spcAft>
                <a:spcPts val="0"/>
              </a:spcAft>
              <a:buClr>
                <a:schemeClr val="dk1"/>
              </a:buClr>
              <a:buSzPts val="1800"/>
              <a:buFont typeface="Arial"/>
              <a:buNone/>
              <a:defRPr b="0" i="0" sz="1800" u="none" cap="none" strike="noStrike">
                <a:solidFill>
                  <a:schemeClr val="dk1"/>
                </a:solidFill>
                <a:latin typeface="Source Sans 3 ExtraLight"/>
                <a:ea typeface="Source Sans 3 ExtraLight"/>
                <a:cs typeface="Source Sans 3 ExtraLight"/>
                <a:sym typeface="Source Sans 3 ExtraLight"/>
              </a:defRPr>
            </a:lvl5pPr>
            <a:lvl6pPr indent="-400050" lvl="5" marL="27432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6pPr>
            <a:lvl7pPr indent="-400050" lvl="6" marL="32004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7pPr>
            <a:lvl8pPr indent="-400050" lvl="7" marL="36576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8pPr>
            <a:lvl9pPr indent="-400050" lvl="8" marL="4114800" marR="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Source Sans 3 ExtraLight"/>
                <a:ea typeface="Source Sans 3 ExtraLight"/>
                <a:cs typeface="Source Sans 3 ExtraLight"/>
                <a:sym typeface="Source Sans 3 ExtraLight"/>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amp; Subtitle_KI">
  <p:cSld name="Main Title &amp; Subtitle_KI">
    <p:spTree>
      <p:nvGrpSpPr>
        <p:cNvPr id="102" name="Shape 102"/>
        <p:cNvGrpSpPr/>
        <p:nvPr/>
      </p:nvGrpSpPr>
      <p:grpSpPr>
        <a:xfrm>
          <a:off x="0" y="0"/>
          <a:ext cx="0" cy="0"/>
          <a:chOff x="0" y="0"/>
          <a:chExt cx="0" cy="0"/>
        </a:xfrm>
      </p:grpSpPr>
      <p:sp>
        <p:nvSpPr>
          <p:cNvPr id="103" name="Google Shape;103;p18"/>
          <p:cNvSpPr txBox="1"/>
          <p:nvPr>
            <p:ph type="title"/>
          </p:nvPr>
        </p:nvSpPr>
        <p:spPr>
          <a:xfrm>
            <a:off x="775640" y="537783"/>
            <a:ext cx="16737000" cy="709200"/>
          </a:xfrm>
          <a:prstGeom prst="rect">
            <a:avLst/>
          </a:prstGeom>
          <a:noFill/>
          <a:ln>
            <a:noFill/>
          </a:ln>
        </p:spPr>
        <p:txBody>
          <a:bodyPr anchorCtr="0" anchor="ctr" bIns="0" lIns="0" spcFirstLastPara="1" rIns="0" wrap="square" tIns="0">
            <a:normAutofit/>
          </a:bodyPr>
          <a:lstStyle>
            <a:lvl1pPr lvl="0" marR="0" algn="l">
              <a:spcBef>
                <a:spcPts val="0"/>
              </a:spcBef>
              <a:spcAft>
                <a:spcPts val="0"/>
              </a:spcAft>
              <a:buClr>
                <a:srgbClr val="3F3F3F"/>
              </a:buClr>
              <a:buSzPts val="4400"/>
              <a:buFont typeface="Roboto"/>
              <a:buNone/>
              <a:defRPr b="1" i="0" sz="4400" u="none" cap="none" strike="noStrike">
                <a:solidFill>
                  <a:srgbClr val="3F3F3F"/>
                </a:solidFill>
                <a:latin typeface="Roboto"/>
                <a:ea typeface="Roboto"/>
                <a:cs typeface="Roboto"/>
                <a:sym typeface="Roboto"/>
              </a:defRPr>
            </a:lvl1pPr>
            <a:lvl2pPr lvl="1">
              <a:spcBef>
                <a:spcPts val="0"/>
              </a:spcBef>
              <a:spcAft>
                <a:spcPts val="0"/>
              </a:spcAft>
              <a:buSzPts val="1400"/>
              <a:buNone/>
              <a:defRPr sz="3300"/>
            </a:lvl2pPr>
            <a:lvl3pPr lvl="2">
              <a:spcBef>
                <a:spcPts val="0"/>
              </a:spcBef>
              <a:spcAft>
                <a:spcPts val="0"/>
              </a:spcAft>
              <a:buSzPts val="1400"/>
              <a:buNone/>
              <a:defRPr sz="3300"/>
            </a:lvl3pPr>
            <a:lvl4pPr lvl="3">
              <a:spcBef>
                <a:spcPts val="0"/>
              </a:spcBef>
              <a:spcAft>
                <a:spcPts val="0"/>
              </a:spcAft>
              <a:buSzPts val="1400"/>
              <a:buNone/>
              <a:defRPr sz="3300"/>
            </a:lvl4pPr>
            <a:lvl5pPr lvl="4">
              <a:spcBef>
                <a:spcPts val="0"/>
              </a:spcBef>
              <a:spcAft>
                <a:spcPts val="0"/>
              </a:spcAft>
              <a:buSzPts val="1400"/>
              <a:buNone/>
              <a:defRPr sz="3300"/>
            </a:lvl5pPr>
            <a:lvl6pPr lvl="5">
              <a:spcBef>
                <a:spcPts val="0"/>
              </a:spcBef>
              <a:spcAft>
                <a:spcPts val="0"/>
              </a:spcAft>
              <a:buSzPts val="1400"/>
              <a:buNone/>
              <a:defRPr sz="3300"/>
            </a:lvl6pPr>
            <a:lvl7pPr lvl="6">
              <a:spcBef>
                <a:spcPts val="0"/>
              </a:spcBef>
              <a:spcAft>
                <a:spcPts val="0"/>
              </a:spcAft>
              <a:buSzPts val="1400"/>
              <a:buNone/>
              <a:defRPr sz="3300"/>
            </a:lvl7pPr>
            <a:lvl8pPr lvl="7">
              <a:spcBef>
                <a:spcPts val="0"/>
              </a:spcBef>
              <a:spcAft>
                <a:spcPts val="0"/>
              </a:spcAft>
              <a:buSzPts val="1400"/>
              <a:buNone/>
              <a:defRPr sz="3300"/>
            </a:lvl8pPr>
            <a:lvl9pPr lvl="8">
              <a:spcBef>
                <a:spcPts val="0"/>
              </a:spcBef>
              <a:spcAft>
                <a:spcPts val="0"/>
              </a:spcAft>
              <a:buSzPts val="1400"/>
              <a:buNone/>
              <a:defRPr sz="3300"/>
            </a:lvl9pPr>
          </a:lstStyle>
          <a:p/>
        </p:txBody>
      </p:sp>
      <p:sp>
        <p:nvSpPr>
          <p:cNvPr id="104" name="Google Shape;104;p18"/>
          <p:cNvSpPr/>
          <p:nvPr/>
        </p:nvSpPr>
        <p:spPr>
          <a:xfrm rot="10800000">
            <a:off x="0" y="6515100"/>
            <a:ext cx="18288000" cy="3771900"/>
          </a:xfrm>
          <a:prstGeom prst="rect">
            <a:avLst/>
          </a:prstGeom>
          <a:gradFill>
            <a:gsLst>
              <a:gs pos="0">
                <a:srgbClr val="CCCDD1">
                  <a:alpha val="33725"/>
                </a:srgbClr>
              </a:gs>
              <a:gs pos="39000">
                <a:srgbClr val="F6F6F6">
                  <a:alpha val="0"/>
                </a:srgbClr>
              </a:gs>
              <a:gs pos="69000">
                <a:srgbClr val="FFFFFF">
                  <a:alpha val="0"/>
                </a:srgbClr>
              </a:gs>
              <a:gs pos="100000">
                <a:srgbClr val="FFFFFF">
                  <a:alpha val="0"/>
                </a:srgbClr>
              </a:gs>
            </a:gsLst>
            <a:lin ang="5400012" scaled="0"/>
          </a:gradFill>
          <a:ln>
            <a:noFill/>
          </a:ln>
        </p:spPr>
        <p:txBody>
          <a:bodyPr anchorCtr="0" anchor="ctr" bIns="83775" lIns="167625" spcFirstLastPara="1" rIns="167625" wrap="square" tIns="83775">
            <a:noAutofit/>
          </a:bodyPr>
          <a:lstStyle/>
          <a:p>
            <a:pPr indent="0" lvl="0" marL="0" marR="0" rtl="0" algn="ctr">
              <a:spcBef>
                <a:spcPts val="0"/>
              </a:spcBef>
              <a:spcAft>
                <a:spcPts val="0"/>
              </a:spcAft>
              <a:buNone/>
            </a:pPr>
            <a:r>
              <a:t/>
            </a:r>
            <a:endParaRPr b="0" i="0" sz="44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ain Title &amp; Subtitle">
  <p:cSld name="6_Main Title &amp; Subtitle">
    <p:bg>
      <p:bgPr>
        <a:solidFill>
          <a:schemeClr val="lt1"/>
        </a:solidFill>
      </p:bgPr>
    </p:bg>
    <p:spTree>
      <p:nvGrpSpPr>
        <p:cNvPr id="105" name="Shape 105"/>
        <p:cNvGrpSpPr/>
        <p:nvPr/>
      </p:nvGrpSpPr>
      <p:grpSpPr>
        <a:xfrm>
          <a:off x="0" y="0"/>
          <a:ext cx="0" cy="0"/>
          <a:chOff x="0" y="0"/>
          <a:chExt cx="0" cy="0"/>
        </a:xfrm>
      </p:grpSpPr>
      <p:sp>
        <p:nvSpPr>
          <p:cNvPr id="106" name="Google Shape;106;p19"/>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lvl1pPr indent="-228600" lvl="0" marL="457200" marR="0" algn="ctr">
              <a:spcBef>
                <a:spcPts val="400"/>
              </a:spcBef>
              <a:spcAft>
                <a:spcPts val="0"/>
              </a:spcAft>
              <a:buClr>
                <a:srgbClr val="3B3B3B"/>
              </a:buClr>
              <a:buSzPts val="2000"/>
              <a:buFont typeface="Arial"/>
              <a:buNone/>
              <a:defRPr b="0" i="0" sz="2000" u="none" cap="none" strike="noStrike">
                <a:solidFill>
                  <a:srgbClr val="3B3B3B"/>
                </a:solidFill>
                <a:latin typeface="Roboto"/>
                <a:ea typeface="Roboto"/>
                <a:cs typeface="Roboto"/>
                <a:sym typeface="Roboto"/>
              </a:defRPr>
            </a:lvl1pPr>
            <a:lvl2pPr indent="-228600" lvl="1" marL="914400" marR="0" algn="l">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2pPr>
            <a:lvl3pPr indent="-228600" lvl="2" marL="1371600" marR="0" algn="l">
              <a:spcBef>
                <a:spcPts val="4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3pPr>
            <a:lvl4pPr indent="-228600" lvl="3" marL="18288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4pPr>
            <a:lvl5pPr indent="-228600" lvl="4" marL="22860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5pPr>
            <a:lvl6pPr indent="-228600" lvl="5" marL="27432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6pPr>
            <a:lvl7pPr indent="-228600" lvl="6" marL="32004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7pPr>
            <a:lvl8pPr indent="-228600" lvl="7" marL="36576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8pPr>
            <a:lvl9pPr indent="-228600" lvl="8" marL="41148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9pPr>
          </a:lstStyle>
          <a:p/>
        </p:txBody>
      </p:sp>
      <p:sp>
        <p:nvSpPr>
          <p:cNvPr id="107" name="Google Shape;107;p19"/>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lvl1pPr lvl="0" marR="0" algn="ctr">
              <a:spcBef>
                <a:spcPts val="0"/>
              </a:spcBef>
              <a:spcAft>
                <a:spcPts val="0"/>
              </a:spcAft>
              <a:buClr>
                <a:srgbClr val="3B3B3B"/>
              </a:buClr>
              <a:buSzPts val="5200"/>
              <a:buFont typeface="Roboto"/>
              <a:buNone/>
              <a:defRPr b="0" i="0" sz="5200" u="none" cap="none" strike="noStrike">
                <a:solidFill>
                  <a:srgbClr val="3B3B3B"/>
                </a:solidFill>
                <a:latin typeface="Roboto"/>
                <a:ea typeface="Roboto"/>
                <a:cs typeface="Roboto"/>
                <a:sym typeface="Roboto"/>
              </a:defRPr>
            </a:lvl1pPr>
            <a:lvl2pPr lvl="1">
              <a:spcBef>
                <a:spcPts val="0"/>
              </a:spcBef>
              <a:spcAft>
                <a:spcPts val="0"/>
              </a:spcAft>
              <a:buSzPts val="1400"/>
              <a:buNone/>
              <a:defRPr sz="3600"/>
            </a:lvl2pPr>
            <a:lvl3pPr lvl="2">
              <a:spcBef>
                <a:spcPts val="0"/>
              </a:spcBef>
              <a:spcAft>
                <a:spcPts val="0"/>
              </a:spcAft>
              <a:buSzPts val="1400"/>
              <a:buNone/>
              <a:defRPr sz="3600"/>
            </a:lvl3pPr>
            <a:lvl4pPr lvl="3">
              <a:spcBef>
                <a:spcPts val="0"/>
              </a:spcBef>
              <a:spcAft>
                <a:spcPts val="0"/>
              </a:spcAft>
              <a:buSzPts val="1400"/>
              <a:buNone/>
              <a:defRPr sz="3600"/>
            </a:lvl4pPr>
            <a:lvl5pPr lvl="4">
              <a:spcBef>
                <a:spcPts val="0"/>
              </a:spcBef>
              <a:spcAft>
                <a:spcPts val="0"/>
              </a:spcAft>
              <a:buSzPts val="1400"/>
              <a:buNone/>
              <a:defRPr sz="3600"/>
            </a:lvl5pPr>
            <a:lvl6pPr lvl="5">
              <a:spcBef>
                <a:spcPts val="0"/>
              </a:spcBef>
              <a:spcAft>
                <a:spcPts val="0"/>
              </a:spcAft>
              <a:buSzPts val="1400"/>
              <a:buNone/>
              <a:defRPr sz="3600"/>
            </a:lvl6pPr>
            <a:lvl7pPr lvl="6">
              <a:spcBef>
                <a:spcPts val="0"/>
              </a:spcBef>
              <a:spcAft>
                <a:spcPts val="0"/>
              </a:spcAft>
              <a:buSzPts val="1400"/>
              <a:buNone/>
              <a:defRPr sz="3600"/>
            </a:lvl7pPr>
            <a:lvl8pPr lvl="7">
              <a:spcBef>
                <a:spcPts val="0"/>
              </a:spcBef>
              <a:spcAft>
                <a:spcPts val="0"/>
              </a:spcAft>
              <a:buSzPts val="1400"/>
              <a:buNone/>
              <a:defRPr sz="3600"/>
            </a:lvl8pPr>
            <a:lvl9pPr lvl="8">
              <a:spcBef>
                <a:spcPts val="0"/>
              </a:spcBef>
              <a:spcAft>
                <a:spcPts val="0"/>
              </a:spcAft>
              <a:buSzPts val="1400"/>
              <a:buNone/>
              <a:defRPr sz="3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ain Title &amp; Subtitle 1">
  <p:cSld name="2_Main Title &amp; Subtitle">
    <p:bg>
      <p:bgPr>
        <a:solidFill>
          <a:schemeClr val="lt1"/>
        </a:solidFill>
      </p:bgPr>
    </p:bg>
    <p:spTree>
      <p:nvGrpSpPr>
        <p:cNvPr id="108" name="Shape 108"/>
        <p:cNvGrpSpPr/>
        <p:nvPr/>
      </p:nvGrpSpPr>
      <p:grpSpPr>
        <a:xfrm>
          <a:off x="0" y="0"/>
          <a:ext cx="0" cy="0"/>
          <a:chOff x="0" y="0"/>
          <a:chExt cx="0" cy="0"/>
        </a:xfrm>
      </p:grpSpPr>
      <p:sp>
        <p:nvSpPr>
          <p:cNvPr id="109" name="Google Shape;109;p20"/>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lvl1pPr indent="-228600" lvl="0" marL="457200" marR="0" algn="l">
              <a:spcBef>
                <a:spcPts val="400"/>
              </a:spcBef>
              <a:spcAft>
                <a:spcPts val="0"/>
              </a:spcAft>
              <a:buClr>
                <a:srgbClr val="3B3B3B"/>
              </a:buClr>
              <a:buSzPts val="2000"/>
              <a:buFont typeface="Arial"/>
              <a:buNone/>
              <a:defRPr b="0" i="0" sz="2000" u="none" cap="none" strike="noStrike">
                <a:solidFill>
                  <a:srgbClr val="3B3B3B"/>
                </a:solidFill>
                <a:latin typeface="Roboto"/>
                <a:ea typeface="Roboto"/>
                <a:cs typeface="Roboto"/>
                <a:sym typeface="Roboto"/>
              </a:defRPr>
            </a:lvl1pPr>
            <a:lvl2pPr indent="-228600" lvl="1" marL="914400" marR="0" algn="l">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2pPr>
            <a:lvl3pPr indent="-228600" lvl="2" marL="1371600" marR="0" algn="l">
              <a:spcBef>
                <a:spcPts val="4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3pPr>
            <a:lvl4pPr indent="-228600" lvl="3" marL="18288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4pPr>
            <a:lvl5pPr indent="-228600" lvl="4" marL="22860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5pPr>
            <a:lvl6pPr indent="-228600" lvl="5" marL="27432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6pPr>
            <a:lvl7pPr indent="-228600" lvl="6" marL="32004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7pPr>
            <a:lvl8pPr indent="-228600" lvl="7" marL="36576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8pPr>
            <a:lvl9pPr indent="-228600" lvl="8" marL="4114800" marR="0" algn="l">
              <a:spcBef>
                <a:spcPts val="400"/>
              </a:spcBef>
              <a:spcAft>
                <a:spcPts val="0"/>
              </a:spcAft>
              <a:buClr>
                <a:schemeClr val="dk1"/>
              </a:buClr>
              <a:buSzPts val="1800"/>
              <a:buFont typeface="Arial"/>
              <a:buNone/>
              <a:defRPr b="0" i="0" sz="1800" u="none" cap="none" strike="noStrike">
                <a:solidFill>
                  <a:schemeClr val="dk1"/>
                </a:solidFill>
                <a:latin typeface="Roboto"/>
                <a:ea typeface="Roboto"/>
                <a:cs typeface="Roboto"/>
                <a:sym typeface="Roboto"/>
              </a:defRPr>
            </a:lvl9pPr>
          </a:lstStyle>
          <a:p/>
        </p:txBody>
      </p:sp>
      <p:sp>
        <p:nvSpPr>
          <p:cNvPr id="110" name="Google Shape;110;p20"/>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lvl1pPr lvl="0" marR="0" algn="l">
              <a:spcBef>
                <a:spcPts val="0"/>
              </a:spcBef>
              <a:spcAft>
                <a:spcPts val="0"/>
              </a:spcAft>
              <a:buClr>
                <a:srgbClr val="3B3B3B"/>
              </a:buClr>
              <a:buSzPts val="5200"/>
              <a:buFont typeface="Roboto"/>
              <a:buNone/>
              <a:defRPr b="0" i="0" sz="5200" u="none" cap="none" strike="noStrike">
                <a:solidFill>
                  <a:srgbClr val="3B3B3B"/>
                </a:solidFill>
                <a:latin typeface="Roboto"/>
                <a:ea typeface="Roboto"/>
                <a:cs typeface="Roboto"/>
                <a:sym typeface="Roboto"/>
              </a:defRPr>
            </a:lvl1pPr>
            <a:lvl2pPr lvl="1">
              <a:spcBef>
                <a:spcPts val="0"/>
              </a:spcBef>
              <a:spcAft>
                <a:spcPts val="0"/>
              </a:spcAft>
              <a:buSzPts val="1400"/>
              <a:buNone/>
              <a:defRPr sz="3600"/>
            </a:lvl2pPr>
            <a:lvl3pPr lvl="2">
              <a:spcBef>
                <a:spcPts val="0"/>
              </a:spcBef>
              <a:spcAft>
                <a:spcPts val="0"/>
              </a:spcAft>
              <a:buSzPts val="1400"/>
              <a:buNone/>
              <a:defRPr sz="3600"/>
            </a:lvl3pPr>
            <a:lvl4pPr lvl="3">
              <a:spcBef>
                <a:spcPts val="0"/>
              </a:spcBef>
              <a:spcAft>
                <a:spcPts val="0"/>
              </a:spcAft>
              <a:buSzPts val="1400"/>
              <a:buNone/>
              <a:defRPr sz="3600"/>
            </a:lvl4pPr>
            <a:lvl5pPr lvl="4">
              <a:spcBef>
                <a:spcPts val="0"/>
              </a:spcBef>
              <a:spcAft>
                <a:spcPts val="0"/>
              </a:spcAft>
              <a:buSzPts val="1400"/>
              <a:buNone/>
              <a:defRPr sz="3600"/>
            </a:lvl5pPr>
            <a:lvl6pPr lvl="5">
              <a:spcBef>
                <a:spcPts val="0"/>
              </a:spcBef>
              <a:spcAft>
                <a:spcPts val="0"/>
              </a:spcAft>
              <a:buSzPts val="1400"/>
              <a:buNone/>
              <a:defRPr sz="3600"/>
            </a:lvl6pPr>
            <a:lvl7pPr lvl="6">
              <a:spcBef>
                <a:spcPts val="0"/>
              </a:spcBef>
              <a:spcAft>
                <a:spcPts val="0"/>
              </a:spcAft>
              <a:buSzPts val="1400"/>
              <a:buNone/>
              <a:defRPr sz="3600"/>
            </a:lvl7pPr>
            <a:lvl8pPr lvl="7">
              <a:spcBef>
                <a:spcPts val="0"/>
              </a:spcBef>
              <a:spcAft>
                <a:spcPts val="0"/>
              </a:spcAft>
              <a:buSzPts val="1400"/>
              <a:buNone/>
              <a:defRPr sz="3600"/>
            </a:lvl8pPr>
            <a:lvl9pPr lvl="8">
              <a:spcBef>
                <a:spcPts val="0"/>
              </a:spcBef>
              <a:spcAft>
                <a:spcPts val="0"/>
              </a:spcAft>
              <a:buSzPts val="14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11" name="Shape 111"/>
        <p:cNvGrpSpPr/>
        <p:nvPr/>
      </p:nvGrpSpPr>
      <p:grpSpPr>
        <a:xfrm>
          <a:off x="0" y="0"/>
          <a:ext cx="0" cy="0"/>
          <a:chOff x="0" y="0"/>
          <a:chExt cx="0" cy="0"/>
        </a:xfrm>
      </p:grpSpPr>
      <p:sp>
        <p:nvSpPr>
          <p:cNvPr id="112" name="Google Shape;112;p21"/>
          <p:cNvSpPr txBox="1"/>
          <p:nvPr>
            <p:ph type="title"/>
          </p:nvPr>
        </p:nvSpPr>
        <p:spPr>
          <a:xfrm>
            <a:off x="1235979" y="1016356"/>
            <a:ext cx="15816300" cy="1152000"/>
          </a:xfrm>
          <a:prstGeom prst="rect">
            <a:avLst/>
          </a:prstGeom>
          <a:noFill/>
          <a:ln>
            <a:noFill/>
          </a:ln>
        </p:spPr>
        <p:txBody>
          <a:bodyPr anchorCtr="0" anchor="ctr" bIns="68550" lIns="137150" spcFirstLastPara="1" rIns="137150" wrap="square" tIns="68550">
            <a:normAutofit/>
          </a:bodyPr>
          <a:lstStyle>
            <a:lvl1pPr lvl="0" marR="0" algn="ctr">
              <a:lnSpc>
                <a:spcPct val="100000"/>
              </a:lnSpc>
              <a:spcBef>
                <a:spcPts val="0"/>
              </a:spcBef>
              <a:spcAft>
                <a:spcPts val="0"/>
              </a:spcAft>
              <a:buClr>
                <a:schemeClr val="dk1"/>
              </a:buClr>
              <a:buSzPts val="6600"/>
              <a:buFont typeface="Plus Jakarta Sans SemiBold"/>
              <a:buNone/>
              <a:defRPr b="0" i="0" sz="6600" u="none" cap="none" strike="noStrike">
                <a:solidFill>
                  <a:schemeClr val="dk1"/>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2700"/>
            </a:lvl2pPr>
            <a:lvl3pPr lvl="2">
              <a:spcBef>
                <a:spcPts val="0"/>
              </a:spcBef>
              <a:spcAft>
                <a:spcPts val="0"/>
              </a:spcAft>
              <a:buSzPts val="1400"/>
              <a:buNone/>
              <a:defRPr sz="2700"/>
            </a:lvl3pPr>
            <a:lvl4pPr lvl="3">
              <a:spcBef>
                <a:spcPts val="0"/>
              </a:spcBef>
              <a:spcAft>
                <a:spcPts val="0"/>
              </a:spcAft>
              <a:buSzPts val="1400"/>
              <a:buNone/>
              <a:defRPr sz="2700"/>
            </a:lvl4pPr>
            <a:lvl5pPr lvl="4">
              <a:spcBef>
                <a:spcPts val="0"/>
              </a:spcBef>
              <a:spcAft>
                <a:spcPts val="0"/>
              </a:spcAft>
              <a:buSzPts val="1400"/>
              <a:buNone/>
              <a:defRPr sz="2700"/>
            </a:lvl5pPr>
            <a:lvl6pPr lvl="5">
              <a:spcBef>
                <a:spcPts val="0"/>
              </a:spcBef>
              <a:spcAft>
                <a:spcPts val="0"/>
              </a:spcAft>
              <a:buSzPts val="1400"/>
              <a:buNone/>
              <a:defRPr sz="2700"/>
            </a:lvl6pPr>
            <a:lvl7pPr lvl="6">
              <a:spcBef>
                <a:spcPts val="0"/>
              </a:spcBef>
              <a:spcAft>
                <a:spcPts val="0"/>
              </a:spcAft>
              <a:buSzPts val="1400"/>
              <a:buNone/>
              <a:defRPr sz="2700"/>
            </a:lvl7pPr>
            <a:lvl8pPr lvl="7">
              <a:spcBef>
                <a:spcPts val="0"/>
              </a:spcBef>
              <a:spcAft>
                <a:spcPts val="0"/>
              </a:spcAft>
              <a:buSzPts val="1400"/>
              <a:buNone/>
              <a:defRPr sz="2700"/>
            </a:lvl8pPr>
            <a:lvl9pPr lvl="8">
              <a:spcBef>
                <a:spcPts val="0"/>
              </a:spcBef>
              <a:spcAft>
                <a:spcPts val="0"/>
              </a:spcAft>
              <a:buSzPts val="1400"/>
              <a:buNone/>
              <a:defRPr sz="27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a 01 | Título + Subtítulo 2 2 2 2">
  <p:cSld name="TITLE_2_2_2_2">
    <p:bg>
      <p:bgPr>
        <a:solidFill>
          <a:srgbClr val="FFFFFF"/>
        </a:solidFill>
      </p:bgPr>
    </p:bg>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16944920" y="9322613"/>
            <a:ext cx="684000" cy="289200"/>
          </a:xfrm>
          <a:prstGeom prst="rect">
            <a:avLst/>
          </a:prstGeom>
          <a:noFill/>
          <a:ln>
            <a:noFill/>
          </a:ln>
        </p:spPr>
        <p:txBody>
          <a:bodyPr anchorCtr="0" anchor="ctr" bIns="182850" lIns="182850" spcFirstLastPara="1" rIns="182850" wrap="square" tIns="182850">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424">
          <p15:clr>
            <a:schemeClr val="accent2"/>
          </p15:clr>
        </p15:guide>
        <p15:guide id="2" pos="850">
          <p15:clr>
            <a:schemeClr val="accent2"/>
          </p15:clr>
        </p15:guide>
        <p15:guide id="3" pos="11105">
          <p15:clr>
            <a:schemeClr val="accent2"/>
          </p15:clr>
        </p15:guide>
        <p15:guide id="4" orient="horz" pos="420">
          <p15:clr>
            <a:schemeClr val="accent2"/>
          </p15:clr>
        </p15:guide>
        <p15:guide id="5" orient="horz" pos="846">
          <p15:clr>
            <a:schemeClr val="accent2"/>
          </p15:clr>
        </p15:guide>
        <p15:guide id="6" pos="10674">
          <p15:clr>
            <a:schemeClr val="accent2"/>
          </p15:clr>
        </p15:guide>
        <p15:guide id="7" orient="horz" pos="6056">
          <p15:clr>
            <a:schemeClr val="accent2"/>
          </p15:clr>
        </p15:guide>
        <p15:guide id="8" orient="horz" pos="5630">
          <p15:clr>
            <a:schemeClr val="accent2"/>
          </p15:clr>
        </p15:guide>
        <p15:guide id="9">
          <p15:clr>
            <a:srgbClr val="FA7B17"/>
          </p15:clr>
        </p15:guide>
        <p15:guide id="10" orient="horz">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a 01 | Título + Subtítulo 2 2 2 1 2">
  <p:cSld name="TITLE_2_2_2_1_2">
    <p:bg>
      <p:bgPr>
        <a:solidFill>
          <a:srgbClr val="FFFFFF"/>
        </a:solidFill>
      </p:bgPr>
    </p:bg>
    <p:spTree>
      <p:nvGrpSpPr>
        <p:cNvPr id="115" name="Shape 115"/>
        <p:cNvGrpSpPr/>
        <p:nvPr/>
      </p:nvGrpSpPr>
      <p:grpSpPr>
        <a:xfrm>
          <a:off x="0" y="0"/>
          <a:ext cx="0" cy="0"/>
          <a:chOff x="0" y="0"/>
          <a:chExt cx="0" cy="0"/>
        </a:xfrm>
      </p:grpSpPr>
      <p:sp>
        <p:nvSpPr>
          <p:cNvPr id="116" name="Google Shape;116;p23"/>
          <p:cNvSpPr txBox="1"/>
          <p:nvPr>
            <p:ph idx="12" type="sldNum"/>
          </p:nvPr>
        </p:nvSpPr>
        <p:spPr>
          <a:xfrm>
            <a:off x="16944915" y="9326433"/>
            <a:ext cx="1097400" cy="7869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7" name="Google Shape;117;p23"/>
          <p:cNvSpPr txBox="1"/>
          <p:nvPr>
            <p:ph idx="2" type="sldNum"/>
          </p:nvPr>
        </p:nvSpPr>
        <p:spPr>
          <a:xfrm>
            <a:off x="16944920" y="9322613"/>
            <a:ext cx="684000" cy="289200"/>
          </a:xfrm>
          <a:prstGeom prst="rect">
            <a:avLst/>
          </a:prstGeom>
          <a:noFill/>
          <a:ln>
            <a:noFill/>
          </a:ln>
        </p:spPr>
        <p:txBody>
          <a:bodyPr anchorCtr="0" anchor="ctr" bIns="182850" lIns="182850" spcFirstLastPara="1" rIns="182850" wrap="square" tIns="182850">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424">
          <p15:clr>
            <a:schemeClr val="accent2"/>
          </p15:clr>
        </p15:guide>
        <p15:guide id="2" pos="850">
          <p15:clr>
            <a:schemeClr val="accent2"/>
          </p15:clr>
        </p15:guide>
        <p15:guide id="3" pos="11105">
          <p15:clr>
            <a:schemeClr val="accent2"/>
          </p15:clr>
        </p15:guide>
        <p15:guide id="4" orient="horz" pos="420">
          <p15:clr>
            <a:schemeClr val="accent2"/>
          </p15:clr>
        </p15:guide>
        <p15:guide id="5" orient="horz" pos="846">
          <p15:clr>
            <a:schemeClr val="accent2"/>
          </p15:clr>
        </p15:guide>
        <p15:guide id="6" pos="10674">
          <p15:clr>
            <a:schemeClr val="accent2"/>
          </p15:clr>
        </p15:guide>
        <p15:guide id="7" orient="horz" pos="6056">
          <p15:clr>
            <a:schemeClr val="accent2"/>
          </p15:clr>
        </p15:guide>
        <p15:guide id="8" orient="horz" pos="5630">
          <p15:clr>
            <a:schemeClr val="accent2"/>
          </p15:clr>
        </p15:guide>
        <p15:guide id="9">
          <p15:clr>
            <a:srgbClr val="FA7B17"/>
          </p15:clr>
        </p15:guide>
        <p15:guide id="10" orient="horz">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a 01 | Título + Subtítulo 2 2 2 1 1">
  <p:cSld name="TITLE_2_2_2_1_1">
    <p:bg>
      <p:bgPr>
        <a:solidFill>
          <a:srgbClr val="FFFFFF"/>
        </a:solidFill>
      </p:bgPr>
    </p:bg>
    <p:spTree>
      <p:nvGrpSpPr>
        <p:cNvPr id="118" name="Shape 118"/>
        <p:cNvGrpSpPr/>
        <p:nvPr/>
      </p:nvGrpSpPr>
      <p:grpSpPr>
        <a:xfrm>
          <a:off x="0" y="0"/>
          <a:ext cx="0" cy="0"/>
          <a:chOff x="0" y="0"/>
          <a:chExt cx="0" cy="0"/>
        </a:xfrm>
      </p:grpSpPr>
      <p:sp>
        <p:nvSpPr>
          <p:cNvPr id="119" name="Google Shape;119;p24"/>
          <p:cNvSpPr txBox="1"/>
          <p:nvPr>
            <p:ph idx="12" type="sldNum"/>
          </p:nvPr>
        </p:nvSpPr>
        <p:spPr>
          <a:xfrm>
            <a:off x="16944915" y="9326433"/>
            <a:ext cx="1097400" cy="7869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00"/>
              <a:buFont typeface="Arial"/>
              <a:buNone/>
              <a:defRPr b="0" i="0" sz="1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0" name="Google Shape;120;p24"/>
          <p:cNvSpPr txBox="1"/>
          <p:nvPr>
            <p:ph idx="2" type="sldNum"/>
          </p:nvPr>
        </p:nvSpPr>
        <p:spPr>
          <a:xfrm>
            <a:off x="16944920" y="9322613"/>
            <a:ext cx="684000" cy="289200"/>
          </a:xfrm>
          <a:prstGeom prst="rect">
            <a:avLst/>
          </a:prstGeom>
          <a:noFill/>
          <a:ln>
            <a:noFill/>
          </a:ln>
        </p:spPr>
        <p:txBody>
          <a:bodyPr anchorCtr="0" anchor="ctr" bIns="182850" lIns="182850" spcFirstLastPara="1" rIns="182850" wrap="square" tIns="182850">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Ubuntu Light"/>
                <a:ea typeface="Ubuntu Light"/>
                <a:cs typeface="Ubuntu Light"/>
                <a:sym typeface="Ubuntu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424">
          <p15:clr>
            <a:schemeClr val="accent2"/>
          </p15:clr>
        </p15:guide>
        <p15:guide id="2" pos="850">
          <p15:clr>
            <a:schemeClr val="accent2"/>
          </p15:clr>
        </p15:guide>
        <p15:guide id="3" pos="11105">
          <p15:clr>
            <a:schemeClr val="accent2"/>
          </p15:clr>
        </p15:guide>
        <p15:guide id="4" orient="horz" pos="420">
          <p15:clr>
            <a:schemeClr val="accent2"/>
          </p15:clr>
        </p15:guide>
        <p15:guide id="5" orient="horz" pos="846">
          <p15:clr>
            <a:schemeClr val="accent2"/>
          </p15:clr>
        </p15:guide>
        <p15:guide id="6" pos="10674">
          <p15:clr>
            <a:schemeClr val="accent2"/>
          </p15:clr>
        </p15:guide>
        <p15:guide id="7" orient="horz" pos="6056">
          <p15:clr>
            <a:schemeClr val="accent2"/>
          </p15:clr>
        </p15:guide>
        <p15:guide id="8" orient="horz" pos="5630">
          <p15:clr>
            <a:schemeClr val="accent2"/>
          </p15:clr>
        </p15:guide>
        <p15:guide id="9">
          <p15:clr>
            <a:srgbClr val="FA7B17"/>
          </p15:clr>
        </p15:guide>
        <p15:guide id="10" orient="horz">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chemeClr val="lt1"/>
        </a:solidFill>
      </p:bgPr>
    </p:bg>
    <p:spTree>
      <p:nvGrpSpPr>
        <p:cNvPr id="121" name="Shape 121"/>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a 01 | Título + Subtítulo 2 2 2 1">
  <p:cSld name="TITLE_2_2_2_1_3">
    <p:bg>
      <p:bgPr>
        <a:solidFill>
          <a:srgbClr val="FFFFFF"/>
        </a:solidFill>
      </p:bgPr>
    </p:bg>
    <p:spTree>
      <p:nvGrpSpPr>
        <p:cNvPr id="122" name="Shape 122"/>
        <p:cNvGrpSpPr/>
        <p:nvPr/>
      </p:nvGrpSpPr>
      <p:grpSpPr>
        <a:xfrm>
          <a:off x="0" y="0"/>
          <a:ext cx="0" cy="0"/>
          <a:chOff x="0" y="0"/>
          <a:chExt cx="0" cy="0"/>
        </a:xfrm>
      </p:grpSpPr>
      <p:sp>
        <p:nvSpPr>
          <p:cNvPr id="123" name="Google Shape;123;p26"/>
          <p:cNvSpPr txBox="1"/>
          <p:nvPr>
            <p:ph idx="12" type="sldNum"/>
          </p:nvPr>
        </p:nvSpPr>
        <p:spPr>
          <a:xfrm>
            <a:off x="16944920" y="9322613"/>
            <a:ext cx="684000" cy="289200"/>
          </a:xfrm>
          <a:prstGeom prst="rect">
            <a:avLst/>
          </a:prstGeom>
          <a:noFill/>
          <a:ln>
            <a:noFill/>
          </a:ln>
        </p:spPr>
        <p:txBody>
          <a:bodyPr anchorCtr="0" anchor="ctr" bIns="182850" lIns="182850" spcFirstLastPara="1" rIns="182850" wrap="square" tIns="182850">
            <a:no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Ubuntu Light"/>
                <a:ea typeface="Ubuntu Light"/>
                <a:cs typeface="Ubuntu Light"/>
                <a:sym typeface="Ubuntu Light"/>
              </a:defRPr>
            </a:lvl9pPr>
          </a:lstStyle>
          <a:p>
            <a:pPr indent="0" lvl="0" marL="0" rtl="0" algn="l">
              <a:spcBef>
                <a:spcPts val="0"/>
              </a:spcBef>
              <a:spcAft>
                <a:spcPts val="0"/>
              </a:spcAft>
              <a:buNone/>
            </a:pPr>
            <a:r>
              <a:t/>
            </a:r>
            <a:endParaRPr/>
          </a:p>
        </p:txBody>
      </p:sp>
      <p:sp>
        <p:nvSpPr>
          <p:cNvPr id="124" name="Google Shape;124;p26"/>
          <p:cNvSpPr txBox="1"/>
          <p:nvPr>
            <p:ph type="title"/>
          </p:nvPr>
        </p:nvSpPr>
        <p:spPr>
          <a:xfrm>
            <a:off x="643809" y="497588"/>
            <a:ext cx="16984800" cy="4554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FFFFFF"/>
              </a:buClr>
              <a:buSzPts val="3000"/>
              <a:buFont typeface="Ubuntu Medium"/>
              <a:buNone/>
              <a:defRPr b="0" i="0" sz="3000" u="none" cap="none" strike="noStrike">
                <a:solidFill>
                  <a:srgbClr val="FFFFFF"/>
                </a:solidFill>
                <a:latin typeface="Ubuntu Medium"/>
                <a:ea typeface="Ubuntu Medium"/>
                <a:cs typeface="Ubuntu Medium"/>
                <a:sym typeface="Ubuntu Medium"/>
              </a:defRPr>
            </a:lvl1pPr>
            <a:lvl2pPr lvl="1"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1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424">
          <p15:clr>
            <a:schemeClr val="accent2"/>
          </p15:clr>
        </p15:guide>
        <p15:guide id="2" pos="850">
          <p15:clr>
            <a:schemeClr val="accent2"/>
          </p15:clr>
        </p15:guide>
        <p15:guide id="3" pos="11105">
          <p15:clr>
            <a:schemeClr val="accent2"/>
          </p15:clr>
        </p15:guide>
        <p15:guide id="4" orient="horz" pos="420">
          <p15:clr>
            <a:schemeClr val="accent2"/>
          </p15:clr>
        </p15:guide>
        <p15:guide id="5" orient="horz" pos="846">
          <p15:clr>
            <a:schemeClr val="accent2"/>
          </p15:clr>
        </p15:guide>
        <p15:guide id="6" pos="10674">
          <p15:clr>
            <a:schemeClr val="accent2"/>
          </p15:clr>
        </p15:guide>
        <p15:guide id="7" orient="horz" pos="6056">
          <p15:clr>
            <a:schemeClr val="accent2"/>
          </p15:clr>
        </p15:guide>
        <p15:guide id="8" orient="horz" pos="5630">
          <p15:clr>
            <a:schemeClr val="accent2"/>
          </p15:clr>
        </p15:guide>
        <p15:guide id="9">
          <p15:clr>
            <a:srgbClr val="FA7B17"/>
          </p15:clr>
        </p15:guide>
        <p15:guide id="10" orient="horz">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cía">
  <p:cSld name="CUSTOM">
    <p:spTree>
      <p:nvGrpSpPr>
        <p:cNvPr id="125" name="Shape 125"/>
        <p:cNvGrpSpPr/>
        <p:nvPr/>
      </p:nvGrpSpPr>
      <p:grpSpPr>
        <a:xfrm>
          <a:off x="0" y="0"/>
          <a:ext cx="0" cy="0"/>
          <a:chOff x="0" y="0"/>
          <a:chExt cx="0" cy="0"/>
        </a:xfrm>
      </p:grpSpPr>
      <p:sp>
        <p:nvSpPr>
          <p:cNvPr id="126" name="Google Shape;126;p27"/>
          <p:cNvSpPr txBox="1"/>
          <p:nvPr>
            <p:ph idx="12" type="sldNum"/>
          </p:nvPr>
        </p:nvSpPr>
        <p:spPr>
          <a:xfrm>
            <a:off x="17113568" y="9499702"/>
            <a:ext cx="1097400" cy="787200"/>
          </a:xfrm>
          <a:prstGeom prst="rect">
            <a:avLst/>
          </a:prstGeom>
        </p:spPr>
        <p:txBody>
          <a:bodyPr anchorCtr="0" anchor="t" bIns="45700" lIns="91425" spcFirstLastPara="1" rIns="91425" wrap="square" tIns="45700">
            <a:noAutofit/>
          </a:bodyPr>
          <a:lstStyle>
            <a:lvl1pPr lvl="0">
              <a:buNone/>
              <a:defRPr>
                <a:solidFill>
                  <a:srgbClr val="110841"/>
                </a:solidFill>
                <a:latin typeface="Ubuntu Light"/>
                <a:ea typeface="Ubuntu Light"/>
                <a:cs typeface="Ubuntu Light"/>
                <a:sym typeface="Ubuntu Light"/>
              </a:defRPr>
            </a:lvl1pPr>
            <a:lvl2pPr lvl="1">
              <a:buNone/>
              <a:defRPr>
                <a:solidFill>
                  <a:srgbClr val="110841"/>
                </a:solidFill>
                <a:latin typeface="Ubuntu Light"/>
                <a:ea typeface="Ubuntu Light"/>
                <a:cs typeface="Ubuntu Light"/>
                <a:sym typeface="Ubuntu Light"/>
              </a:defRPr>
            </a:lvl2pPr>
            <a:lvl3pPr lvl="2">
              <a:buNone/>
              <a:defRPr>
                <a:solidFill>
                  <a:srgbClr val="110841"/>
                </a:solidFill>
                <a:latin typeface="Ubuntu Light"/>
                <a:ea typeface="Ubuntu Light"/>
                <a:cs typeface="Ubuntu Light"/>
                <a:sym typeface="Ubuntu Light"/>
              </a:defRPr>
            </a:lvl3pPr>
            <a:lvl4pPr lvl="3">
              <a:buNone/>
              <a:defRPr>
                <a:solidFill>
                  <a:srgbClr val="110841"/>
                </a:solidFill>
                <a:latin typeface="Ubuntu Light"/>
                <a:ea typeface="Ubuntu Light"/>
                <a:cs typeface="Ubuntu Light"/>
                <a:sym typeface="Ubuntu Light"/>
              </a:defRPr>
            </a:lvl4pPr>
            <a:lvl5pPr lvl="4">
              <a:buNone/>
              <a:defRPr>
                <a:solidFill>
                  <a:srgbClr val="110841"/>
                </a:solidFill>
                <a:latin typeface="Ubuntu Light"/>
                <a:ea typeface="Ubuntu Light"/>
                <a:cs typeface="Ubuntu Light"/>
                <a:sym typeface="Ubuntu Light"/>
              </a:defRPr>
            </a:lvl5pPr>
            <a:lvl6pPr lvl="5">
              <a:buNone/>
              <a:defRPr>
                <a:solidFill>
                  <a:srgbClr val="110841"/>
                </a:solidFill>
                <a:latin typeface="Ubuntu Light"/>
                <a:ea typeface="Ubuntu Light"/>
                <a:cs typeface="Ubuntu Light"/>
                <a:sym typeface="Ubuntu Light"/>
              </a:defRPr>
            </a:lvl6pPr>
            <a:lvl7pPr lvl="6">
              <a:buNone/>
              <a:defRPr>
                <a:solidFill>
                  <a:srgbClr val="110841"/>
                </a:solidFill>
                <a:latin typeface="Ubuntu Light"/>
                <a:ea typeface="Ubuntu Light"/>
                <a:cs typeface="Ubuntu Light"/>
                <a:sym typeface="Ubuntu Light"/>
              </a:defRPr>
            </a:lvl7pPr>
            <a:lvl8pPr lvl="7">
              <a:buNone/>
              <a:defRPr>
                <a:solidFill>
                  <a:srgbClr val="110841"/>
                </a:solidFill>
                <a:latin typeface="Ubuntu Light"/>
                <a:ea typeface="Ubuntu Light"/>
                <a:cs typeface="Ubuntu Light"/>
                <a:sym typeface="Ubuntu Light"/>
              </a:defRPr>
            </a:lvl8pPr>
            <a:lvl9pPr lvl="8">
              <a:buNone/>
              <a:defRPr>
                <a:solidFill>
                  <a:srgbClr val="110841"/>
                </a:solidFill>
                <a:latin typeface="Ubuntu Light"/>
                <a:ea typeface="Ubuntu Light"/>
                <a:cs typeface="Ubuntu Light"/>
                <a:sym typeface="Ubuntu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18.png"/><Relationship Id="rId7" Type="http://schemas.openxmlformats.org/officeDocument/2006/relationships/image" Target="../media/image8.png"/><Relationship Id="rId8" Type="http://schemas.openxmlformats.org/officeDocument/2006/relationships/image" Target="../media/image11.png"/><Relationship Id="rId11" Type="http://schemas.openxmlformats.org/officeDocument/2006/relationships/image" Target="../media/image2.png"/><Relationship Id="rId10" Type="http://schemas.openxmlformats.org/officeDocument/2006/relationships/image" Target="../media/image1.png"/><Relationship Id="rId13" Type="http://schemas.openxmlformats.org/officeDocument/2006/relationships/image" Target="../media/image15.png"/><Relationship Id="rId12" Type="http://schemas.openxmlformats.org/officeDocument/2006/relationships/image" Target="../media/image6.png"/><Relationship Id="rId15" Type="http://schemas.openxmlformats.org/officeDocument/2006/relationships/image" Target="../media/image12.pn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20.png"/><Relationship Id="rId7" Type="http://schemas.openxmlformats.org/officeDocument/2006/relationships/image" Target="../media/image25.png"/><Relationship Id="rId8" Type="http://schemas.openxmlformats.org/officeDocument/2006/relationships/image" Target="../media/image10.png"/><Relationship Id="rId10"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50.jpg"/><Relationship Id="rId4" Type="http://schemas.openxmlformats.org/officeDocument/2006/relationships/image" Target="../media/image23.jpg"/><Relationship Id="rId5" Type="http://schemas.openxmlformats.org/officeDocument/2006/relationships/image" Target="../media/image57.jpg"/><Relationship Id="rId6" Type="http://schemas.openxmlformats.org/officeDocument/2006/relationships/image" Target="../media/image4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2.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39.png"/><Relationship Id="rId5" Type="http://schemas.openxmlformats.org/officeDocument/2006/relationships/image" Target="../media/image33.png"/><Relationship Id="rId6" Type="http://schemas.openxmlformats.org/officeDocument/2006/relationships/image" Target="../media/image24.png"/><Relationship Id="rId7"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1.png"/><Relationship Id="rId5" Type="http://schemas.openxmlformats.org/officeDocument/2006/relationships/image" Target="../media/image42.png"/><Relationship Id="rId6" Type="http://schemas.openxmlformats.org/officeDocument/2006/relationships/image" Target="../media/image34.png"/><Relationship Id="rId7" Type="http://schemas.openxmlformats.org/officeDocument/2006/relationships/image" Target="../media/image36.png"/><Relationship Id="rId8"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39.png"/><Relationship Id="rId5" Type="http://schemas.openxmlformats.org/officeDocument/2006/relationships/image" Target="../media/image36.png"/><Relationship Id="rId6"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51.png"/><Relationship Id="rId4" Type="http://schemas.openxmlformats.org/officeDocument/2006/relationships/image" Target="../media/image49.png"/><Relationship Id="rId5" Type="http://schemas.openxmlformats.org/officeDocument/2006/relationships/image" Target="../media/image35.png"/><Relationship Id="rId6" Type="http://schemas.openxmlformats.org/officeDocument/2006/relationships/image" Target="../media/image55.png"/><Relationship Id="rId7"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42.png"/><Relationship Id="rId4" Type="http://schemas.openxmlformats.org/officeDocument/2006/relationships/image" Target="../media/image39.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6.png"/><Relationship Id="rId4" Type="http://schemas.openxmlformats.org/officeDocument/2006/relationships/image" Target="../media/image54.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24.png"/><Relationship Id="rId8"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39.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31.png"/><Relationship Id="rId5" Type="http://schemas.openxmlformats.org/officeDocument/2006/relationships/image" Target="../media/image56.png"/><Relationship Id="rId6" Type="http://schemas.openxmlformats.org/officeDocument/2006/relationships/image" Target="../media/image39.png"/><Relationship Id="rId7"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46.png"/><Relationship Id="rId9" Type="http://schemas.openxmlformats.org/officeDocument/2006/relationships/image" Target="../media/image24.png"/><Relationship Id="rId5" Type="http://schemas.openxmlformats.org/officeDocument/2006/relationships/image" Target="../media/image54.png"/><Relationship Id="rId6" Type="http://schemas.openxmlformats.org/officeDocument/2006/relationships/image" Target="../media/image30.png"/><Relationship Id="rId7" Type="http://schemas.openxmlformats.org/officeDocument/2006/relationships/image" Target="../media/image39.png"/><Relationship Id="rId8"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nvSpPr>
        <p:spPr>
          <a:xfrm>
            <a:off x="4012020" y="3340875"/>
            <a:ext cx="10264140" cy="2731785"/>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9900" u="none" cap="none" strike="noStrike">
                <a:solidFill>
                  <a:srgbClr val="FFFFFF"/>
                </a:solidFill>
                <a:latin typeface="Arimo"/>
                <a:ea typeface="Arimo"/>
                <a:cs typeface="Arimo"/>
                <a:sym typeface="Arimo"/>
              </a:rPr>
              <a:t>Budgeting Management</a:t>
            </a:r>
            <a:endParaRPr/>
          </a:p>
        </p:txBody>
      </p:sp>
      <p:sp>
        <p:nvSpPr>
          <p:cNvPr id="132" name="Google Shape;132;p28"/>
          <p:cNvSpPr txBox="1"/>
          <p:nvPr/>
        </p:nvSpPr>
        <p:spPr>
          <a:xfrm>
            <a:off x="7157520" y="6565650"/>
            <a:ext cx="3973140" cy="447150"/>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000" u="none" cap="none" strike="noStrike">
                <a:solidFill>
                  <a:srgbClr val="FFFFFF"/>
                </a:solidFill>
                <a:latin typeface="Arimo"/>
                <a:ea typeface="Arimo"/>
                <a:cs typeface="Arimo"/>
                <a:sym typeface="Arimo"/>
              </a:rPr>
              <a:t>Infographic Template</a:t>
            </a:r>
            <a:endParaRPr/>
          </a:p>
        </p:txBody>
      </p:sp>
      <p:pic>
        <p:nvPicPr>
          <p:cNvPr id="133" name="Google Shape;133;p28" title="Section cover .png"/>
          <p:cNvPicPr preferRelativeResize="0"/>
          <p:nvPr/>
        </p:nvPicPr>
        <p:blipFill rotWithShape="1">
          <a:blip r:embed="rId3">
            <a:alphaModFix/>
          </a:blip>
          <a:srcRect b="0" l="0" r="0" t="0"/>
          <a:stretch/>
        </p:blipFill>
        <p:spPr>
          <a:xfrm>
            <a:off x="0" y="-94261"/>
            <a:ext cx="18288000" cy="10287012"/>
          </a:xfrm>
          <a:prstGeom prst="rect">
            <a:avLst/>
          </a:prstGeom>
          <a:noFill/>
          <a:ln>
            <a:noFill/>
          </a:ln>
        </p:spPr>
      </p:pic>
      <p:sp>
        <p:nvSpPr>
          <p:cNvPr id="134" name="Google Shape;134;p28"/>
          <p:cNvSpPr txBox="1"/>
          <p:nvPr/>
        </p:nvSpPr>
        <p:spPr>
          <a:xfrm>
            <a:off x="944100" y="7012788"/>
            <a:ext cx="5628900" cy="10533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None/>
            </a:pPr>
            <a:r>
              <a:rPr lang="en-US" sz="8000">
                <a:solidFill>
                  <a:srgbClr val="FFFFFF"/>
                </a:solidFill>
                <a:latin typeface="Instrument Sans"/>
                <a:ea typeface="Instrument Sans"/>
                <a:cs typeface="Instrument Sans"/>
                <a:sym typeface="Instrument Sans"/>
              </a:rPr>
              <a:t>Timesavers </a:t>
            </a:r>
            <a:endParaRPr sz="8000">
              <a:solidFill>
                <a:srgbClr val="FFFFFF"/>
              </a:solidFill>
              <a:latin typeface="Instrument Sans"/>
              <a:ea typeface="Instrument Sans"/>
              <a:cs typeface="Instrument Sans"/>
              <a:sym typeface="Instrument Sans"/>
            </a:endParaRPr>
          </a:p>
        </p:txBody>
      </p:sp>
      <p:pic>
        <p:nvPicPr>
          <p:cNvPr id="135" name="Google Shape;135;p28" title="Nfq - Black - Claim.png"/>
          <p:cNvPicPr preferRelativeResize="0"/>
          <p:nvPr/>
        </p:nvPicPr>
        <p:blipFill>
          <a:blip r:embed="rId4">
            <a:alphaModFix/>
          </a:blip>
          <a:stretch>
            <a:fillRect/>
          </a:stretch>
        </p:blipFill>
        <p:spPr>
          <a:xfrm>
            <a:off x="10986125" y="2023925"/>
            <a:ext cx="2953875" cy="1571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9"/>
          <p:cNvSpPr/>
          <p:nvPr/>
        </p:nvSpPr>
        <p:spPr>
          <a:xfrm flipH="1" rot="5400000">
            <a:off x="6672125" y="80700"/>
            <a:ext cx="11670300" cy="11508900"/>
          </a:xfrm>
          <a:prstGeom prst="rect">
            <a:avLst/>
          </a:prstGeom>
          <a:gradFill>
            <a:gsLst>
              <a:gs pos="0">
                <a:srgbClr val="217BEE"/>
              </a:gs>
              <a:gs pos="25000">
                <a:srgbClr val="217BEE">
                  <a:alpha val="37254"/>
                </a:srgbClr>
              </a:gs>
              <a:gs pos="49000">
                <a:srgbClr val="FFFFFF"/>
              </a:gs>
              <a:gs pos="100000">
                <a:srgbClr val="FFFFFF"/>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9"/>
          <p:cNvSpPr/>
          <p:nvPr/>
        </p:nvSpPr>
        <p:spPr>
          <a:xfrm>
            <a:off x="6410360" y="4427365"/>
            <a:ext cx="10203840" cy="5985900"/>
          </a:xfrm>
          <a:custGeom>
            <a:rect b="b" l="l" r="r" t="t"/>
            <a:pathLst>
              <a:path extrusionOk="0" h="5985900" w="10203840">
                <a:moveTo>
                  <a:pt x="0" y="0"/>
                </a:moveTo>
                <a:lnTo>
                  <a:pt x="10203840" y="0"/>
                </a:lnTo>
                <a:lnTo>
                  <a:pt x="10203840" y="5985900"/>
                </a:lnTo>
                <a:lnTo>
                  <a:pt x="0" y="5985900"/>
                </a:lnTo>
                <a:lnTo>
                  <a:pt x="0" y="0"/>
                </a:lnTo>
                <a:close/>
              </a:path>
            </a:pathLst>
          </a:custGeom>
          <a:blipFill rotWithShape="1">
            <a:blip r:embed="rId3">
              <a:alphaModFix/>
            </a:blip>
            <a:stretch>
              <a:fillRect b="0" l="0" r="0" t="0"/>
            </a:stretch>
          </a:blipFill>
          <a:ln>
            <a:noFill/>
          </a:ln>
        </p:spPr>
      </p:sp>
      <p:sp>
        <p:nvSpPr>
          <p:cNvPr id="142" name="Google Shape;142;p29"/>
          <p:cNvSpPr txBox="1"/>
          <p:nvPr/>
        </p:nvSpPr>
        <p:spPr>
          <a:xfrm>
            <a:off x="2527230" y="7087810"/>
            <a:ext cx="23520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EC683E"/>
                </a:solidFill>
                <a:latin typeface="Instrument Sans"/>
                <a:ea typeface="Instrument Sans"/>
                <a:cs typeface="Instrument Sans"/>
                <a:sym typeface="Instrument Sans"/>
              </a:rPr>
              <a:t>$4,7M</a:t>
            </a:r>
            <a:endParaRPr>
              <a:solidFill>
                <a:srgbClr val="EC683E"/>
              </a:solidFill>
              <a:latin typeface="Instrument Sans"/>
              <a:ea typeface="Instrument Sans"/>
              <a:cs typeface="Instrument Sans"/>
              <a:sym typeface="Instrument Sans"/>
            </a:endParaRPr>
          </a:p>
        </p:txBody>
      </p:sp>
      <p:sp>
        <p:nvSpPr>
          <p:cNvPr id="143" name="Google Shape;143;p29"/>
          <p:cNvSpPr txBox="1"/>
          <p:nvPr/>
        </p:nvSpPr>
        <p:spPr>
          <a:xfrm>
            <a:off x="4571995" y="3784298"/>
            <a:ext cx="2597700" cy="923400"/>
          </a:xfrm>
          <a:prstGeom prst="rect">
            <a:avLst/>
          </a:prstGeom>
          <a:solidFill>
            <a:schemeClr val="lt1"/>
          </a:solid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i="0" lang="en-US" sz="6000" u="none" cap="none" strike="noStrike">
                <a:solidFill>
                  <a:srgbClr val="D13B5F"/>
                </a:solidFill>
                <a:latin typeface="Instrument Sans"/>
                <a:ea typeface="Instrument Sans"/>
                <a:cs typeface="Instrument Sans"/>
                <a:sym typeface="Instrument Sans"/>
              </a:rPr>
              <a:t>$2,4M</a:t>
            </a:r>
            <a:endParaRPr>
              <a:solidFill>
                <a:srgbClr val="D13B5F"/>
              </a:solidFill>
              <a:latin typeface="Instrument Sans"/>
              <a:ea typeface="Instrument Sans"/>
              <a:cs typeface="Instrument Sans"/>
              <a:sym typeface="Instrument Sans"/>
            </a:endParaRPr>
          </a:p>
        </p:txBody>
      </p:sp>
      <p:sp>
        <p:nvSpPr>
          <p:cNvPr id="144" name="Google Shape;144;p29"/>
          <p:cNvSpPr txBox="1"/>
          <p:nvPr/>
        </p:nvSpPr>
        <p:spPr>
          <a:xfrm>
            <a:off x="9336660" y="1990555"/>
            <a:ext cx="2352000" cy="923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6000" u="none" cap="none" strike="noStrike">
                <a:solidFill>
                  <a:srgbClr val="217BEE"/>
                </a:solidFill>
                <a:latin typeface="Instrument Sans"/>
                <a:ea typeface="Instrument Sans"/>
                <a:cs typeface="Instrument Sans"/>
                <a:sym typeface="Instrument Sans"/>
              </a:rPr>
              <a:t>$1,7M</a:t>
            </a:r>
            <a:endParaRPr>
              <a:solidFill>
                <a:srgbClr val="217BEE"/>
              </a:solidFill>
              <a:latin typeface="Instrument Sans"/>
              <a:ea typeface="Instrument Sans"/>
              <a:cs typeface="Instrument Sans"/>
              <a:sym typeface="Instrument Sans"/>
            </a:endParaRPr>
          </a:p>
        </p:txBody>
      </p:sp>
      <p:sp>
        <p:nvSpPr>
          <p:cNvPr id="145" name="Google Shape;145;p29"/>
          <p:cNvSpPr txBox="1"/>
          <p:nvPr/>
        </p:nvSpPr>
        <p:spPr>
          <a:xfrm>
            <a:off x="9501200" y="2913950"/>
            <a:ext cx="2187300" cy="692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i="0" lang="en-US" sz="1500" u="none" cap="none" strike="noStrike">
                <a:solidFill>
                  <a:srgbClr val="595959"/>
                </a:solidFill>
                <a:latin typeface="Instrument Sans"/>
                <a:ea typeface="Instrument Sans"/>
                <a:cs typeface="Instrument Sans"/>
                <a:sym typeface="Instrument Sans"/>
              </a:rPr>
              <a:t>Lorem ipsum dolor sit amet, consectetuer adipiscing elit. </a:t>
            </a:r>
            <a:endParaRPr sz="1100">
              <a:latin typeface="Instrument Sans"/>
              <a:ea typeface="Instrument Sans"/>
              <a:cs typeface="Instrument Sans"/>
              <a:sym typeface="Instrument Sans"/>
            </a:endParaRPr>
          </a:p>
        </p:txBody>
      </p:sp>
      <p:sp>
        <p:nvSpPr>
          <p:cNvPr id="146" name="Google Shape;146;p29"/>
          <p:cNvSpPr/>
          <p:nvPr/>
        </p:nvSpPr>
        <p:spPr>
          <a:xfrm>
            <a:off x="4879219" y="7087805"/>
            <a:ext cx="3123935" cy="3123935"/>
          </a:xfrm>
          <a:custGeom>
            <a:rect b="b" l="l" r="r" t="t"/>
            <a:pathLst>
              <a:path extrusionOk="0" h="875665" w="875665">
                <a:moveTo>
                  <a:pt x="720090" y="155575"/>
                </a:moveTo>
                <a:cubicBezTo>
                  <a:pt x="875665" y="311785"/>
                  <a:pt x="875665" y="563753"/>
                  <a:pt x="720090" y="720090"/>
                </a:cubicBezTo>
                <a:cubicBezTo>
                  <a:pt x="563880" y="875665"/>
                  <a:pt x="311912" y="875665"/>
                  <a:pt x="155575" y="720090"/>
                </a:cubicBezTo>
                <a:cubicBezTo>
                  <a:pt x="0" y="563880"/>
                  <a:pt x="0" y="311912"/>
                  <a:pt x="155575" y="155575"/>
                </a:cubicBezTo>
                <a:cubicBezTo>
                  <a:pt x="311785" y="0"/>
                  <a:pt x="563753" y="0"/>
                  <a:pt x="720090" y="155575"/>
                </a:cubicBezTo>
                <a:close/>
              </a:path>
            </a:pathLst>
          </a:custGeom>
          <a:gradFill>
            <a:gsLst>
              <a:gs pos="0">
                <a:srgbClr val="EC683E"/>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9"/>
          <p:cNvSpPr/>
          <p:nvPr/>
        </p:nvSpPr>
        <p:spPr>
          <a:xfrm>
            <a:off x="7617050" y="4113200"/>
            <a:ext cx="2604900" cy="2604900"/>
          </a:xfrm>
          <a:prstGeom prst="ellipse">
            <a:avLst/>
          </a:prstGeom>
          <a:gradFill>
            <a:gsLst>
              <a:gs pos="0">
                <a:srgbClr val="D13B5F"/>
              </a:gs>
              <a:gs pos="100000">
                <a:schemeClr val="lt1"/>
              </a:gs>
            </a:gsLst>
            <a:lin ang="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8" name="Google Shape;148;p29"/>
          <p:cNvSpPr/>
          <p:nvPr/>
        </p:nvSpPr>
        <p:spPr>
          <a:xfrm>
            <a:off x="11434438" y="3188050"/>
            <a:ext cx="2604900" cy="2604900"/>
          </a:xfrm>
          <a:prstGeom prst="ellipse">
            <a:avLst/>
          </a:prstGeom>
          <a:gradFill>
            <a:gsLst>
              <a:gs pos="0">
                <a:srgbClr val="217BEE"/>
              </a:gs>
              <a:gs pos="100000">
                <a:schemeClr val="lt1"/>
              </a:gs>
            </a:gsLst>
            <a:lin ang="5400012"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9" name="Google Shape;149;p29" title="N Isotype.png"/>
          <p:cNvPicPr preferRelativeResize="0"/>
          <p:nvPr/>
        </p:nvPicPr>
        <p:blipFill>
          <a:blip r:embed="rId4">
            <a:alphaModFix/>
          </a:blip>
          <a:stretch>
            <a:fillRect/>
          </a:stretch>
        </p:blipFill>
        <p:spPr>
          <a:xfrm>
            <a:off x="618001" y="394388"/>
            <a:ext cx="656751" cy="816844"/>
          </a:xfrm>
          <a:prstGeom prst="rect">
            <a:avLst/>
          </a:prstGeom>
          <a:noFill/>
          <a:ln>
            <a:noFill/>
          </a:ln>
        </p:spPr>
      </p:pic>
      <p:sp>
        <p:nvSpPr>
          <p:cNvPr id="150" name="Google Shape;150;p29"/>
          <p:cNvSpPr txBox="1"/>
          <p:nvPr/>
        </p:nvSpPr>
        <p:spPr>
          <a:xfrm>
            <a:off x="5262600" y="4707715"/>
            <a:ext cx="1907100" cy="692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i="0" lang="en-US" sz="1500" u="none" cap="none" strike="noStrike">
                <a:solidFill>
                  <a:srgbClr val="595959"/>
                </a:solidFill>
                <a:latin typeface="Instrument Sans"/>
                <a:ea typeface="Instrument Sans"/>
                <a:cs typeface="Instrument Sans"/>
                <a:sym typeface="Instrument Sans"/>
              </a:rPr>
              <a:t>Lorem ipsum dolor sit amet, consectetuer adipiscing elit. </a:t>
            </a:r>
            <a:endParaRPr sz="1100">
              <a:latin typeface="Instrument Sans"/>
              <a:ea typeface="Instrument Sans"/>
              <a:cs typeface="Instrument Sans"/>
              <a:sym typeface="Instrument Sans"/>
            </a:endParaRPr>
          </a:p>
        </p:txBody>
      </p:sp>
      <p:sp>
        <p:nvSpPr>
          <p:cNvPr id="151" name="Google Shape;151;p29"/>
          <p:cNvSpPr txBox="1"/>
          <p:nvPr/>
        </p:nvSpPr>
        <p:spPr>
          <a:xfrm>
            <a:off x="2749674" y="8011200"/>
            <a:ext cx="1907100" cy="692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i="0" lang="en-US" sz="1500" u="none" cap="none" strike="noStrike">
                <a:solidFill>
                  <a:srgbClr val="595959"/>
                </a:solidFill>
                <a:latin typeface="Instrument Sans"/>
                <a:ea typeface="Instrument Sans"/>
                <a:cs typeface="Instrument Sans"/>
                <a:sym typeface="Instrument Sans"/>
              </a:rPr>
              <a:t>Lorem ipsum dolor sit amet, consectetuer adipiscing elit. </a:t>
            </a:r>
            <a:endParaRPr sz="1100">
              <a:latin typeface="Instrument Sans"/>
              <a:ea typeface="Instrument Sans"/>
              <a:cs typeface="Instrument Sans"/>
              <a:sym typeface="Instrument Sans"/>
            </a:endParaRPr>
          </a:p>
        </p:txBody>
      </p:sp>
      <p:sp>
        <p:nvSpPr>
          <p:cNvPr id="152" name="Google Shape;152;p29"/>
          <p:cNvSpPr txBox="1"/>
          <p:nvPr/>
        </p:nvSpPr>
        <p:spPr>
          <a:xfrm>
            <a:off x="462475" y="1788600"/>
            <a:ext cx="4871400" cy="3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5600">
                <a:solidFill>
                  <a:schemeClr val="dk1"/>
                </a:solidFill>
                <a:highlight>
                  <a:srgbClr val="FFFFFF"/>
                </a:highlight>
                <a:latin typeface="Sora"/>
                <a:ea typeface="Sora"/>
                <a:cs typeface="Sora"/>
                <a:sym typeface="Sora"/>
              </a:rPr>
              <a:t>Lorem ipsum dolor sit amet.</a:t>
            </a:r>
            <a:endParaRPr sz="5600">
              <a:solidFill>
                <a:schemeClr val="dk1"/>
              </a:solidFill>
              <a:latin typeface="Sora"/>
              <a:ea typeface="Sora"/>
              <a:cs typeface="Sora"/>
              <a:sym typeface="Sora"/>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p:nvPr/>
        </p:nvSpPr>
        <p:spPr>
          <a:xfrm>
            <a:off x="1642650" y="2805513"/>
            <a:ext cx="6798300" cy="1496700"/>
          </a:xfrm>
          <a:prstGeom prst="rect">
            <a:avLst/>
          </a:prstGeom>
          <a:gradFill>
            <a:gsLst>
              <a:gs pos="0">
                <a:srgbClr val="D13B5F"/>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58" name="Google Shape;158;p30"/>
          <p:cNvSpPr txBox="1"/>
          <p:nvPr/>
        </p:nvSpPr>
        <p:spPr>
          <a:xfrm>
            <a:off x="665640" y="9690480"/>
            <a:ext cx="2604900" cy="231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393D99"/>
                </a:solidFill>
                <a:latin typeface="Arimo"/>
                <a:ea typeface="Arimo"/>
                <a:cs typeface="Arimo"/>
                <a:sym typeface="Arimo"/>
              </a:rPr>
              <a:t>Budgeting Management</a:t>
            </a:r>
            <a:endParaRPr/>
          </a:p>
        </p:txBody>
      </p:sp>
      <p:sp>
        <p:nvSpPr>
          <p:cNvPr id="159" name="Google Shape;159;p30"/>
          <p:cNvSpPr txBox="1"/>
          <p:nvPr/>
        </p:nvSpPr>
        <p:spPr>
          <a:xfrm>
            <a:off x="3408375" y="3216479"/>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60" name="Google Shape;160;p30"/>
          <p:cNvSpPr txBox="1"/>
          <p:nvPr/>
        </p:nvSpPr>
        <p:spPr>
          <a:xfrm>
            <a:off x="9794085" y="3252053"/>
            <a:ext cx="5984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Medium"/>
                <a:ea typeface="Sora Medium"/>
                <a:cs typeface="Sora Medium"/>
                <a:sym typeface="Sora Medium"/>
              </a:rPr>
              <a:t>Straight Forward </a:t>
            </a:r>
            <a:r>
              <a:rPr i="0" lang="en-US" sz="6000" u="none" cap="none" strike="noStrike">
                <a:solidFill>
                  <a:srgbClr val="217BEE"/>
                </a:solidFill>
                <a:latin typeface="Sora Medium"/>
                <a:ea typeface="Sora Medium"/>
                <a:cs typeface="Sora Medium"/>
                <a:sym typeface="Sora Medium"/>
              </a:rPr>
              <a:t>Future</a:t>
            </a:r>
            <a:endParaRPr>
              <a:solidFill>
                <a:srgbClr val="217BEE"/>
              </a:solidFill>
              <a:latin typeface="Sora Medium"/>
              <a:ea typeface="Sora Medium"/>
              <a:cs typeface="Sora Medium"/>
              <a:sym typeface="Sora Medium"/>
            </a:endParaRPr>
          </a:p>
        </p:txBody>
      </p:sp>
      <p:sp>
        <p:nvSpPr>
          <p:cNvPr id="161" name="Google Shape;161;p30"/>
          <p:cNvSpPr txBox="1"/>
          <p:nvPr/>
        </p:nvSpPr>
        <p:spPr>
          <a:xfrm>
            <a:off x="9794085" y="5866743"/>
            <a:ext cx="4028100" cy="11682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 adipiscing elit. Maecenas porttitor congue massa. Fusce posuere, </a:t>
            </a:r>
            <a:endParaRPr>
              <a:latin typeface="Instrument Sans"/>
              <a:ea typeface="Instrument Sans"/>
              <a:cs typeface="Instrument Sans"/>
              <a:sym typeface="Instrument Sans"/>
            </a:endParaRPr>
          </a:p>
        </p:txBody>
      </p:sp>
      <p:sp>
        <p:nvSpPr>
          <p:cNvPr id="162" name="Google Shape;162;p30"/>
          <p:cNvSpPr/>
          <p:nvPr/>
        </p:nvSpPr>
        <p:spPr>
          <a:xfrm>
            <a:off x="9794080" y="5496853"/>
            <a:ext cx="2207514" cy="76200"/>
          </a:xfrm>
          <a:custGeom>
            <a:rect b="b" l="l" r="r" t="t"/>
            <a:pathLst>
              <a:path extrusionOk="0" h="101600" w="2943352">
                <a:moveTo>
                  <a:pt x="50800" y="0"/>
                </a:moveTo>
                <a:lnTo>
                  <a:pt x="2892552" y="0"/>
                </a:lnTo>
                <a:cubicBezTo>
                  <a:pt x="2920619" y="0"/>
                  <a:pt x="2943352" y="22733"/>
                  <a:pt x="2943352" y="50800"/>
                </a:cubicBezTo>
                <a:cubicBezTo>
                  <a:pt x="2943352" y="78867"/>
                  <a:pt x="2920619" y="101600"/>
                  <a:pt x="2892552" y="101600"/>
                </a:cubicBezTo>
                <a:lnTo>
                  <a:pt x="50800" y="101600"/>
                </a:lnTo>
                <a:cubicBezTo>
                  <a:pt x="22733" y="101600"/>
                  <a:pt x="0" y="78867"/>
                  <a:pt x="0" y="50800"/>
                </a:cubicBezTo>
                <a:cubicBezTo>
                  <a:pt x="0" y="22733"/>
                  <a:pt x="22733" y="0"/>
                  <a:pt x="50800" y="0"/>
                </a:cubicBezTo>
                <a:close/>
              </a:path>
            </a:pathLst>
          </a:custGeom>
          <a:gradFill>
            <a:gsLst>
              <a:gs pos="0">
                <a:srgbClr val="5255BF"/>
              </a:gs>
              <a:gs pos="100000">
                <a:srgbClr val="217BEE"/>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3" name="Google Shape;163;p30"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
        <p:nvSpPr>
          <p:cNvPr id="164" name="Google Shape;164;p30"/>
          <p:cNvSpPr/>
          <p:nvPr/>
        </p:nvSpPr>
        <p:spPr>
          <a:xfrm>
            <a:off x="1922412" y="3111485"/>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65" name="Google Shape;165;p30"/>
          <p:cNvSpPr txBox="1"/>
          <p:nvPr/>
        </p:nvSpPr>
        <p:spPr>
          <a:xfrm>
            <a:off x="1922412" y="3216479"/>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383" u="none" cap="none" strike="noStrike">
                <a:solidFill>
                  <a:srgbClr val="D13B5F"/>
                </a:solidFill>
                <a:latin typeface="Sora"/>
                <a:ea typeface="Sora"/>
                <a:cs typeface="Sora"/>
                <a:sym typeface="Sora"/>
              </a:rPr>
              <a:t>1</a:t>
            </a:r>
            <a:endParaRPr b="1" sz="1704">
              <a:solidFill>
                <a:srgbClr val="D13B5F"/>
              </a:solidFill>
              <a:latin typeface="Sora"/>
              <a:ea typeface="Sora"/>
              <a:cs typeface="Sora"/>
              <a:sym typeface="Sora"/>
            </a:endParaRPr>
          </a:p>
        </p:txBody>
      </p:sp>
      <p:sp>
        <p:nvSpPr>
          <p:cNvPr id="166" name="Google Shape;166;p30"/>
          <p:cNvSpPr/>
          <p:nvPr/>
        </p:nvSpPr>
        <p:spPr>
          <a:xfrm>
            <a:off x="1642650" y="4395162"/>
            <a:ext cx="6798300" cy="1496700"/>
          </a:xfrm>
          <a:prstGeom prst="rect">
            <a:avLst/>
          </a:prstGeom>
          <a:gradFill>
            <a:gsLst>
              <a:gs pos="0">
                <a:srgbClr val="217BEE"/>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67" name="Google Shape;167;p30"/>
          <p:cNvSpPr txBox="1"/>
          <p:nvPr/>
        </p:nvSpPr>
        <p:spPr>
          <a:xfrm>
            <a:off x="3408375" y="4806129"/>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68" name="Google Shape;168;p30"/>
          <p:cNvSpPr/>
          <p:nvPr/>
        </p:nvSpPr>
        <p:spPr>
          <a:xfrm>
            <a:off x="1922412" y="4701135"/>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69" name="Google Shape;169;p30"/>
          <p:cNvSpPr txBox="1"/>
          <p:nvPr/>
        </p:nvSpPr>
        <p:spPr>
          <a:xfrm>
            <a:off x="1922412" y="4806129"/>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383">
                <a:solidFill>
                  <a:srgbClr val="217BEE"/>
                </a:solidFill>
                <a:latin typeface="Sora"/>
                <a:ea typeface="Sora"/>
                <a:cs typeface="Sora"/>
                <a:sym typeface="Sora"/>
              </a:rPr>
              <a:t>2</a:t>
            </a:r>
            <a:endParaRPr b="1" sz="1704">
              <a:solidFill>
                <a:srgbClr val="217BEE"/>
              </a:solidFill>
              <a:latin typeface="Sora"/>
              <a:ea typeface="Sora"/>
              <a:cs typeface="Sora"/>
              <a:sym typeface="Sora"/>
            </a:endParaRPr>
          </a:p>
        </p:txBody>
      </p:sp>
      <p:sp>
        <p:nvSpPr>
          <p:cNvPr id="170" name="Google Shape;170;p30"/>
          <p:cNvSpPr/>
          <p:nvPr/>
        </p:nvSpPr>
        <p:spPr>
          <a:xfrm>
            <a:off x="1642650" y="5984797"/>
            <a:ext cx="6798300" cy="1496700"/>
          </a:xfrm>
          <a:prstGeom prst="rect">
            <a:avLst/>
          </a:prstGeom>
          <a:gradFill>
            <a:gsLst>
              <a:gs pos="0">
                <a:srgbClr val="EC683E"/>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71" name="Google Shape;171;p30"/>
          <p:cNvSpPr txBox="1"/>
          <p:nvPr/>
        </p:nvSpPr>
        <p:spPr>
          <a:xfrm>
            <a:off x="3408375" y="6395764"/>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72" name="Google Shape;172;p30"/>
          <p:cNvSpPr/>
          <p:nvPr/>
        </p:nvSpPr>
        <p:spPr>
          <a:xfrm>
            <a:off x="1922412" y="6290770"/>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73" name="Google Shape;173;p30"/>
          <p:cNvSpPr txBox="1"/>
          <p:nvPr/>
        </p:nvSpPr>
        <p:spPr>
          <a:xfrm>
            <a:off x="1922412" y="6395764"/>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383">
                <a:solidFill>
                  <a:srgbClr val="FD8127"/>
                </a:solidFill>
                <a:latin typeface="Sora"/>
                <a:ea typeface="Sora"/>
                <a:cs typeface="Sora"/>
                <a:sym typeface="Sora"/>
              </a:rPr>
              <a:t>3</a:t>
            </a:r>
            <a:endParaRPr b="1" sz="1704">
              <a:solidFill>
                <a:srgbClr val="FD8127"/>
              </a:solidFill>
              <a:latin typeface="Sora"/>
              <a:ea typeface="Sora"/>
              <a:cs typeface="Sora"/>
              <a:sym typeface="Sora"/>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p:nvPr/>
        </p:nvSpPr>
        <p:spPr>
          <a:xfrm>
            <a:off x="1642650" y="1956800"/>
            <a:ext cx="6798300" cy="1496700"/>
          </a:xfrm>
          <a:prstGeom prst="rect">
            <a:avLst/>
          </a:prstGeom>
          <a:gradFill>
            <a:gsLst>
              <a:gs pos="0">
                <a:srgbClr val="D13B5F"/>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79" name="Google Shape;179;p31"/>
          <p:cNvSpPr txBox="1"/>
          <p:nvPr/>
        </p:nvSpPr>
        <p:spPr>
          <a:xfrm>
            <a:off x="665640" y="9690480"/>
            <a:ext cx="2604780" cy="25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393D99"/>
                </a:solidFill>
                <a:latin typeface="Arimo"/>
                <a:ea typeface="Arimo"/>
                <a:cs typeface="Arimo"/>
                <a:sym typeface="Arimo"/>
              </a:rPr>
              <a:t>Budgeting Management</a:t>
            </a:r>
            <a:endParaRPr/>
          </a:p>
        </p:txBody>
      </p:sp>
      <p:sp>
        <p:nvSpPr>
          <p:cNvPr id="180" name="Google Shape;180;p31"/>
          <p:cNvSpPr txBox="1"/>
          <p:nvPr/>
        </p:nvSpPr>
        <p:spPr>
          <a:xfrm>
            <a:off x="3408375" y="2367767"/>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a:t>
            </a:r>
            <a:r>
              <a:rPr b="1" lang="en-US" sz="2191">
                <a:solidFill>
                  <a:srgbClr val="FFFFFF"/>
                </a:solidFill>
                <a:latin typeface="Instrument Sans"/>
                <a:ea typeface="Instrument Sans"/>
                <a:cs typeface="Instrument Sans"/>
                <a:sym typeface="Instrument Sans"/>
              </a:rPr>
              <a:t>información</a:t>
            </a:r>
            <a:r>
              <a:rPr b="1" lang="en-US" sz="2191">
                <a:solidFill>
                  <a:srgbClr val="FFFFFF"/>
                </a:solidFill>
                <a:latin typeface="Instrument Sans"/>
                <a:ea typeface="Instrument Sans"/>
                <a:cs typeface="Instrument Sans"/>
                <a:sym typeface="Instrument Sans"/>
              </a:rPr>
              <a:t> y texto</a:t>
            </a:r>
            <a:endParaRPr b="1" sz="1704">
              <a:latin typeface="Instrument Sans"/>
              <a:ea typeface="Instrument Sans"/>
              <a:cs typeface="Instrument Sans"/>
              <a:sym typeface="Instrument Sans"/>
            </a:endParaRPr>
          </a:p>
        </p:txBody>
      </p:sp>
      <p:sp>
        <p:nvSpPr>
          <p:cNvPr id="181" name="Google Shape;181;p31"/>
          <p:cNvSpPr txBox="1"/>
          <p:nvPr/>
        </p:nvSpPr>
        <p:spPr>
          <a:xfrm>
            <a:off x="9794085" y="3252053"/>
            <a:ext cx="5984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Medium"/>
                <a:ea typeface="Sora Medium"/>
                <a:cs typeface="Sora Medium"/>
                <a:sym typeface="Sora Medium"/>
              </a:rPr>
              <a:t>Straight Forward </a:t>
            </a:r>
            <a:r>
              <a:rPr i="0" lang="en-US" sz="6000" u="none" cap="none" strike="noStrike">
                <a:solidFill>
                  <a:srgbClr val="217BEE"/>
                </a:solidFill>
                <a:latin typeface="Sora Medium"/>
                <a:ea typeface="Sora Medium"/>
                <a:cs typeface="Sora Medium"/>
                <a:sym typeface="Sora Medium"/>
              </a:rPr>
              <a:t>Future</a:t>
            </a:r>
            <a:endParaRPr>
              <a:solidFill>
                <a:srgbClr val="217BEE"/>
              </a:solidFill>
              <a:latin typeface="Sora Medium"/>
              <a:ea typeface="Sora Medium"/>
              <a:cs typeface="Sora Medium"/>
              <a:sym typeface="Sora Medium"/>
            </a:endParaRPr>
          </a:p>
        </p:txBody>
      </p:sp>
      <p:sp>
        <p:nvSpPr>
          <p:cNvPr id="182" name="Google Shape;182;p31"/>
          <p:cNvSpPr txBox="1"/>
          <p:nvPr/>
        </p:nvSpPr>
        <p:spPr>
          <a:xfrm>
            <a:off x="9794085" y="5866743"/>
            <a:ext cx="4028100" cy="11682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 adipiscing elit. Maecenas porttitor congue massa. Fusce posuere, </a:t>
            </a:r>
            <a:endParaRPr>
              <a:latin typeface="Instrument Sans"/>
              <a:ea typeface="Instrument Sans"/>
              <a:cs typeface="Instrument Sans"/>
              <a:sym typeface="Instrument Sans"/>
            </a:endParaRPr>
          </a:p>
        </p:txBody>
      </p:sp>
      <p:sp>
        <p:nvSpPr>
          <p:cNvPr id="183" name="Google Shape;183;p31"/>
          <p:cNvSpPr/>
          <p:nvPr/>
        </p:nvSpPr>
        <p:spPr>
          <a:xfrm>
            <a:off x="9794080" y="5496853"/>
            <a:ext cx="2207514" cy="76200"/>
          </a:xfrm>
          <a:custGeom>
            <a:rect b="b" l="l" r="r" t="t"/>
            <a:pathLst>
              <a:path extrusionOk="0" h="101600" w="2943352">
                <a:moveTo>
                  <a:pt x="50800" y="0"/>
                </a:moveTo>
                <a:lnTo>
                  <a:pt x="2892552" y="0"/>
                </a:lnTo>
                <a:cubicBezTo>
                  <a:pt x="2920619" y="0"/>
                  <a:pt x="2943352" y="22733"/>
                  <a:pt x="2943352" y="50800"/>
                </a:cubicBezTo>
                <a:cubicBezTo>
                  <a:pt x="2943352" y="78867"/>
                  <a:pt x="2920619" y="101600"/>
                  <a:pt x="2892552" y="101600"/>
                </a:cubicBezTo>
                <a:lnTo>
                  <a:pt x="50800" y="101600"/>
                </a:lnTo>
                <a:cubicBezTo>
                  <a:pt x="22733" y="101600"/>
                  <a:pt x="0" y="78867"/>
                  <a:pt x="0" y="50800"/>
                </a:cubicBezTo>
                <a:cubicBezTo>
                  <a:pt x="0" y="22733"/>
                  <a:pt x="22733" y="0"/>
                  <a:pt x="50800" y="0"/>
                </a:cubicBezTo>
                <a:close/>
              </a:path>
            </a:pathLst>
          </a:custGeom>
          <a:gradFill>
            <a:gsLst>
              <a:gs pos="0">
                <a:srgbClr val="5255BF"/>
              </a:gs>
              <a:gs pos="100000">
                <a:srgbClr val="217BEE"/>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1"/>
          <p:cNvSpPr txBox="1"/>
          <p:nvPr/>
        </p:nvSpPr>
        <p:spPr>
          <a:xfrm>
            <a:off x="3251204" y="7655509"/>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Ubuntu"/>
                <a:ea typeface="Ubuntu"/>
                <a:cs typeface="Ubuntu"/>
                <a:sym typeface="Ubuntu"/>
              </a:rPr>
              <a:t>Dato 1: </a:t>
            </a:r>
            <a:r>
              <a:rPr b="1" lang="en-US" sz="2191">
                <a:solidFill>
                  <a:srgbClr val="FFFFFF"/>
                </a:solidFill>
                <a:latin typeface="Ubuntu"/>
                <a:ea typeface="Ubuntu"/>
                <a:cs typeface="Ubuntu"/>
                <a:sym typeface="Ubuntu"/>
              </a:rPr>
              <a:t>información</a:t>
            </a:r>
            <a:r>
              <a:rPr b="1" lang="en-US" sz="2191">
                <a:solidFill>
                  <a:srgbClr val="FFFFFF"/>
                </a:solidFill>
                <a:latin typeface="Ubuntu"/>
                <a:ea typeface="Ubuntu"/>
                <a:cs typeface="Ubuntu"/>
                <a:sym typeface="Ubuntu"/>
              </a:rPr>
              <a:t> y texto</a:t>
            </a:r>
            <a:endParaRPr b="1" sz="1704">
              <a:latin typeface="Ubuntu"/>
              <a:ea typeface="Ubuntu"/>
              <a:cs typeface="Ubuntu"/>
              <a:sym typeface="Ubuntu"/>
            </a:endParaRPr>
          </a:p>
        </p:txBody>
      </p:sp>
      <p:pic>
        <p:nvPicPr>
          <p:cNvPr id="185" name="Google Shape;185;p31"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
        <p:nvSpPr>
          <p:cNvPr id="186" name="Google Shape;186;p31"/>
          <p:cNvSpPr/>
          <p:nvPr/>
        </p:nvSpPr>
        <p:spPr>
          <a:xfrm>
            <a:off x="1922412" y="2262772"/>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87" name="Google Shape;187;p31"/>
          <p:cNvSpPr txBox="1"/>
          <p:nvPr/>
        </p:nvSpPr>
        <p:spPr>
          <a:xfrm>
            <a:off x="1922412" y="2367767"/>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383" u="none" cap="none" strike="noStrike">
                <a:solidFill>
                  <a:srgbClr val="D13B5F"/>
                </a:solidFill>
                <a:latin typeface="Sora"/>
                <a:ea typeface="Sora"/>
                <a:cs typeface="Sora"/>
                <a:sym typeface="Sora"/>
              </a:rPr>
              <a:t>1</a:t>
            </a:r>
            <a:endParaRPr b="1" sz="1704">
              <a:solidFill>
                <a:srgbClr val="D13B5F"/>
              </a:solidFill>
              <a:latin typeface="Sora"/>
              <a:ea typeface="Sora"/>
              <a:cs typeface="Sora"/>
              <a:sym typeface="Sora"/>
            </a:endParaRPr>
          </a:p>
        </p:txBody>
      </p:sp>
      <p:sp>
        <p:nvSpPr>
          <p:cNvPr id="188" name="Google Shape;188;p31"/>
          <p:cNvSpPr/>
          <p:nvPr/>
        </p:nvSpPr>
        <p:spPr>
          <a:xfrm>
            <a:off x="1642650" y="3546450"/>
            <a:ext cx="6798300" cy="1496700"/>
          </a:xfrm>
          <a:prstGeom prst="rect">
            <a:avLst/>
          </a:prstGeom>
          <a:gradFill>
            <a:gsLst>
              <a:gs pos="0">
                <a:srgbClr val="217BEE"/>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89" name="Google Shape;189;p31"/>
          <p:cNvSpPr txBox="1"/>
          <p:nvPr/>
        </p:nvSpPr>
        <p:spPr>
          <a:xfrm>
            <a:off x="3408375" y="3957417"/>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90" name="Google Shape;190;p31"/>
          <p:cNvSpPr/>
          <p:nvPr/>
        </p:nvSpPr>
        <p:spPr>
          <a:xfrm>
            <a:off x="1922412" y="3852422"/>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91" name="Google Shape;191;p31"/>
          <p:cNvSpPr txBox="1"/>
          <p:nvPr/>
        </p:nvSpPr>
        <p:spPr>
          <a:xfrm>
            <a:off x="1922412" y="3957417"/>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383">
                <a:solidFill>
                  <a:srgbClr val="217BEE"/>
                </a:solidFill>
                <a:latin typeface="Sora"/>
                <a:ea typeface="Sora"/>
                <a:cs typeface="Sora"/>
                <a:sym typeface="Sora"/>
              </a:rPr>
              <a:t>2</a:t>
            </a:r>
            <a:endParaRPr b="1" sz="1704">
              <a:solidFill>
                <a:srgbClr val="217BEE"/>
              </a:solidFill>
              <a:latin typeface="Sora"/>
              <a:ea typeface="Sora"/>
              <a:cs typeface="Sora"/>
              <a:sym typeface="Sora"/>
            </a:endParaRPr>
          </a:p>
        </p:txBody>
      </p:sp>
      <p:sp>
        <p:nvSpPr>
          <p:cNvPr id="192" name="Google Shape;192;p31"/>
          <p:cNvSpPr/>
          <p:nvPr/>
        </p:nvSpPr>
        <p:spPr>
          <a:xfrm>
            <a:off x="1642650" y="5136085"/>
            <a:ext cx="6798300" cy="1496700"/>
          </a:xfrm>
          <a:prstGeom prst="rect">
            <a:avLst/>
          </a:prstGeom>
          <a:gradFill>
            <a:gsLst>
              <a:gs pos="0">
                <a:srgbClr val="49B2D9"/>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93" name="Google Shape;193;p31"/>
          <p:cNvSpPr txBox="1"/>
          <p:nvPr/>
        </p:nvSpPr>
        <p:spPr>
          <a:xfrm>
            <a:off x="3408375" y="5547051"/>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94" name="Google Shape;194;p31"/>
          <p:cNvSpPr/>
          <p:nvPr/>
        </p:nvSpPr>
        <p:spPr>
          <a:xfrm>
            <a:off x="1922412" y="5442057"/>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95" name="Google Shape;195;p31"/>
          <p:cNvSpPr txBox="1"/>
          <p:nvPr/>
        </p:nvSpPr>
        <p:spPr>
          <a:xfrm>
            <a:off x="1922412" y="5547051"/>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383">
                <a:solidFill>
                  <a:srgbClr val="49B2D9"/>
                </a:solidFill>
                <a:latin typeface="Sora"/>
                <a:ea typeface="Sora"/>
                <a:cs typeface="Sora"/>
                <a:sym typeface="Sora"/>
              </a:rPr>
              <a:t>3</a:t>
            </a:r>
            <a:endParaRPr b="1" sz="1704">
              <a:solidFill>
                <a:srgbClr val="49B2D9"/>
              </a:solidFill>
              <a:latin typeface="Sora"/>
              <a:ea typeface="Sora"/>
              <a:cs typeface="Sora"/>
              <a:sym typeface="Sora"/>
            </a:endParaRPr>
          </a:p>
        </p:txBody>
      </p:sp>
      <p:sp>
        <p:nvSpPr>
          <p:cNvPr id="196" name="Google Shape;196;p31"/>
          <p:cNvSpPr/>
          <p:nvPr/>
        </p:nvSpPr>
        <p:spPr>
          <a:xfrm>
            <a:off x="1642650" y="6725735"/>
            <a:ext cx="6798300" cy="1496700"/>
          </a:xfrm>
          <a:prstGeom prst="rect">
            <a:avLst/>
          </a:prstGeom>
          <a:gradFill>
            <a:gsLst>
              <a:gs pos="0">
                <a:srgbClr val="EC683E"/>
              </a:gs>
              <a:gs pos="100000">
                <a:schemeClr val="lt1"/>
              </a:gs>
            </a:gsLst>
            <a:lin ang="0" scaled="0"/>
          </a:gradFill>
          <a:ln>
            <a:noFill/>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97" name="Google Shape;197;p31"/>
          <p:cNvSpPr txBox="1"/>
          <p:nvPr/>
        </p:nvSpPr>
        <p:spPr>
          <a:xfrm>
            <a:off x="3408375" y="7136701"/>
            <a:ext cx="2688000" cy="674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191">
                <a:solidFill>
                  <a:srgbClr val="FFFFFF"/>
                </a:solidFill>
                <a:latin typeface="Instrument Sans"/>
                <a:ea typeface="Instrument Sans"/>
                <a:cs typeface="Instrument Sans"/>
                <a:sym typeface="Instrument Sans"/>
              </a:rPr>
              <a:t>Dato 1: información y texto</a:t>
            </a:r>
            <a:endParaRPr b="1" sz="1704">
              <a:latin typeface="Instrument Sans"/>
              <a:ea typeface="Instrument Sans"/>
              <a:cs typeface="Instrument Sans"/>
              <a:sym typeface="Instrument Sans"/>
            </a:endParaRPr>
          </a:p>
        </p:txBody>
      </p:sp>
      <p:sp>
        <p:nvSpPr>
          <p:cNvPr id="198" name="Google Shape;198;p31"/>
          <p:cNvSpPr/>
          <p:nvPr/>
        </p:nvSpPr>
        <p:spPr>
          <a:xfrm>
            <a:off x="1922412" y="7031707"/>
            <a:ext cx="799500" cy="799800"/>
          </a:xfrm>
          <a:prstGeom prst="rect">
            <a:avLst/>
          </a:prstGeom>
          <a:solidFill>
            <a:schemeClr val="lt1"/>
          </a:solidFill>
          <a:ln cap="flat" cmpd="sng" w="11600">
            <a:solidFill>
              <a:schemeClr val="lt1"/>
            </a:solidFill>
            <a:prstDash val="solid"/>
            <a:round/>
            <a:headEnd len="sm" w="sm" type="none"/>
            <a:tailEnd len="sm" w="sm" type="none"/>
          </a:ln>
        </p:spPr>
        <p:txBody>
          <a:bodyPr anchorCtr="0" anchor="ctr" bIns="111325" lIns="111325" spcFirstLastPara="1" rIns="111325" wrap="square" tIns="111325">
            <a:noAutofit/>
          </a:bodyPr>
          <a:lstStyle/>
          <a:p>
            <a:pPr indent="0" lvl="0" marL="0" rtl="0" algn="ctr">
              <a:spcBef>
                <a:spcPts val="0"/>
              </a:spcBef>
              <a:spcAft>
                <a:spcPts val="0"/>
              </a:spcAft>
              <a:buNone/>
            </a:pPr>
            <a:r>
              <a:t/>
            </a:r>
            <a:endParaRPr sz="1704">
              <a:latin typeface="Calibri"/>
              <a:ea typeface="Calibri"/>
              <a:cs typeface="Calibri"/>
              <a:sym typeface="Calibri"/>
            </a:endParaRPr>
          </a:p>
        </p:txBody>
      </p:sp>
      <p:sp>
        <p:nvSpPr>
          <p:cNvPr id="199" name="Google Shape;199;p31"/>
          <p:cNvSpPr txBox="1"/>
          <p:nvPr/>
        </p:nvSpPr>
        <p:spPr>
          <a:xfrm>
            <a:off x="1922412" y="7136701"/>
            <a:ext cx="799500" cy="674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383">
                <a:solidFill>
                  <a:srgbClr val="EC683E"/>
                </a:solidFill>
                <a:latin typeface="Sora"/>
                <a:ea typeface="Sora"/>
                <a:cs typeface="Sora"/>
                <a:sym typeface="Sora"/>
              </a:rPr>
              <a:t>4</a:t>
            </a:r>
            <a:endParaRPr b="1" sz="1704">
              <a:solidFill>
                <a:srgbClr val="EC683E"/>
              </a:solidFill>
              <a:latin typeface="Sora"/>
              <a:ea typeface="Sora"/>
              <a:cs typeface="Sora"/>
              <a:sym typeface="Sora"/>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p:nvPr/>
        </p:nvSpPr>
        <p:spPr>
          <a:xfrm>
            <a:off x="3859430" y="8022194"/>
            <a:ext cx="867728" cy="867727"/>
          </a:xfrm>
          <a:custGeom>
            <a:rect b="b" l="l" r="r" t="t"/>
            <a:pathLst>
              <a:path extrusionOk="0" h="1156970" w="1156970">
                <a:moveTo>
                  <a:pt x="951103" y="205232"/>
                </a:moveTo>
                <a:cubicBezTo>
                  <a:pt x="1156970" y="411099"/>
                  <a:pt x="1156970" y="744474"/>
                  <a:pt x="951103" y="951103"/>
                </a:cubicBezTo>
                <a:cubicBezTo>
                  <a:pt x="744474" y="1156970"/>
                  <a:pt x="411099" y="1156970"/>
                  <a:pt x="205232" y="951103"/>
                </a:cubicBezTo>
                <a:cubicBezTo>
                  <a:pt x="0" y="744474"/>
                  <a:pt x="0" y="411099"/>
                  <a:pt x="205232" y="205232"/>
                </a:cubicBezTo>
                <a:cubicBezTo>
                  <a:pt x="411099" y="0"/>
                  <a:pt x="744474" y="0"/>
                  <a:pt x="951103" y="205232"/>
                </a:cubicBezTo>
                <a:close/>
              </a:path>
            </a:pathLst>
          </a:custGeom>
          <a:solidFill>
            <a:srgbClr val="393D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p:nvPr/>
        </p:nvSpPr>
        <p:spPr>
          <a:xfrm>
            <a:off x="3967920" y="8130780"/>
            <a:ext cx="649605" cy="649605"/>
          </a:xfrm>
          <a:custGeom>
            <a:rect b="b" l="l" r="r" t="t"/>
            <a:pathLst>
              <a:path extrusionOk="0" h="866140" w="866140">
                <a:moveTo>
                  <a:pt x="433451" y="866140"/>
                </a:moveTo>
                <a:cubicBezTo>
                  <a:pt x="193675" y="866140"/>
                  <a:pt x="0" y="672465"/>
                  <a:pt x="0" y="433451"/>
                </a:cubicBezTo>
                <a:cubicBezTo>
                  <a:pt x="0" y="193675"/>
                  <a:pt x="193675" y="0"/>
                  <a:pt x="433451" y="0"/>
                </a:cubicBezTo>
                <a:cubicBezTo>
                  <a:pt x="672465" y="0"/>
                  <a:pt x="866140" y="193675"/>
                  <a:pt x="866140" y="433451"/>
                </a:cubicBezTo>
                <a:cubicBezTo>
                  <a:pt x="866140" y="672465"/>
                  <a:pt x="672465" y="866140"/>
                  <a:pt x="433451" y="8661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2"/>
          <p:cNvSpPr/>
          <p:nvPr/>
        </p:nvSpPr>
        <p:spPr>
          <a:xfrm>
            <a:off x="4278420" y="7705800"/>
            <a:ext cx="29146" cy="355282"/>
          </a:xfrm>
          <a:custGeom>
            <a:rect b="b" l="l" r="r" t="t"/>
            <a:pathLst>
              <a:path extrusionOk="0" h="473710" w="38862">
                <a:moveTo>
                  <a:pt x="0" y="0"/>
                </a:moveTo>
                <a:lnTo>
                  <a:pt x="38862" y="0"/>
                </a:lnTo>
                <a:lnTo>
                  <a:pt x="38862" y="473710"/>
                </a:lnTo>
                <a:lnTo>
                  <a:pt x="0" y="473710"/>
                </a:lnTo>
                <a:lnTo>
                  <a:pt x="0" y="0"/>
                </a:lnTo>
                <a:close/>
              </a:path>
            </a:pathLst>
          </a:custGeom>
          <a:solidFill>
            <a:srgbClr val="393D99"/>
          </a:solidFill>
          <a:ln>
            <a:noFill/>
          </a:ln>
        </p:spPr>
      </p:sp>
      <p:sp>
        <p:nvSpPr>
          <p:cNvPr id="207" name="Google Shape;207;p32"/>
          <p:cNvSpPr/>
          <p:nvPr/>
        </p:nvSpPr>
        <p:spPr>
          <a:xfrm>
            <a:off x="4188780" y="8338140"/>
            <a:ext cx="208979" cy="206312"/>
          </a:xfrm>
          <a:custGeom>
            <a:rect b="b" l="l" r="r" t="t"/>
            <a:pathLst>
              <a:path extrusionOk="0" h="275082" w="278638">
                <a:moveTo>
                  <a:pt x="278638" y="275082"/>
                </a:moveTo>
                <a:lnTo>
                  <a:pt x="229743" y="275082"/>
                </a:lnTo>
                <a:cubicBezTo>
                  <a:pt x="224663" y="275082"/>
                  <a:pt x="219710" y="273685"/>
                  <a:pt x="216027" y="270764"/>
                </a:cubicBezTo>
                <a:cubicBezTo>
                  <a:pt x="212471" y="268605"/>
                  <a:pt x="209550" y="265049"/>
                  <a:pt x="207391" y="260731"/>
                </a:cubicBezTo>
                <a:lnTo>
                  <a:pt x="191516" y="213233"/>
                </a:lnTo>
                <a:lnTo>
                  <a:pt x="87122" y="213233"/>
                </a:lnTo>
                <a:lnTo>
                  <a:pt x="70612" y="260731"/>
                </a:lnTo>
                <a:cubicBezTo>
                  <a:pt x="68453" y="265049"/>
                  <a:pt x="66294" y="267970"/>
                  <a:pt x="62738" y="270764"/>
                </a:cubicBezTo>
                <a:cubicBezTo>
                  <a:pt x="59182" y="273558"/>
                  <a:pt x="54102" y="275082"/>
                  <a:pt x="49784" y="275082"/>
                </a:cubicBezTo>
                <a:lnTo>
                  <a:pt x="0" y="275082"/>
                </a:lnTo>
                <a:lnTo>
                  <a:pt x="106553" y="0"/>
                </a:lnTo>
                <a:lnTo>
                  <a:pt x="172085" y="0"/>
                </a:lnTo>
                <a:lnTo>
                  <a:pt x="278638" y="275082"/>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2"/>
          <p:cNvSpPr/>
          <p:nvPr/>
        </p:nvSpPr>
        <p:spPr>
          <a:xfrm>
            <a:off x="6285110" y="8022194"/>
            <a:ext cx="867727" cy="867727"/>
          </a:xfrm>
          <a:custGeom>
            <a:rect b="b" l="l" r="r" t="t"/>
            <a:pathLst>
              <a:path extrusionOk="0" h="1156970" w="1156970">
                <a:moveTo>
                  <a:pt x="951103" y="205232"/>
                </a:moveTo>
                <a:cubicBezTo>
                  <a:pt x="1156970" y="411099"/>
                  <a:pt x="1156970" y="744474"/>
                  <a:pt x="951103" y="951103"/>
                </a:cubicBezTo>
                <a:cubicBezTo>
                  <a:pt x="744474" y="1156970"/>
                  <a:pt x="411099" y="1156970"/>
                  <a:pt x="205232" y="951103"/>
                </a:cubicBezTo>
                <a:cubicBezTo>
                  <a:pt x="0" y="744474"/>
                  <a:pt x="0" y="411099"/>
                  <a:pt x="205232" y="205232"/>
                </a:cubicBezTo>
                <a:cubicBezTo>
                  <a:pt x="411099" y="0"/>
                  <a:pt x="744474" y="0"/>
                  <a:pt x="951103" y="205232"/>
                </a:cubicBezTo>
                <a:close/>
              </a:path>
            </a:pathLst>
          </a:custGeom>
          <a:solidFill>
            <a:srgbClr val="525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2"/>
          <p:cNvSpPr/>
          <p:nvPr/>
        </p:nvSpPr>
        <p:spPr>
          <a:xfrm>
            <a:off x="6393600" y="8130780"/>
            <a:ext cx="649605" cy="649605"/>
          </a:xfrm>
          <a:custGeom>
            <a:rect b="b" l="l" r="r" t="t"/>
            <a:pathLst>
              <a:path extrusionOk="0" h="866140" w="866140">
                <a:moveTo>
                  <a:pt x="433451" y="866140"/>
                </a:moveTo>
                <a:cubicBezTo>
                  <a:pt x="193675" y="866140"/>
                  <a:pt x="0" y="672465"/>
                  <a:pt x="0" y="433451"/>
                </a:cubicBezTo>
                <a:cubicBezTo>
                  <a:pt x="0" y="193675"/>
                  <a:pt x="193675" y="0"/>
                  <a:pt x="433451" y="0"/>
                </a:cubicBezTo>
                <a:cubicBezTo>
                  <a:pt x="672465" y="0"/>
                  <a:pt x="866140" y="193675"/>
                  <a:pt x="866140" y="433451"/>
                </a:cubicBezTo>
                <a:cubicBezTo>
                  <a:pt x="866140" y="672465"/>
                  <a:pt x="672465" y="866140"/>
                  <a:pt x="433451" y="8661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2"/>
          <p:cNvSpPr/>
          <p:nvPr/>
        </p:nvSpPr>
        <p:spPr>
          <a:xfrm>
            <a:off x="6704100" y="7705800"/>
            <a:ext cx="29146" cy="355282"/>
          </a:xfrm>
          <a:custGeom>
            <a:rect b="b" l="l" r="r" t="t"/>
            <a:pathLst>
              <a:path extrusionOk="0" h="473710" w="38862">
                <a:moveTo>
                  <a:pt x="0" y="0"/>
                </a:moveTo>
                <a:lnTo>
                  <a:pt x="38862" y="0"/>
                </a:lnTo>
                <a:lnTo>
                  <a:pt x="38862" y="473710"/>
                </a:lnTo>
                <a:lnTo>
                  <a:pt x="0" y="473710"/>
                </a:lnTo>
                <a:lnTo>
                  <a:pt x="0" y="0"/>
                </a:lnTo>
                <a:close/>
              </a:path>
            </a:pathLst>
          </a:custGeom>
          <a:solidFill>
            <a:srgbClr val="5255BF"/>
          </a:solidFill>
          <a:ln>
            <a:noFill/>
          </a:ln>
        </p:spPr>
      </p:sp>
      <p:sp>
        <p:nvSpPr>
          <p:cNvPr id="211" name="Google Shape;211;p32"/>
          <p:cNvSpPr/>
          <p:nvPr/>
        </p:nvSpPr>
        <p:spPr>
          <a:xfrm>
            <a:off x="6642540" y="8338140"/>
            <a:ext cx="160380" cy="206280"/>
          </a:xfrm>
          <a:custGeom>
            <a:rect b="b" l="l" r="r" t="t"/>
            <a:pathLst>
              <a:path extrusionOk="0" h="206280" w="160380">
                <a:moveTo>
                  <a:pt x="0" y="0"/>
                </a:moveTo>
                <a:lnTo>
                  <a:pt x="160380" y="0"/>
                </a:lnTo>
                <a:lnTo>
                  <a:pt x="160380" y="206280"/>
                </a:lnTo>
                <a:lnTo>
                  <a:pt x="0" y="206280"/>
                </a:lnTo>
                <a:lnTo>
                  <a:pt x="0" y="0"/>
                </a:lnTo>
                <a:close/>
              </a:path>
            </a:pathLst>
          </a:custGeom>
          <a:blipFill rotWithShape="1">
            <a:blip r:embed="rId3">
              <a:alphaModFix/>
            </a:blip>
            <a:stretch>
              <a:fillRect b="0" l="0" r="0" t="0"/>
            </a:stretch>
          </a:blipFill>
          <a:ln>
            <a:noFill/>
          </a:ln>
        </p:spPr>
      </p:sp>
      <p:sp>
        <p:nvSpPr>
          <p:cNvPr id="212" name="Google Shape;212;p32"/>
          <p:cNvSpPr/>
          <p:nvPr/>
        </p:nvSpPr>
        <p:spPr>
          <a:xfrm>
            <a:off x="8710789" y="8022194"/>
            <a:ext cx="867728" cy="867727"/>
          </a:xfrm>
          <a:custGeom>
            <a:rect b="b" l="l" r="r" t="t"/>
            <a:pathLst>
              <a:path extrusionOk="0" h="1156970" w="1156970">
                <a:moveTo>
                  <a:pt x="951103" y="205232"/>
                </a:moveTo>
                <a:cubicBezTo>
                  <a:pt x="1156970" y="411099"/>
                  <a:pt x="1156970" y="744474"/>
                  <a:pt x="951103" y="951103"/>
                </a:cubicBezTo>
                <a:cubicBezTo>
                  <a:pt x="744474" y="1156970"/>
                  <a:pt x="411099" y="1156970"/>
                  <a:pt x="205232" y="951103"/>
                </a:cubicBezTo>
                <a:cubicBezTo>
                  <a:pt x="0" y="744474"/>
                  <a:pt x="0" y="411099"/>
                  <a:pt x="205232" y="205232"/>
                </a:cubicBezTo>
                <a:cubicBezTo>
                  <a:pt x="411099" y="0"/>
                  <a:pt x="744474" y="0"/>
                  <a:pt x="951103" y="205232"/>
                </a:cubicBezTo>
                <a:close/>
              </a:path>
            </a:pathLst>
          </a:custGeom>
          <a:solidFill>
            <a:srgbClr val="527B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2"/>
          <p:cNvSpPr/>
          <p:nvPr/>
        </p:nvSpPr>
        <p:spPr>
          <a:xfrm>
            <a:off x="8819280" y="8130780"/>
            <a:ext cx="649605" cy="649605"/>
          </a:xfrm>
          <a:custGeom>
            <a:rect b="b" l="l" r="r" t="t"/>
            <a:pathLst>
              <a:path extrusionOk="0" h="866140" w="866140">
                <a:moveTo>
                  <a:pt x="433451" y="866140"/>
                </a:moveTo>
                <a:cubicBezTo>
                  <a:pt x="193675" y="866140"/>
                  <a:pt x="0" y="672465"/>
                  <a:pt x="0" y="433451"/>
                </a:cubicBezTo>
                <a:cubicBezTo>
                  <a:pt x="0" y="193675"/>
                  <a:pt x="193675" y="0"/>
                  <a:pt x="433451" y="0"/>
                </a:cubicBezTo>
                <a:cubicBezTo>
                  <a:pt x="672465" y="0"/>
                  <a:pt x="866140" y="193675"/>
                  <a:pt x="866140" y="433451"/>
                </a:cubicBezTo>
                <a:cubicBezTo>
                  <a:pt x="866140" y="672465"/>
                  <a:pt x="672465" y="866140"/>
                  <a:pt x="433451" y="8661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2"/>
          <p:cNvSpPr/>
          <p:nvPr/>
        </p:nvSpPr>
        <p:spPr>
          <a:xfrm>
            <a:off x="9129780" y="7705800"/>
            <a:ext cx="29146" cy="355282"/>
          </a:xfrm>
          <a:custGeom>
            <a:rect b="b" l="l" r="r" t="t"/>
            <a:pathLst>
              <a:path extrusionOk="0" h="473710" w="38862">
                <a:moveTo>
                  <a:pt x="0" y="0"/>
                </a:moveTo>
                <a:lnTo>
                  <a:pt x="38862" y="0"/>
                </a:lnTo>
                <a:lnTo>
                  <a:pt x="38862" y="473710"/>
                </a:lnTo>
                <a:lnTo>
                  <a:pt x="0" y="473710"/>
                </a:lnTo>
                <a:lnTo>
                  <a:pt x="0" y="0"/>
                </a:lnTo>
                <a:close/>
              </a:path>
            </a:pathLst>
          </a:custGeom>
          <a:solidFill>
            <a:srgbClr val="527BBC"/>
          </a:solidFill>
          <a:ln>
            <a:noFill/>
          </a:ln>
        </p:spPr>
      </p:sp>
      <p:sp>
        <p:nvSpPr>
          <p:cNvPr id="215" name="Google Shape;215;p32"/>
          <p:cNvSpPr/>
          <p:nvPr/>
        </p:nvSpPr>
        <p:spPr>
          <a:xfrm>
            <a:off x="9056340" y="8335980"/>
            <a:ext cx="178740" cy="211140"/>
          </a:xfrm>
          <a:custGeom>
            <a:rect b="b" l="l" r="r" t="t"/>
            <a:pathLst>
              <a:path extrusionOk="0" h="211140" w="178740">
                <a:moveTo>
                  <a:pt x="0" y="0"/>
                </a:moveTo>
                <a:lnTo>
                  <a:pt x="178740" y="0"/>
                </a:lnTo>
                <a:lnTo>
                  <a:pt x="178740" y="211140"/>
                </a:lnTo>
                <a:lnTo>
                  <a:pt x="0" y="211140"/>
                </a:lnTo>
                <a:lnTo>
                  <a:pt x="0" y="0"/>
                </a:lnTo>
                <a:close/>
              </a:path>
            </a:pathLst>
          </a:custGeom>
          <a:blipFill rotWithShape="1">
            <a:blip r:embed="rId4">
              <a:alphaModFix/>
            </a:blip>
            <a:stretch>
              <a:fillRect b="0" l="0" r="0" t="0"/>
            </a:stretch>
          </a:blipFill>
          <a:ln>
            <a:noFill/>
          </a:ln>
        </p:spPr>
      </p:sp>
      <p:sp>
        <p:nvSpPr>
          <p:cNvPr id="216" name="Google Shape;216;p32"/>
          <p:cNvSpPr/>
          <p:nvPr/>
        </p:nvSpPr>
        <p:spPr>
          <a:xfrm>
            <a:off x="11136470" y="8022194"/>
            <a:ext cx="867727" cy="867727"/>
          </a:xfrm>
          <a:custGeom>
            <a:rect b="b" l="l" r="r" t="t"/>
            <a:pathLst>
              <a:path extrusionOk="0" h="1156970" w="1156970">
                <a:moveTo>
                  <a:pt x="951103" y="205232"/>
                </a:moveTo>
                <a:cubicBezTo>
                  <a:pt x="1156970" y="411099"/>
                  <a:pt x="1156970" y="744474"/>
                  <a:pt x="951103" y="951103"/>
                </a:cubicBezTo>
                <a:cubicBezTo>
                  <a:pt x="744474" y="1156970"/>
                  <a:pt x="411099" y="1156970"/>
                  <a:pt x="205232" y="951103"/>
                </a:cubicBezTo>
                <a:cubicBezTo>
                  <a:pt x="0" y="744474"/>
                  <a:pt x="0" y="411099"/>
                  <a:pt x="205232" y="205232"/>
                </a:cubicBezTo>
                <a:cubicBezTo>
                  <a:pt x="411099" y="0"/>
                  <a:pt x="744474" y="0"/>
                  <a:pt x="951103" y="205232"/>
                </a:cubicBezTo>
                <a:close/>
              </a:path>
            </a:pathLst>
          </a:custGeom>
          <a:solidFill>
            <a:srgbClr val="49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2"/>
          <p:cNvSpPr/>
          <p:nvPr/>
        </p:nvSpPr>
        <p:spPr>
          <a:xfrm>
            <a:off x="11244960" y="8130780"/>
            <a:ext cx="649605" cy="649605"/>
          </a:xfrm>
          <a:custGeom>
            <a:rect b="b" l="l" r="r" t="t"/>
            <a:pathLst>
              <a:path extrusionOk="0" h="866140" w="866140">
                <a:moveTo>
                  <a:pt x="433451" y="866140"/>
                </a:moveTo>
                <a:cubicBezTo>
                  <a:pt x="193675" y="866140"/>
                  <a:pt x="0" y="672465"/>
                  <a:pt x="0" y="433451"/>
                </a:cubicBezTo>
                <a:cubicBezTo>
                  <a:pt x="0" y="193675"/>
                  <a:pt x="193675" y="0"/>
                  <a:pt x="433451" y="0"/>
                </a:cubicBezTo>
                <a:cubicBezTo>
                  <a:pt x="672465" y="0"/>
                  <a:pt x="866140" y="193675"/>
                  <a:pt x="866140" y="433451"/>
                </a:cubicBezTo>
                <a:cubicBezTo>
                  <a:pt x="866140" y="672465"/>
                  <a:pt x="672465" y="866140"/>
                  <a:pt x="433451" y="8661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2"/>
          <p:cNvSpPr/>
          <p:nvPr/>
        </p:nvSpPr>
        <p:spPr>
          <a:xfrm>
            <a:off x="11555460" y="7705800"/>
            <a:ext cx="29146" cy="355282"/>
          </a:xfrm>
          <a:custGeom>
            <a:rect b="b" l="l" r="r" t="t"/>
            <a:pathLst>
              <a:path extrusionOk="0" h="473710" w="38862">
                <a:moveTo>
                  <a:pt x="0" y="0"/>
                </a:moveTo>
                <a:lnTo>
                  <a:pt x="38862" y="0"/>
                </a:lnTo>
                <a:lnTo>
                  <a:pt x="38862" y="473710"/>
                </a:lnTo>
                <a:lnTo>
                  <a:pt x="0" y="473710"/>
                </a:lnTo>
                <a:lnTo>
                  <a:pt x="0" y="0"/>
                </a:lnTo>
                <a:close/>
              </a:path>
            </a:pathLst>
          </a:custGeom>
          <a:solidFill>
            <a:srgbClr val="49B2D9"/>
          </a:solidFill>
          <a:ln>
            <a:noFill/>
          </a:ln>
        </p:spPr>
      </p:sp>
      <p:sp>
        <p:nvSpPr>
          <p:cNvPr id="219" name="Google Shape;219;p32"/>
          <p:cNvSpPr/>
          <p:nvPr/>
        </p:nvSpPr>
        <p:spPr>
          <a:xfrm>
            <a:off x="11482020" y="8338140"/>
            <a:ext cx="187357" cy="206312"/>
          </a:xfrm>
          <a:custGeom>
            <a:rect b="b" l="l" r="r" t="t"/>
            <a:pathLst>
              <a:path extrusionOk="0" h="275082" w="249809">
                <a:moveTo>
                  <a:pt x="249809" y="136779"/>
                </a:moveTo>
                <a:cubicBezTo>
                  <a:pt x="249809" y="156210"/>
                  <a:pt x="246253" y="174879"/>
                  <a:pt x="239014" y="192278"/>
                </a:cubicBezTo>
                <a:cubicBezTo>
                  <a:pt x="232537" y="208788"/>
                  <a:pt x="223139" y="223266"/>
                  <a:pt x="210185" y="235458"/>
                </a:cubicBezTo>
                <a:cubicBezTo>
                  <a:pt x="197231" y="248412"/>
                  <a:pt x="182118" y="257810"/>
                  <a:pt x="165608" y="264287"/>
                </a:cubicBezTo>
                <a:cubicBezTo>
                  <a:pt x="146939" y="271526"/>
                  <a:pt x="126746" y="275082"/>
                  <a:pt x="106553" y="275082"/>
                </a:cubicBezTo>
                <a:lnTo>
                  <a:pt x="0" y="275082"/>
                </a:lnTo>
                <a:lnTo>
                  <a:pt x="0" y="0"/>
                </a:lnTo>
                <a:lnTo>
                  <a:pt x="106553" y="0"/>
                </a:lnTo>
                <a:cubicBezTo>
                  <a:pt x="126746" y="0"/>
                  <a:pt x="146812" y="2921"/>
                  <a:pt x="165608" y="10033"/>
                </a:cubicBezTo>
                <a:cubicBezTo>
                  <a:pt x="182118" y="16510"/>
                  <a:pt x="197231" y="25908"/>
                  <a:pt x="210185" y="38862"/>
                </a:cubicBezTo>
                <a:cubicBezTo>
                  <a:pt x="223139" y="51054"/>
                  <a:pt x="232537" y="65532"/>
                  <a:pt x="239014" y="82042"/>
                </a:cubicBezTo>
                <a:cubicBezTo>
                  <a:pt x="246253" y="99314"/>
                  <a:pt x="249809" y="117983"/>
                  <a:pt x="249809" y="13677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2"/>
          <p:cNvSpPr/>
          <p:nvPr/>
        </p:nvSpPr>
        <p:spPr>
          <a:xfrm>
            <a:off x="13562150" y="8022194"/>
            <a:ext cx="867727" cy="867727"/>
          </a:xfrm>
          <a:custGeom>
            <a:rect b="b" l="l" r="r" t="t"/>
            <a:pathLst>
              <a:path extrusionOk="0" h="1156970" w="1156970">
                <a:moveTo>
                  <a:pt x="951103" y="205232"/>
                </a:moveTo>
                <a:cubicBezTo>
                  <a:pt x="1156970" y="411099"/>
                  <a:pt x="1156970" y="744474"/>
                  <a:pt x="951103" y="951103"/>
                </a:cubicBezTo>
                <a:cubicBezTo>
                  <a:pt x="744474" y="1156970"/>
                  <a:pt x="411099" y="1156970"/>
                  <a:pt x="205232" y="951103"/>
                </a:cubicBezTo>
                <a:cubicBezTo>
                  <a:pt x="0" y="744474"/>
                  <a:pt x="0" y="411099"/>
                  <a:pt x="205232" y="205232"/>
                </a:cubicBezTo>
                <a:cubicBezTo>
                  <a:pt x="411099" y="0"/>
                  <a:pt x="744474" y="0"/>
                  <a:pt x="951103" y="205232"/>
                </a:cubicBezTo>
                <a:close/>
              </a:path>
            </a:pathLst>
          </a:custGeom>
          <a:solidFill>
            <a:srgbClr val="7CC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2"/>
          <p:cNvSpPr/>
          <p:nvPr/>
        </p:nvSpPr>
        <p:spPr>
          <a:xfrm>
            <a:off x="13670640" y="8130780"/>
            <a:ext cx="649605" cy="649605"/>
          </a:xfrm>
          <a:custGeom>
            <a:rect b="b" l="l" r="r" t="t"/>
            <a:pathLst>
              <a:path extrusionOk="0" h="866140" w="866140">
                <a:moveTo>
                  <a:pt x="433451" y="866140"/>
                </a:moveTo>
                <a:cubicBezTo>
                  <a:pt x="193675" y="866140"/>
                  <a:pt x="0" y="672465"/>
                  <a:pt x="0" y="433451"/>
                </a:cubicBezTo>
                <a:cubicBezTo>
                  <a:pt x="0" y="193675"/>
                  <a:pt x="193675" y="0"/>
                  <a:pt x="433451" y="0"/>
                </a:cubicBezTo>
                <a:cubicBezTo>
                  <a:pt x="672465" y="0"/>
                  <a:pt x="866140" y="193675"/>
                  <a:pt x="866140" y="433451"/>
                </a:cubicBezTo>
                <a:cubicBezTo>
                  <a:pt x="866140" y="672465"/>
                  <a:pt x="672465" y="866140"/>
                  <a:pt x="433451" y="86614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2"/>
          <p:cNvSpPr/>
          <p:nvPr/>
        </p:nvSpPr>
        <p:spPr>
          <a:xfrm>
            <a:off x="13981140" y="7705800"/>
            <a:ext cx="29146" cy="355282"/>
          </a:xfrm>
          <a:custGeom>
            <a:rect b="b" l="l" r="r" t="t"/>
            <a:pathLst>
              <a:path extrusionOk="0" h="473710" w="38862">
                <a:moveTo>
                  <a:pt x="0" y="0"/>
                </a:moveTo>
                <a:lnTo>
                  <a:pt x="38862" y="0"/>
                </a:lnTo>
                <a:lnTo>
                  <a:pt x="38862" y="473710"/>
                </a:lnTo>
                <a:lnTo>
                  <a:pt x="0" y="473710"/>
                </a:lnTo>
                <a:lnTo>
                  <a:pt x="0" y="0"/>
                </a:lnTo>
                <a:close/>
              </a:path>
            </a:pathLst>
          </a:custGeom>
          <a:solidFill>
            <a:srgbClr val="7CC8E3"/>
          </a:solidFill>
          <a:ln>
            <a:noFill/>
          </a:ln>
        </p:spPr>
      </p:sp>
      <p:sp>
        <p:nvSpPr>
          <p:cNvPr id="223" name="Google Shape;223;p32"/>
          <p:cNvSpPr/>
          <p:nvPr/>
        </p:nvSpPr>
        <p:spPr>
          <a:xfrm>
            <a:off x="13932540" y="8337600"/>
            <a:ext cx="133350" cy="206312"/>
          </a:xfrm>
          <a:custGeom>
            <a:rect b="b" l="l" r="r" t="t"/>
            <a:pathLst>
              <a:path extrusionOk="0" h="275082" w="177800">
                <a:moveTo>
                  <a:pt x="177800" y="0"/>
                </a:moveTo>
                <a:lnTo>
                  <a:pt x="177800" y="49022"/>
                </a:lnTo>
                <a:lnTo>
                  <a:pt x="64135" y="49022"/>
                </a:lnTo>
                <a:lnTo>
                  <a:pt x="64135" y="113030"/>
                </a:lnTo>
                <a:lnTo>
                  <a:pt x="151257" y="113030"/>
                </a:lnTo>
                <a:lnTo>
                  <a:pt x="151257" y="160528"/>
                </a:lnTo>
                <a:lnTo>
                  <a:pt x="64135" y="160528"/>
                </a:lnTo>
                <a:lnTo>
                  <a:pt x="64135" y="226060"/>
                </a:lnTo>
                <a:lnTo>
                  <a:pt x="177800" y="226060"/>
                </a:lnTo>
                <a:lnTo>
                  <a:pt x="177800" y="275082"/>
                </a:lnTo>
                <a:lnTo>
                  <a:pt x="0" y="275082"/>
                </a:lnTo>
                <a:lnTo>
                  <a:pt x="0" y="0"/>
                </a:lnTo>
                <a:lnTo>
                  <a:pt x="177800" y="0"/>
                </a:lnTo>
                <a:close/>
              </a:path>
            </a:pathLst>
          </a:custGeom>
          <a:solidFill>
            <a:srgbClr val="FFFFFF"/>
          </a:solidFill>
          <a:ln>
            <a:noFill/>
          </a:ln>
        </p:spPr>
      </p:sp>
      <p:sp>
        <p:nvSpPr>
          <p:cNvPr id="224" name="Google Shape;224;p32"/>
          <p:cNvSpPr/>
          <p:nvPr/>
        </p:nvSpPr>
        <p:spPr>
          <a:xfrm>
            <a:off x="3912300" y="5551740"/>
            <a:ext cx="761400" cy="794880"/>
          </a:xfrm>
          <a:custGeom>
            <a:rect b="b" l="l" r="r" t="t"/>
            <a:pathLst>
              <a:path extrusionOk="0" h="794880" w="761400">
                <a:moveTo>
                  <a:pt x="0" y="0"/>
                </a:moveTo>
                <a:lnTo>
                  <a:pt x="761400" y="0"/>
                </a:lnTo>
                <a:lnTo>
                  <a:pt x="761400" y="794880"/>
                </a:lnTo>
                <a:lnTo>
                  <a:pt x="0" y="794880"/>
                </a:lnTo>
                <a:lnTo>
                  <a:pt x="0" y="0"/>
                </a:lnTo>
                <a:close/>
              </a:path>
            </a:pathLst>
          </a:custGeom>
          <a:blipFill rotWithShape="1">
            <a:blip r:embed="rId5">
              <a:alphaModFix/>
            </a:blip>
            <a:stretch>
              <a:fillRect b="0" l="0" r="0" t="0"/>
            </a:stretch>
          </a:blipFill>
          <a:ln>
            <a:noFill/>
          </a:ln>
        </p:spPr>
      </p:sp>
      <p:sp>
        <p:nvSpPr>
          <p:cNvPr id="225" name="Google Shape;225;p32"/>
          <p:cNvSpPr/>
          <p:nvPr/>
        </p:nvSpPr>
        <p:spPr>
          <a:xfrm>
            <a:off x="6273720" y="5530680"/>
            <a:ext cx="888840" cy="838080"/>
          </a:xfrm>
          <a:custGeom>
            <a:rect b="b" l="l" r="r" t="t"/>
            <a:pathLst>
              <a:path extrusionOk="0" h="838080" w="888840">
                <a:moveTo>
                  <a:pt x="0" y="0"/>
                </a:moveTo>
                <a:lnTo>
                  <a:pt x="888840" y="0"/>
                </a:lnTo>
                <a:lnTo>
                  <a:pt x="888840" y="838080"/>
                </a:lnTo>
                <a:lnTo>
                  <a:pt x="0" y="838080"/>
                </a:lnTo>
                <a:lnTo>
                  <a:pt x="0" y="0"/>
                </a:lnTo>
                <a:close/>
              </a:path>
            </a:pathLst>
          </a:custGeom>
          <a:blipFill rotWithShape="1">
            <a:blip r:embed="rId6">
              <a:alphaModFix/>
            </a:blip>
            <a:stretch>
              <a:fillRect b="0" l="0" r="0" t="0"/>
            </a:stretch>
          </a:blipFill>
          <a:ln>
            <a:noFill/>
          </a:ln>
        </p:spPr>
      </p:sp>
      <p:sp>
        <p:nvSpPr>
          <p:cNvPr id="226" name="Google Shape;226;p32"/>
          <p:cNvSpPr/>
          <p:nvPr/>
        </p:nvSpPr>
        <p:spPr>
          <a:xfrm>
            <a:off x="8675100" y="5634360"/>
            <a:ext cx="937980" cy="630720"/>
          </a:xfrm>
          <a:custGeom>
            <a:rect b="b" l="l" r="r" t="t"/>
            <a:pathLst>
              <a:path extrusionOk="0" h="630720" w="937980">
                <a:moveTo>
                  <a:pt x="0" y="0"/>
                </a:moveTo>
                <a:lnTo>
                  <a:pt x="937980" y="0"/>
                </a:lnTo>
                <a:lnTo>
                  <a:pt x="937980" y="630720"/>
                </a:lnTo>
                <a:lnTo>
                  <a:pt x="0" y="630720"/>
                </a:lnTo>
                <a:lnTo>
                  <a:pt x="0" y="0"/>
                </a:lnTo>
                <a:close/>
              </a:path>
            </a:pathLst>
          </a:custGeom>
          <a:blipFill rotWithShape="1">
            <a:blip r:embed="rId7">
              <a:alphaModFix/>
            </a:blip>
            <a:stretch>
              <a:fillRect b="0" l="0" r="0" t="0"/>
            </a:stretch>
          </a:blipFill>
          <a:ln>
            <a:noFill/>
          </a:ln>
        </p:spPr>
      </p:sp>
      <p:sp>
        <p:nvSpPr>
          <p:cNvPr id="227" name="Google Shape;227;p32"/>
          <p:cNvSpPr/>
          <p:nvPr/>
        </p:nvSpPr>
        <p:spPr>
          <a:xfrm>
            <a:off x="11167740" y="5675400"/>
            <a:ext cx="804600" cy="548100"/>
          </a:xfrm>
          <a:custGeom>
            <a:rect b="b" l="l" r="r" t="t"/>
            <a:pathLst>
              <a:path extrusionOk="0" h="548100" w="804600">
                <a:moveTo>
                  <a:pt x="0" y="0"/>
                </a:moveTo>
                <a:lnTo>
                  <a:pt x="804600" y="0"/>
                </a:lnTo>
                <a:lnTo>
                  <a:pt x="804600" y="548100"/>
                </a:lnTo>
                <a:lnTo>
                  <a:pt x="0" y="548100"/>
                </a:lnTo>
                <a:lnTo>
                  <a:pt x="0" y="0"/>
                </a:lnTo>
                <a:close/>
              </a:path>
            </a:pathLst>
          </a:custGeom>
          <a:blipFill rotWithShape="1">
            <a:blip r:embed="rId8">
              <a:alphaModFix/>
            </a:blip>
            <a:stretch>
              <a:fillRect b="0" l="0" r="0" t="0"/>
            </a:stretch>
          </a:blipFill>
          <a:ln>
            <a:noFill/>
          </a:ln>
        </p:spPr>
      </p:sp>
      <p:sp>
        <p:nvSpPr>
          <p:cNvPr id="228" name="Google Shape;228;p32"/>
          <p:cNvSpPr/>
          <p:nvPr/>
        </p:nvSpPr>
        <p:spPr>
          <a:xfrm>
            <a:off x="13539960" y="5493420"/>
            <a:ext cx="911542" cy="911543"/>
          </a:xfrm>
          <a:custGeom>
            <a:rect b="b" l="l" r="r" t="t"/>
            <a:pathLst>
              <a:path extrusionOk="0" h="1215390" w="1215390">
                <a:moveTo>
                  <a:pt x="0" y="0"/>
                </a:moveTo>
                <a:lnTo>
                  <a:pt x="1215390" y="0"/>
                </a:lnTo>
                <a:lnTo>
                  <a:pt x="1215390" y="1215390"/>
                </a:lnTo>
                <a:lnTo>
                  <a:pt x="0" y="1215390"/>
                </a:lnTo>
                <a:lnTo>
                  <a:pt x="0" y="0"/>
                </a:lnTo>
                <a:close/>
              </a:path>
            </a:pathLst>
          </a:custGeom>
          <a:blipFill rotWithShape="1">
            <a:blip r:embed="rId9">
              <a:alphaModFix/>
            </a:blip>
            <a:stretch>
              <a:fillRect b="1" l="0" r="1" t="0"/>
            </a:stretch>
          </a:blipFill>
          <a:ln>
            <a:noFill/>
          </a:ln>
        </p:spPr>
      </p:sp>
      <p:sp>
        <p:nvSpPr>
          <p:cNvPr id="229" name="Google Shape;229;p32"/>
          <p:cNvSpPr txBox="1"/>
          <p:nvPr/>
        </p:nvSpPr>
        <p:spPr>
          <a:xfrm>
            <a:off x="2438460" y="1452825"/>
            <a:ext cx="13410600" cy="923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6000" u="none" cap="none" strike="noStrike">
                <a:solidFill>
                  <a:srgbClr val="2C3746"/>
                </a:solidFill>
                <a:latin typeface="Sora SemiBold"/>
                <a:ea typeface="Sora SemiBold"/>
                <a:cs typeface="Sora SemiBold"/>
                <a:sym typeface="Sora SemiBold"/>
              </a:rPr>
              <a:t>Creative</a:t>
            </a:r>
            <a:r>
              <a:rPr i="0" lang="en-US" sz="6000" u="none" cap="none" strike="noStrike">
                <a:solidFill>
                  <a:srgbClr val="100F28"/>
                </a:solidFill>
                <a:latin typeface="Sora SemiBold"/>
                <a:ea typeface="Sora SemiBold"/>
                <a:cs typeface="Sora SemiBold"/>
                <a:sym typeface="Sora SemiBold"/>
              </a:rPr>
              <a:t> </a:t>
            </a:r>
            <a:r>
              <a:rPr i="0" lang="en-US" sz="6000" u="none" cap="none" strike="noStrike">
                <a:solidFill>
                  <a:srgbClr val="217BEE"/>
                </a:solidFill>
                <a:latin typeface="Sora SemiBold"/>
                <a:ea typeface="Sora SemiBold"/>
                <a:cs typeface="Sora SemiBold"/>
                <a:sym typeface="Sora SemiBold"/>
              </a:rPr>
              <a:t>Process</a:t>
            </a:r>
            <a:r>
              <a:rPr i="0" lang="en-US" sz="6000" u="none" cap="none" strike="noStrike">
                <a:solidFill>
                  <a:srgbClr val="100F28"/>
                </a:solidFill>
                <a:latin typeface="Sora SemiBold"/>
                <a:ea typeface="Sora SemiBold"/>
                <a:cs typeface="Sora SemiBold"/>
                <a:sym typeface="Sora SemiBold"/>
              </a:rPr>
              <a:t> For Your Project</a:t>
            </a:r>
            <a:endParaRPr>
              <a:latin typeface="Sora SemiBold"/>
              <a:ea typeface="Sora SemiBold"/>
              <a:cs typeface="Sora SemiBold"/>
              <a:sym typeface="Sora SemiBold"/>
            </a:endParaRPr>
          </a:p>
        </p:txBody>
      </p:sp>
      <p:sp>
        <p:nvSpPr>
          <p:cNvPr id="230" name="Google Shape;230;p32"/>
          <p:cNvSpPr txBox="1"/>
          <p:nvPr/>
        </p:nvSpPr>
        <p:spPr>
          <a:xfrm>
            <a:off x="3810600" y="2663940"/>
            <a:ext cx="10666500" cy="709200"/>
          </a:xfrm>
          <a:prstGeom prst="rect">
            <a:avLst/>
          </a:prstGeom>
          <a:noFill/>
          <a:ln>
            <a:noFill/>
          </a:ln>
        </p:spPr>
        <p:txBody>
          <a:bodyPr anchorCtr="0" anchor="t" bIns="0" lIns="0" spcFirstLastPara="1" rIns="0" wrap="square" tIns="0">
            <a:spAutoFit/>
          </a:bodyPr>
          <a:lstStyle/>
          <a:p>
            <a:pPr indent="0" lvl="0" marL="0" marR="0" rtl="0" algn="ctr">
              <a:lnSpc>
                <a:spcPct val="156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 consectetur adipiscing elit, sed do eiusmod tempor incididunt ut labore et dolore, quis nostrud exercitation ullamco laboris nisi ut aliquip ex ea</a:t>
            </a:r>
            <a:endParaRPr>
              <a:latin typeface="Instrument Sans"/>
              <a:ea typeface="Instrument Sans"/>
              <a:cs typeface="Instrument Sans"/>
              <a:sym typeface="Instrument Sans"/>
            </a:endParaRPr>
          </a:p>
        </p:txBody>
      </p:sp>
      <p:pic>
        <p:nvPicPr>
          <p:cNvPr id="231" name="Google Shape;231;p32" title="N Isotype.png"/>
          <p:cNvPicPr preferRelativeResize="0"/>
          <p:nvPr/>
        </p:nvPicPr>
        <p:blipFill>
          <a:blip r:embed="rId10">
            <a:alphaModFix/>
          </a:blip>
          <a:stretch>
            <a:fillRect/>
          </a:stretch>
        </p:blipFill>
        <p:spPr>
          <a:xfrm>
            <a:off x="17140951" y="357138"/>
            <a:ext cx="656751" cy="816844"/>
          </a:xfrm>
          <a:prstGeom prst="rect">
            <a:avLst/>
          </a:prstGeom>
          <a:noFill/>
          <a:ln>
            <a:noFill/>
          </a:ln>
        </p:spPr>
      </p:pic>
      <p:sp>
        <p:nvSpPr>
          <p:cNvPr id="232" name="Google Shape;232;p32"/>
          <p:cNvSpPr/>
          <p:nvPr/>
        </p:nvSpPr>
        <p:spPr>
          <a:xfrm>
            <a:off x="2757300" y="4601600"/>
            <a:ext cx="3034500" cy="3034500"/>
          </a:xfrm>
          <a:prstGeom prst="rect">
            <a:avLst/>
          </a:prstGeom>
          <a:solidFill>
            <a:srgbClr val="D13B5F">
              <a:alpha val="68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32"/>
          <p:cNvSpPr/>
          <p:nvPr/>
        </p:nvSpPr>
        <p:spPr>
          <a:xfrm>
            <a:off x="5174550" y="4601600"/>
            <a:ext cx="3034500" cy="3034500"/>
          </a:xfrm>
          <a:prstGeom prst="rect">
            <a:avLst/>
          </a:prstGeom>
          <a:solidFill>
            <a:srgbClr val="5255BF">
              <a:alpha val="352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234" name="Google Shape;234;p32"/>
          <p:cNvSpPr/>
          <p:nvPr/>
        </p:nvSpPr>
        <p:spPr>
          <a:xfrm>
            <a:off x="7589575" y="4601600"/>
            <a:ext cx="3034500" cy="3034500"/>
          </a:xfrm>
          <a:prstGeom prst="rect">
            <a:avLst/>
          </a:prstGeom>
          <a:solidFill>
            <a:srgbClr val="527BBC">
              <a:alpha val="352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5" name="Google Shape;235;p32"/>
          <p:cNvSpPr/>
          <p:nvPr/>
        </p:nvSpPr>
        <p:spPr>
          <a:xfrm>
            <a:off x="10076963" y="4601600"/>
            <a:ext cx="2999100" cy="3034500"/>
          </a:xfrm>
          <a:prstGeom prst="rect">
            <a:avLst/>
          </a:prstGeom>
          <a:solidFill>
            <a:srgbClr val="49B2D9">
              <a:alpha val="352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6" name="Google Shape;236;p32"/>
          <p:cNvSpPr/>
          <p:nvPr/>
        </p:nvSpPr>
        <p:spPr>
          <a:xfrm>
            <a:off x="12496375" y="4621400"/>
            <a:ext cx="2999100" cy="3014700"/>
          </a:xfrm>
          <a:prstGeom prst="rect">
            <a:avLst/>
          </a:prstGeom>
          <a:solidFill>
            <a:srgbClr val="7CC8E3">
              <a:alpha val="352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37" name="Google Shape;237;p32" title="np_airplane_888646_FFFFFF.png"/>
          <p:cNvPicPr preferRelativeResize="0"/>
          <p:nvPr/>
        </p:nvPicPr>
        <p:blipFill>
          <a:blip r:embed="rId11">
            <a:alphaModFix/>
          </a:blip>
          <a:stretch>
            <a:fillRect/>
          </a:stretch>
        </p:blipFill>
        <p:spPr>
          <a:xfrm>
            <a:off x="3581775" y="5493425"/>
            <a:ext cx="1126725" cy="1126725"/>
          </a:xfrm>
          <a:prstGeom prst="rect">
            <a:avLst/>
          </a:prstGeom>
          <a:noFill/>
          <a:ln>
            <a:noFill/>
          </a:ln>
        </p:spPr>
      </p:pic>
      <p:pic>
        <p:nvPicPr>
          <p:cNvPr id="238" name="Google Shape;238;p32" title="np_present_4147005_FFFFFF.png"/>
          <p:cNvPicPr preferRelativeResize="0"/>
          <p:nvPr/>
        </p:nvPicPr>
        <p:blipFill>
          <a:blip r:embed="rId12">
            <a:alphaModFix/>
          </a:blip>
          <a:stretch>
            <a:fillRect/>
          </a:stretch>
        </p:blipFill>
        <p:spPr>
          <a:xfrm>
            <a:off x="6163825" y="5634350"/>
            <a:ext cx="937975" cy="937975"/>
          </a:xfrm>
          <a:prstGeom prst="rect">
            <a:avLst/>
          </a:prstGeom>
          <a:noFill/>
          <a:ln>
            <a:noFill/>
          </a:ln>
        </p:spPr>
      </p:pic>
      <p:pic>
        <p:nvPicPr>
          <p:cNvPr id="239" name="Google Shape;239;p32" title="np_diagram_4147028_FFFFFF.png"/>
          <p:cNvPicPr preferRelativeResize="0"/>
          <p:nvPr/>
        </p:nvPicPr>
        <p:blipFill>
          <a:blip r:embed="rId13">
            <a:alphaModFix/>
          </a:blip>
          <a:stretch>
            <a:fillRect/>
          </a:stretch>
        </p:blipFill>
        <p:spPr>
          <a:xfrm>
            <a:off x="8674025" y="5659763"/>
            <a:ext cx="937975" cy="937975"/>
          </a:xfrm>
          <a:prstGeom prst="rect">
            <a:avLst/>
          </a:prstGeom>
          <a:noFill/>
          <a:ln>
            <a:noFill/>
          </a:ln>
        </p:spPr>
      </p:pic>
      <p:pic>
        <p:nvPicPr>
          <p:cNvPr id="240" name="Google Shape;240;p32" title="np_trafic_4147026_FFFFFF.png"/>
          <p:cNvPicPr preferRelativeResize="0"/>
          <p:nvPr/>
        </p:nvPicPr>
        <p:blipFill>
          <a:blip r:embed="rId14">
            <a:alphaModFix/>
          </a:blip>
          <a:stretch>
            <a:fillRect/>
          </a:stretch>
        </p:blipFill>
        <p:spPr>
          <a:xfrm>
            <a:off x="11126361" y="5694886"/>
            <a:ext cx="867725" cy="867725"/>
          </a:xfrm>
          <a:prstGeom prst="rect">
            <a:avLst/>
          </a:prstGeom>
          <a:noFill/>
          <a:ln>
            <a:noFill/>
          </a:ln>
        </p:spPr>
      </p:pic>
      <p:pic>
        <p:nvPicPr>
          <p:cNvPr id="241" name="Google Shape;241;p32" title="np_deal_4147031_FFFFFF.png"/>
          <p:cNvPicPr preferRelativeResize="0"/>
          <p:nvPr/>
        </p:nvPicPr>
        <p:blipFill>
          <a:blip r:embed="rId15">
            <a:alphaModFix/>
          </a:blip>
          <a:stretch>
            <a:fillRect/>
          </a:stretch>
        </p:blipFill>
        <p:spPr>
          <a:xfrm>
            <a:off x="13614475" y="5493425"/>
            <a:ext cx="1251775" cy="1126725"/>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p:nvPr/>
        </p:nvSpPr>
        <p:spPr>
          <a:xfrm>
            <a:off x="-59550" y="8747475"/>
            <a:ext cx="9263100" cy="1480800"/>
          </a:xfrm>
          <a:prstGeom prst="rect">
            <a:avLst/>
          </a:prstGeom>
          <a:gradFill>
            <a:gsLst>
              <a:gs pos="0">
                <a:schemeClr val="lt1"/>
              </a:gs>
              <a:gs pos="100000">
                <a:srgbClr val="385B92"/>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7" name="Google Shape;247;p33"/>
          <p:cNvSpPr/>
          <p:nvPr/>
        </p:nvSpPr>
        <p:spPr>
          <a:xfrm>
            <a:off x="21875" y="7321900"/>
            <a:ext cx="8197800" cy="1457100"/>
          </a:xfrm>
          <a:prstGeom prst="rect">
            <a:avLst/>
          </a:prstGeom>
          <a:gradFill>
            <a:gsLst>
              <a:gs pos="0">
                <a:schemeClr val="lt1"/>
              </a:gs>
              <a:gs pos="50000">
                <a:srgbClr val="217BEE"/>
              </a:gs>
              <a:gs pos="100000">
                <a:srgbClr val="217BEE"/>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p33"/>
          <p:cNvSpPr/>
          <p:nvPr/>
        </p:nvSpPr>
        <p:spPr>
          <a:xfrm>
            <a:off x="-17650" y="5848625"/>
            <a:ext cx="7355400" cy="1480800"/>
          </a:xfrm>
          <a:prstGeom prst="rect">
            <a:avLst/>
          </a:prstGeom>
          <a:gradFill>
            <a:gsLst>
              <a:gs pos="0">
                <a:schemeClr val="lt1"/>
              </a:gs>
              <a:gs pos="50000">
                <a:srgbClr val="5255BF"/>
              </a:gs>
              <a:gs pos="100000">
                <a:srgbClr val="373A95"/>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9" name="Google Shape;249;p33"/>
          <p:cNvSpPr/>
          <p:nvPr/>
        </p:nvSpPr>
        <p:spPr>
          <a:xfrm>
            <a:off x="-17650" y="2939225"/>
            <a:ext cx="5972700" cy="1480800"/>
          </a:xfrm>
          <a:prstGeom prst="rect">
            <a:avLst/>
          </a:prstGeom>
          <a:gradFill>
            <a:gsLst>
              <a:gs pos="0">
                <a:schemeClr val="lt1"/>
              </a:gs>
              <a:gs pos="50000">
                <a:srgbClr val="EC683E"/>
              </a:gs>
              <a:gs pos="100000">
                <a:srgbClr val="EC683E"/>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0" name="Google Shape;250;p33"/>
          <p:cNvSpPr txBox="1"/>
          <p:nvPr/>
        </p:nvSpPr>
        <p:spPr>
          <a:xfrm>
            <a:off x="9717200" y="1602405"/>
            <a:ext cx="5972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SemiBold"/>
                <a:ea typeface="Sora SemiBold"/>
                <a:cs typeface="Sora SemiBold"/>
                <a:sym typeface="Sora SemiBold"/>
              </a:rPr>
              <a:t>Straight Forward </a:t>
            </a:r>
            <a:r>
              <a:rPr i="0" lang="en-US" sz="6000" u="none" cap="none" strike="noStrike">
                <a:solidFill>
                  <a:schemeClr val="dk1"/>
                </a:solidFill>
                <a:latin typeface="Sora SemiBold"/>
                <a:ea typeface="Sora SemiBold"/>
                <a:cs typeface="Sora SemiBold"/>
                <a:sym typeface="Sora SemiBold"/>
              </a:rPr>
              <a:t>Future</a:t>
            </a:r>
            <a:endParaRPr>
              <a:solidFill>
                <a:schemeClr val="dk1"/>
              </a:solidFill>
              <a:latin typeface="Sora SemiBold"/>
              <a:ea typeface="Sora SemiBold"/>
              <a:cs typeface="Sora SemiBold"/>
              <a:sym typeface="Sora SemiBold"/>
            </a:endParaRPr>
          </a:p>
        </p:txBody>
      </p:sp>
      <p:sp>
        <p:nvSpPr>
          <p:cNvPr id="251" name="Google Shape;251;p33"/>
          <p:cNvSpPr/>
          <p:nvPr/>
        </p:nvSpPr>
        <p:spPr>
          <a:xfrm>
            <a:off x="9717190" y="4023340"/>
            <a:ext cx="2207514" cy="76200"/>
          </a:xfrm>
          <a:custGeom>
            <a:rect b="b" l="l" r="r" t="t"/>
            <a:pathLst>
              <a:path extrusionOk="0" h="101600" w="2943352">
                <a:moveTo>
                  <a:pt x="50800" y="0"/>
                </a:moveTo>
                <a:lnTo>
                  <a:pt x="2892552" y="0"/>
                </a:lnTo>
                <a:cubicBezTo>
                  <a:pt x="2920619" y="0"/>
                  <a:pt x="2943352" y="22733"/>
                  <a:pt x="2943352" y="50800"/>
                </a:cubicBezTo>
                <a:cubicBezTo>
                  <a:pt x="2943352" y="78867"/>
                  <a:pt x="2920619" y="101600"/>
                  <a:pt x="2892552" y="101600"/>
                </a:cubicBezTo>
                <a:lnTo>
                  <a:pt x="50800" y="101600"/>
                </a:lnTo>
                <a:cubicBezTo>
                  <a:pt x="22733" y="101600"/>
                  <a:pt x="0" y="78867"/>
                  <a:pt x="0" y="50800"/>
                </a:cubicBezTo>
                <a:cubicBezTo>
                  <a:pt x="0" y="22733"/>
                  <a:pt x="22733" y="0"/>
                  <a:pt x="50800" y="0"/>
                </a:cubicBezTo>
                <a:close/>
              </a:path>
            </a:pathLst>
          </a:custGeom>
          <a:solidFill>
            <a:srgbClr val="EC68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3"/>
          <p:cNvSpPr txBox="1"/>
          <p:nvPr/>
        </p:nvSpPr>
        <p:spPr>
          <a:xfrm>
            <a:off x="9717200" y="5484115"/>
            <a:ext cx="5553600" cy="7110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650" u="none" cap="none" strike="noStrike">
                <a:solidFill>
                  <a:srgbClr val="595959"/>
                </a:solidFill>
                <a:latin typeface="Arial"/>
                <a:ea typeface="Arial"/>
                <a:cs typeface="Arial"/>
                <a:sym typeface="Arial"/>
              </a:rPr>
              <a:t>Lorem ipsum dolor sit amet, consectetuer adipiscing elit. Maecenas porttitor congue massa. Fusce posuere, </a:t>
            </a:r>
            <a:endParaRPr/>
          </a:p>
        </p:txBody>
      </p:sp>
      <p:sp>
        <p:nvSpPr>
          <p:cNvPr id="253" name="Google Shape;253;p33"/>
          <p:cNvSpPr txBox="1"/>
          <p:nvPr/>
        </p:nvSpPr>
        <p:spPr>
          <a:xfrm>
            <a:off x="9717200" y="4488610"/>
            <a:ext cx="51735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EC683E"/>
                </a:solidFill>
                <a:latin typeface="Arimo"/>
                <a:ea typeface="Arimo"/>
                <a:cs typeface="Arimo"/>
                <a:sym typeface="Arimo"/>
              </a:rPr>
              <a:t>$56.748.487</a:t>
            </a:r>
            <a:endParaRPr>
              <a:solidFill>
                <a:srgbClr val="EC683E"/>
              </a:solidFill>
            </a:endParaRPr>
          </a:p>
        </p:txBody>
      </p:sp>
      <p:sp>
        <p:nvSpPr>
          <p:cNvPr id="254" name="Google Shape;254;p33"/>
          <p:cNvSpPr txBox="1"/>
          <p:nvPr/>
        </p:nvSpPr>
        <p:spPr>
          <a:xfrm>
            <a:off x="1681920" y="3356100"/>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Arimo"/>
                <a:ea typeface="Arimo"/>
                <a:cs typeface="Arimo"/>
                <a:sym typeface="Arimo"/>
              </a:rPr>
              <a:t>100%</a:t>
            </a:r>
            <a:endParaRPr/>
          </a:p>
        </p:txBody>
      </p:sp>
      <p:sp>
        <p:nvSpPr>
          <p:cNvPr id="255" name="Google Shape;255;p33"/>
          <p:cNvSpPr txBox="1"/>
          <p:nvPr/>
        </p:nvSpPr>
        <p:spPr>
          <a:xfrm>
            <a:off x="1681920" y="4903200"/>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Arimo"/>
                <a:ea typeface="Arimo"/>
                <a:cs typeface="Arimo"/>
                <a:sym typeface="Arimo"/>
              </a:rPr>
              <a:t>90%</a:t>
            </a:r>
            <a:endParaRPr/>
          </a:p>
        </p:txBody>
      </p:sp>
      <p:sp>
        <p:nvSpPr>
          <p:cNvPr id="256" name="Google Shape;256;p33"/>
          <p:cNvSpPr txBox="1"/>
          <p:nvPr/>
        </p:nvSpPr>
        <p:spPr>
          <a:xfrm>
            <a:off x="1681920" y="6179322"/>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Arimo"/>
                <a:ea typeface="Arimo"/>
                <a:cs typeface="Arimo"/>
                <a:sym typeface="Arimo"/>
              </a:rPr>
              <a:t>80%</a:t>
            </a:r>
            <a:endParaRPr/>
          </a:p>
        </p:txBody>
      </p:sp>
      <p:sp>
        <p:nvSpPr>
          <p:cNvPr id="257" name="Google Shape;257;p33"/>
          <p:cNvSpPr txBox="1"/>
          <p:nvPr/>
        </p:nvSpPr>
        <p:spPr>
          <a:xfrm>
            <a:off x="1781892" y="7680998"/>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Arimo"/>
                <a:ea typeface="Arimo"/>
                <a:cs typeface="Arimo"/>
                <a:sym typeface="Arimo"/>
              </a:rPr>
              <a:t>70%</a:t>
            </a:r>
            <a:endParaRPr/>
          </a:p>
        </p:txBody>
      </p:sp>
      <p:sp>
        <p:nvSpPr>
          <p:cNvPr id="258" name="Google Shape;258;p33"/>
          <p:cNvSpPr txBox="1"/>
          <p:nvPr/>
        </p:nvSpPr>
        <p:spPr>
          <a:xfrm>
            <a:off x="1681920" y="9182680"/>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Arimo"/>
                <a:ea typeface="Arimo"/>
                <a:cs typeface="Arimo"/>
                <a:sym typeface="Arimo"/>
              </a:rPr>
              <a:t>60%</a:t>
            </a:r>
            <a:endParaRPr/>
          </a:p>
        </p:txBody>
      </p:sp>
      <p:pic>
        <p:nvPicPr>
          <p:cNvPr id="259" name="Google Shape;259;p33"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
        <p:nvSpPr>
          <p:cNvPr id="260" name="Google Shape;260;p33"/>
          <p:cNvSpPr/>
          <p:nvPr/>
        </p:nvSpPr>
        <p:spPr>
          <a:xfrm>
            <a:off x="-17650" y="4385150"/>
            <a:ext cx="6561600" cy="1480800"/>
          </a:xfrm>
          <a:prstGeom prst="rect">
            <a:avLst/>
          </a:prstGeom>
          <a:gradFill>
            <a:gsLst>
              <a:gs pos="0">
                <a:schemeClr val="lt1"/>
              </a:gs>
              <a:gs pos="50000">
                <a:srgbClr val="D13B5F"/>
              </a:gs>
              <a:gs pos="100000">
                <a:srgbClr val="D13B5F"/>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1" name="Google Shape;261;p33"/>
          <p:cNvSpPr txBox="1"/>
          <p:nvPr/>
        </p:nvSpPr>
        <p:spPr>
          <a:xfrm>
            <a:off x="1681920" y="4722550"/>
            <a:ext cx="23736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lang="en-US" sz="4800">
                <a:solidFill>
                  <a:srgbClr val="FFFFFF"/>
                </a:solidFill>
                <a:latin typeface="Arimo"/>
                <a:ea typeface="Arimo"/>
                <a:cs typeface="Arimo"/>
                <a:sym typeface="Arimo"/>
              </a:rPr>
              <a:t>90</a:t>
            </a:r>
            <a:r>
              <a:rPr b="1" i="0" lang="en-US" sz="4800" u="none" cap="none" strike="noStrike">
                <a:solidFill>
                  <a:srgbClr val="FFFFFF"/>
                </a:solidFill>
                <a:latin typeface="Arimo"/>
                <a:ea typeface="Arimo"/>
                <a:cs typeface="Arimo"/>
                <a:sym typeface="Arimo"/>
              </a:rPr>
              <a:t>%</a:t>
            </a:r>
            <a:endParaRPr/>
          </a:p>
        </p:txBody>
      </p:sp>
      <p:sp>
        <p:nvSpPr>
          <p:cNvPr id="262" name="Google Shape;262;p33"/>
          <p:cNvSpPr/>
          <p:nvPr/>
        </p:nvSpPr>
        <p:spPr>
          <a:xfrm>
            <a:off x="7548575" y="9096300"/>
            <a:ext cx="1285800" cy="1190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3" name="Google Shape;263;p33"/>
          <p:cNvSpPr/>
          <p:nvPr/>
        </p:nvSpPr>
        <p:spPr>
          <a:xfrm>
            <a:off x="6667500" y="7556775"/>
            <a:ext cx="1285800" cy="1190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4" name="Google Shape;264;p33"/>
          <p:cNvSpPr/>
          <p:nvPr/>
        </p:nvSpPr>
        <p:spPr>
          <a:xfrm>
            <a:off x="5855525" y="6147400"/>
            <a:ext cx="1285800" cy="1190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5" name="Google Shape;265;p33"/>
          <p:cNvSpPr/>
          <p:nvPr/>
        </p:nvSpPr>
        <p:spPr>
          <a:xfrm>
            <a:off x="5073250" y="4657925"/>
            <a:ext cx="1285800" cy="120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6" name="Google Shape;266;p33"/>
          <p:cNvSpPr/>
          <p:nvPr/>
        </p:nvSpPr>
        <p:spPr>
          <a:xfrm>
            <a:off x="4495800" y="3155050"/>
            <a:ext cx="1285800" cy="120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nvSpPr>
        <p:spPr>
          <a:xfrm>
            <a:off x="665640" y="9690480"/>
            <a:ext cx="2604780" cy="25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393D99"/>
                </a:solidFill>
                <a:latin typeface="Arimo"/>
                <a:ea typeface="Arimo"/>
                <a:cs typeface="Arimo"/>
                <a:sym typeface="Arimo"/>
              </a:rPr>
              <a:t>Budgeting Management</a:t>
            </a:r>
            <a:endParaRPr/>
          </a:p>
        </p:txBody>
      </p:sp>
      <p:sp>
        <p:nvSpPr>
          <p:cNvPr id="272" name="Google Shape;272;p34"/>
          <p:cNvSpPr/>
          <p:nvPr/>
        </p:nvSpPr>
        <p:spPr>
          <a:xfrm>
            <a:off x="1870031" y="2369531"/>
            <a:ext cx="1725835" cy="2099501"/>
          </a:xfrm>
          <a:custGeom>
            <a:rect b="b" l="l" r="r" t="t"/>
            <a:pathLst>
              <a:path extrusionOk="0" h="2799334" w="2301113">
                <a:moveTo>
                  <a:pt x="2034032" y="2034032"/>
                </a:moveTo>
                <a:cubicBezTo>
                  <a:pt x="1683385" y="2385441"/>
                  <a:pt x="1114552" y="2385441"/>
                  <a:pt x="763905" y="2034032"/>
                </a:cubicBezTo>
                <a:cubicBezTo>
                  <a:pt x="413258" y="1683385"/>
                  <a:pt x="413258" y="1115314"/>
                  <a:pt x="763905" y="764667"/>
                </a:cubicBezTo>
                <a:cubicBezTo>
                  <a:pt x="1114552" y="413258"/>
                  <a:pt x="1683385" y="413258"/>
                  <a:pt x="2034032" y="764667"/>
                </a:cubicBezTo>
                <a:lnTo>
                  <a:pt x="2301113" y="496824"/>
                </a:lnTo>
                <a:cubicBezTo>
                  <a:pt x="1802892" y="0"/>
                  <a:pt x="995045" y="0"/>
                  <a:pt x="496824" y="496824"/>
                </a:cubicBezTo>
                <a:cubicBezTo>
                  <a:pt x="0" y="995807"/>
                  <a:pt x="0" y="1802892"/>
                  <a:pt x="496824" y="2301875"/>
                </a:cubicBezTo>
                <a:cubicBezTo>
                  <a:pt x="995045" y="2799334"/>
                  <a:pt x="1802892" y="2799334"/>
                  <a:pt x="2301113" y="2301875"/>
                </a:cubicBezTo>
                <a:lnTo>
                  <a:pt x="2034032" y="2034032"/>
                </a:lnTo>
                <a:close/>
              </a:path>
            </a:pathLst>
          </a:custGeom>
          <a:solidFill>
            <a:srgbClr val="525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
          <p:cNvSpPr/>
          <p:nvPr/>
        </p:nvSpPr>
        <p:spPr>
          <a:xfrm>
            <a:off x="1870031" y="4674251"/>
            <a:ext cx="1725835" cy="2099501"/>
          </a:xfrm>
          <a:custGeom>
            <a:rect b="b" l="l" r="r" t="t"/>
            <a:pathLst>
              <a:path extrusionOk="0" h="2799334" w="2301113">
                <a:moveTo>
                  <a:pt x="2034667" y="2034032"/>
                </a:moveTo>
                <a:cubicBezTo>
                  <a:pt x="1683258" y="2385441"/>
                  <a:pt x="1114552" y="2385441"/>
                  <a:pt x="763905" y="2034032"/>
                </a:cubicBezTo>
                <a:cubicBezTo>
                  <a:pt x="412496" y="1683385"/>
                  <a:pt x="412496" y="1115314"/>
                  <a:pt x="763905" y="764667"/>
                </a:cubicBezTo>
                <a:cubicBezTo>
                  <a:pt x="1114552" y="412623"/>
                  <a:pt x="1683385" y="412623"/>
                  <a:pt x="2034667" y="764667"/>
                </a:cubicBezTo>
                <a:lnTo>
                  <a:pt x="2301113" y="496824"/>
                </a:lnTo>
                <a:cubicBezTo>
                  <a:pt x="1803527" y="0"/>
                  <a:pt x="995807" y="0"/>
                  <a:pt x="496824" y="496824"/>
                </a:cubicBezTo>
                <a:cubicBezTo>
                  <a:pt x="0" y="995807"/>
                  <a:pt x="0" y="1802892"/>
                  <a:pt x="496824" y="2301113"/>
                </a:cubicBezTo>
                <a:cubicBezTo>
                  <a:pt x="995807" y="2799334"/>
                  <a:pt x="1803654" y="2799334"/>
                  <a:pt x="2301113" y="2301113"/>
                </a:cubicBezTo>
                <a:lnTo>
                  <a:pt x="2034667" y="2034032"/>
                </a:lnTo>
                <a:close/>
              </a:path>
            </a:pathLst>
          </a:custGeom>
          <a:gradFill>
            <a:gsLst>
              <a:gs pos="0">
                <a:srgbClr val="5255BF"/>
              </a:gs>
              <a:gs pos="100000">
                <a:srgbClr val="EC683E"/>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3395520" y="3521351"/>
            <a:ext cx="1726406" cy="2099501"/>
          </a:xfrm>
          <a:custGeom>
            <a:rect b="b" l="l" r="r" t="t"/>
            <a:pathLst>
              <a:path extrusionOk="0" h="2799334" w="2301875">
                <a:moveTo>
                  <a:pt x="266446" y="2034032"/>
                </a:moveTo>
                <a:cubicBezTo>
                  <a:pt x="617093" y="2385441"/>
                  <a:pt x="1186561" y="2385441"/>
                  <a:pt x="1537208" y="2034032"/>
                </a:cubicBezTo>
                <a:cubicBezTo>
                  <a:pt x="1887855" y="1683385"/>
                  <a:pt x="1887855" y="1115314"/>
                  <a:pt x="1537208" y="764667"/>
                </a:cubicBezTo>
                <a:cubicBezTo>
                  <a:pt x="1186561" y="412623"/>
                  <a:pt x="617093" y="412623"/>
                  <a:pt x="266446" y="764667"/>
                </a:cubicBezTo>
                <a:lnTo>
                  <a:pt x="0" y="496824"/>
                </a:lnTo>
                <a:cubicBezTo>
                  <a:pt x="497459" y="0"/>
                  <a:pt x="1305306" y="0"/>
                  <a:pt x="1803654" y="496824"/>
                </a:cubicBezTo>
                <a:cubicBezTo>
                  <a:pt x="2301113" y="995807"/>
                  <a:pt x="2301875" y="1802892"/>
                  <a:pt x="1803654" y="2301875"/>
                </a:cubicBezTo>
                <a:cubicBezTo>
                  <a:pt x="1305433" y="2799334"/>
                  <a:pt x="497586" y="2799334"/>
                  <a:pt x="0" y="2301875"/>
                </a:cubicBezTo>
                <a:lnTo>
                  <a:pt x="266446" y="2034032"/>
                </a:lnTo>
                <a:close/>
              </a:path>
            </a:pathLst>
          </a:custGeom>
          <a:gradFill>
            <a:gsLst>
              <a:gs pos="0">
                <a:srgbClr val="5255BF"/>
              </a:gs>
              <a:gs pos="100000">
                <a:srgbClr val="D13B5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4"/>
          <p:cNvSpPr/>
          <p:nvPr/>
        </p:nvSpPr>
        <p:spPr>
          <a:xfrm>
            <a:off x="3394980" y="5826611"/>
            <a:ext cx="1726406" cy="2099501"/>
          </a:xfrm>
          <a:custGeom>
            <a:rect b="b" l="l" r="r" t="t"/>
            <a:pathLst>
              <a:path extrusionOk="0" h="2799334" w="2301875">
                <a:moveTo>
                  <a:pt x="266446" y="2034032"/>
                </a:moveTo>
                <a:cubicBezTo>
                  <a:pt x="617093" y="2385441"/>
                  <a:pt x="1186561" y="2385441"/>
                  <a:pt x="1537208" y="2034032"/>
                </a:cubicBezTo>
                <a:cubicBezTo>
                  <a:pt x="1887855" y="1683385"/>
                  <a:pt x="1887855" y="1115314"/>
                  <a:pt x="1537208" y="764667"/>
                </a:cubicBezTo>
                <a:cubicBezTo>
                  <a:pt x="1186561" y="412623"/>
                  <a:pt x="617093" y="412623"/>
                  <a:pt x="266446" y="764667"/>
                </a:cubicBezTo>
                <a:lnTo>
                  <a:pt x="0" y="496824"/>
                </a:lnTo>
                <a:cubicBezTo>
                  <a:pt x="497459" y="0"/>
                  <a:pt x="1305306" y="0"/>
                  <a:pt x="1803654" y="496824"/>
                </a:cubicBezTo>
                <a:cubicBezTo>
                  <a:pt x="2301113" y="995807"/>
                  <a:pt x="2301875" y="1802892"/>
                  <a:pt x="1803654" y="2301875"/>
                </a:cubicBezTo>
                <a:cubicBezTo>
                  <a:pt x="1305433" y="2799334"/>
                  <a:pt x="497586" y="2799334"/>
                  <a:pt x="0" y="2301875"/>
                </a:cubicBezTo>
                <a:lnTo>
                  <a:pt x="266446" y="2034032"/>
                </a:lnTo>
                <a:close/>
              </a:path>
            </a:pathLst>
          </a:custGeom>
          <a:gradFill>
            <a:gsLst>
              <a:gs pos="0">
                <a:srgbClr val="EC683E"/>
              </a:gs>
              <a:gs pos="100000">
                <a:srgbClr val="217BEE"/>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4"/>
          <p:cNvSpPr/>
          <p:nvPr/>
        </p:nvSpPr>
        <p:spPr>
          <a:xfrm>
            <a:off x="1870031" y="6979511"/>
            <a:ext cx="5121878" cy="2006156"/>
          </a:xfrm>
          <a:custGeom>
            <a:rect b="b" l="l" r="r" t="t"/>
            <a:pathLst>
              <a:path extrusionOk="0" h="2674874" w="6829171">
                <a:moveTo>
                  <a:pt x="1398270" y="2297557"/>
                </a:moveTo>
                <a:cubicBezTo>
                  <a:pt x="902208" y="2297557"/>
                  <a:pt x="500380" y="1895094"/>
                  <a:pt x="500380" y="1399032"/>
                </a:cubicBezTo>
                <a:cubicBezTo>
                  <a:pt x="500380" y="902970"/>
                  <a:pt x="902081" y="500507"/>
                  <a:pt x="1398270" y="500507"/>
                </a:cubicBezTo>
                <a:cubicBezTo>
                  <a:pt x="1636649" y="500507"/>
                  <a:pt x="1864868" y="595503"/>
                  <a:pt x="2033270" y="764032"/>
                </a:cubicBezTo>
                <a:lnTo>
                  <a:pt x="2299716" y="496951"/>
                </a:lnTo>
                <a:cubicBezTo>
                  <a:pt x="1802130" y="0"/>
                  <a:pt x="994283" y="0"/>
                  <a:pt x="496824" y="496824"/>
                </a:cubicBezTo>
                <a:cubicBezTo>
                  <a:pt x="0" y="995807"/>
                  <a:pt x="0" y="1802892"/>
                  <a:pt x="496824" y="2301875"/>
                </a:cubicBezTo>
                <a:cubicBezTo>
                  <a:pt x="735838" y="2540254"/>
                  <a:pt x="1060577" y="2674874"/>
                  <a:pt x="1398270" y="2674874"/>
                </a:cubicBezTo>
                <a:lnTo>
                  <a:pt x="6829171" y="2674874"/>
                </a:lnTo>
                <a:lnTo>
                  <a:pt x="6829171" y="2297557"/>
                </a:lnTo>
                <a:lnTo>
                  <a:pt x="1398270" y="2297557"/>
                </a:lnTo>
                <a:close/>
              </a:path>
            </a:pathLst>
          </a:custGeom>
          <a:gradFill>
            <a:gsLst>
              <a:gs pos="0">
                <a:srgbClr val="5255BF"/>
              </a:gs>
              <a:gs pos="100000">
                <a:srgbClr val="217BEE"/>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4"/>
          <p:cNvSpPr/>
          <p:nvPr/>
        </p:nvSpPr>
        <p:spPr>
          <a:xfrm>
            <a:off x="0" y="1309500"/>
            <a:ext cx="5122926" cy="2006632"/>
          </a:xfrm>
          <a:custGeom>
            <a:rect b="b" l="l" r="r" t="t"/>
            <a:pathLst>
              <a:path extrusionOk="0" h="2675509" w="6830568">
                <a:moveTo>
                  <a:pt x="5430901" y="377317"/>
                </a:moveTo>
                <a:cubicBezTo>
                  <a:pt x="5926963" y="377317"/>
                  <a:pt x="6328791" y="779780"/>
                  <a:pt x="6329426" y="1275842"/>
                </a:cubicBezTo>
                <a:cubicBezTo>
                  <a:pt x="6329426" y="1771142"/>
                  <a:pt x="5926963" y="2174367"/>
                  <a:pt x="5431536" y="2174367"/>
                </a:cubicBezTo>
                <a:cubicBezTo>
                  <a:pt x="5193157" y="2174367"/>
                  <a:pt x="4963541" y="2079371"/>
                  <a:pt x="4795012" y="1910080"/>
                </a:cubicBezTo>
                <a:lnTo>
                  <a:pt x="4528820" y="2177288"/>
                </a:lnTo>
                <a:cubicBezTo>
                  <a:pt x="5027041" y="2675509"/>
                  <a:pt x="5834888" y="2675509"/>
                  <a:pt x="6333109" y="2177288"/>
                </a:cubicBezTo>
                <a:cubicBezTo>
                  <a:pt x="6830568" y="1679067"/>
                  <a:pt x="6830568" y="871982"/>
                  <a:pt x="6333109" y="372999"/>
                </a:cubicBezTo>
                <a:cubicBezTo>
                  <a:pt x="6094095" y="133858"/>
                  <a:pt x="5769356" y="0"/>
                  <a:pt x="5431663" y="0"/>
                </a:cubicBezTo>
                <a:lnTo>
                  <a:pt x="0" y="0"/>
                </a:lnTo>
                <a:lnTo>
                  <a:pt x="0" y="376555"/>
                </a:lnTo>
                <a:lnTo>
                  <a:pt x="5430901" y="377317"/>
                </a:lnTo>
                <a:close/>
              </a:path>
            </a:pathLst>
          </a:custGeom>
          <a:solidFill>
            <a:srgbClr val="393D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4"/>
          <p:cNvSpPr/>
          <p:nvPr/>
        </p:nvSpPr>
        <p:spPr>
          <a:xfrm>
            <a:off x="2407320" y="2906280"/>
            <a:ext cx="1024890" cy="1024890"/>
          </a:xfrm>
          <a:custGeom>
            <a:rect b="b" l="l" r="r" t="t"/>
            <a:pathLst>
              <a:path extrusionOk="0" h="1366520" w="1366520">
                <a:moveTo>
                  <a:pt x="1366520" y="683260"/>
                </a:moveTo>
                <a:cubicBezTo>
                  <a:pt x="1366520" y="1061212"/>
                  <a:pt x="1060577" y="1366520"/>
                  <a:pt x="682498" y="1366520"/>
                </a:cubicBezTo>
                <a:cubicBezTo>
                  <a:pt x="305308" y="1366520"/>
                  <a:pt x="0" y="1060577"/>
                  <a:pt x="0" y="682498"/>
                </a:cubicBezTo>
                <a:cubicBezTo>
                  <a:pt x="0" y="305308"/>
                  <a:pt x="305308" y="0"/>
                  <a:pt x="683260" y="0"/>
                </a:cubicBezTo>
                <a:cubicBezTo>
                  <a:pt x="1061212" y="0"/>
                  <a:pt x="1366520" y="305308"/>
                  <a:pt x="1366520" y="683260"/>
                </a:cubicBezTo>
                <a:close/>
              </a:path>
            </a:pathLst>
          </a:custGeom>
          <a:solidFill>
            <a:srgbClr val="525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4"/>
          <p:cNvSpPr/>
          <p:nvPr/>
        </p:nvSpPr>
        <p:spPr>
          <a:xfrm>
            <a:off x="3559680" y="1753920"/>
            <a:ext cx="1024890" cy="1024890"/>
          </a:xfrm>
          <a:custGeom>
            <a:rect b="b" l="l" r="r" t="t"/>
            <a:pathLst>
              <a:path extrusionOk="0" h="1366520" w="1366520">
                <a:moveTo>
                  <a:pt x="683260" y="1366520"/>
                </a:moveTo>
                <a:cubicBezTo>
                  <a:pt x="1061212" y="1366520"/>
                  <a:pt x="1366520" y="1061212"/>
                  <a:pt x="1366520" y="683260"/>
                </a:cubicBezTo>
                <a:cubicBezTo>
                  <a:pt x="1366520" y="305308"/>
                  <a:pt x="1061339" y="0"/>
                  <a:pt x="683260" y="0"/>
                </a:cubicBezTo>
                <a:cubicBezTo>
                  <a:pt x="305181" y="0"/>
                  <a:pt x="0" y="305308"/>
                  <a:pt x="0" y="683260"/>
                </a:cubicBezTo>
                <a:cubicBezTo>
                  <a:pt x="0" y="1061212"/>
                  <a:pt x="305308" y="1366520"/>
                  <a:pt x="683260" y="1366520"/>
                </a:cubicBezTo>
                <a:close/>
              </a:path>
            </a:pathLst>
          </a:custGeom>
          <a:solidFill>
            <a:srgbClr val="393D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4"/>
          <p:cNvSpPr/>
          <p:nvPr/>
        </p:nvSpPr>
        <p:spPr>
          <a:xfrm>
            <a:off x="2406780" y="5211000"/>
            <a:ext cx="1024890" cy="1024890"/>
          </a:xfrm>
          <a:custGeom>
            <a:rect b="b" l="l" r="r" t="t"/>
            <a:pathLst>
              <a:path extrusionOk="0" h="1366520" w="1366520">
                <a:moveTo>
                  <a:pt x="1366520" y="683260"/>
                </a:moveTo>
                <a:cubicBezTo>
                  <a:pt x="1366520" y="1061212"/>
                  <a:pt x="1061212" y="1366520"/>
                  <a:pt x="683260" y="1366520"/>
                </a:cubicBezTo>
                <a:cubicBezTo>
                  <a:pt x="305308" y="1366520"/>
                  <a:pt x="0" y="1061339"/>
                  <a:pt x="0" y="683260"/>
                </a:cubicBezTo>
                <a:cubicBezTo>
                  <a:pt x="0" y="305181"/>
                  <a:pt x="305308" y="0"/>
                  <a:pt x="683260" y="0"/>
                </a:cubicBezTo>
                <a:cubicBezTo>
                  <a:pt x="1061212" y="0"/>
                  <a:pt x="1366520" y="305308"/>
                  <a:pt x="1366520" y="683260"/>
                </a:cubicBezTo>
                <a:close/>
              </a:path>
            </a:pathLst>
          </a:custGeom>
          <a:solidFill>
            <a:srgbClr val="EC68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
          <p:cNvSpPr/>
          <p:nvPr/>
        </p:nvSpPr>
        <p:spPr>
          <a:xfrm>
            <a:off x="3559680" y="4058640"/>
            <a:ext cx="1024890" cy="1024890"/>
          </a:xfrm>
          <a:custGeom>
            <a:rect b="b" l="l" r="r" t="t"/>
            <a:pathLst>
              <a:path extrusionOk="0" h="1366520" w="1366520">
                <a:moveTo>
                  <a:pt x="683260" y="1366520"/>
                </a:moveTo>
                <a:cubicBezTo>
                  <a:pt x="1061212" y="1366520"/>
                  <a:pt x="1366520" y="1061212"/>
                  <a:pt x="1366520" y="683260"/>
                </a:cubicBezTo>
                <a:cubicBezTo>
                  <a:pt x="1366520" y="305308"/>
                  <a:pt x="1061339" y="0"/>
                  <a:pt x="683260" y="0"/>
                </a:cubicBezTo>
                <a:cubicBezTo>
                  <a:pt x="305181" y="0"/>
                  <a:pt x="0" y="305308"/>
                  <a:pt x="0" y="683260"/>
                </a:cubicBezTo>
                <a:cubicBezTo>
                  <a:pt x="0" y="1061212"/>
                  <a:pt x="305308" y="1366520"/>
                  <a:pt x="683260" y="1366520"/>
                </a:cubicBezTo>
                <a:close/>
              </a:path>
            </a:pathLst>
          </a:custGeom>
          <a:solidFill>
            <a:srgbClr val="D13B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4"/>
          <p:cNvSpPr/>
          <p:nvPr/>
        </p:nvSpPr>
        <p:spPr>
          <a:xfrm>
            <a:off x="2406780" y="7515720"/>
            <a:ext cx="1024890" cy="1024890"/>
          </a:xfrm>
          <a:custGeom>
            <a:rect b="b" l="l" r="r" t="t"/>
            <a:pathLst>
              <a:path extrusionOk="0" h="1366520" w="1366520">
                <a:moveTo>
                  <a:pt x="1366520" y="683260"/>
                </a:moveTo>
                <a:cubicBezTo>
                  <a:pt x="1366520" y="1061212"/>
                  <a:pt x="1061212" y="1366520"/>
                  <a:pt x="683260" y="1366520"/>
                </a:cubicBezTo>
                <a:cubicBezTo>
                  <a:pt x="305308" y="1366520"/>
                  <a:pt x="0" y="1061339"/>
                  <a:pt x="0" y="683260"/>
                </a:cubicBezTo>
                <a:cubicBezTo>
                  <a:pt x="0" y="305181"/>
                  <a:pt x="305308" y="0"/>
                  <a:pt x="683260" y="0"/>
                </a:cubicBezTo>
                <a:cubicBezTo>
                  <a:pt x="1061212" y="0"/>
                  <a:pt x="1366520" y="305308"/>
                  <a:pt x="1366520" y="683260"/>
                </a:cubicBezTo>
                <a:close/>
              </a:path>
            </a:pathLst>
          </a:custGeom>
          <a:solidFill>
            <a:srgbClr val="2B2E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4"/>
          <p:cNvSpPr/>
          <p:nvPr/>
        </p:nvSpPr>
        <p:spPr>
          <a:xfrm>
            <a:off x="3559140" y="6363360"/>
            <a:ext cx="1024890" cy="1024890"/>
          </a:xfrm>
          <a:custGeom>
            <a:rect b="b" l="l" r="r" t="t"/>
            <a:pathLst>
              <a:path extrusionOk="0" h="1366520" w="1366520">
                <a:moveTo>
                  <a:pt x="683260" y="1366520"/>
                </a:moveTo>
                <a:cubicBezTo>
                  <a:pt x="1061212" y="1366520"/>
                  <a:pt x="1366520" y="1061212"/>
                  <a:pt x="1366520" y="683260"/>
                </a:cubicBezTo>
                <a:cubicBezTo>
                  <a:pt x="1366520" y="305308"/>
                  <a:pt x="1061339" y="0"/>
                  <a:pt x="683260" y="0"/>
                </a:cubicBezTo>
                <a:cubicBezTo>
                  <a:pt x="305181" y="0"/>
                  <a:pt x="0" y="305308"/>
                  <a:pt x="0" y="683260"/>
                </a:cubicBezTo>
                <a:cubicBezTo>
                  <a:pt x="0" y="1061212"/>
                  <a:pt x="305308" y="1366520"/>
                  <a:pt x="683260" y="1366520"/>
                </a:cubicBezTo>
                <a:close/>
              </a:path>
            </a:pathLst>
          </a:custGeom>
          <a:solidFill>
            <a:srgbClr val="217B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4"/>
          <p:cNvSpPr/>
          <p:nvPr/>
        </p:nvSpPr>
        <p:spPr>
          <a:xfrm>
            <a:off x="6991380" y="8701020"/>
            <a:ext cx="11297316" cy="284035"/>
          </a:xfrm>
          <a:custGeom>
            <a:rect b="b" l="l" r="r" t="t"/>
            <a:pathLst>
              <a:path extrusionOk="0" h="378714" w="15063088">
                <a:moveTo>
                  <a:pt x="0" y="0"/>
                </a:moveTo>
                <a:lnTo>
                  <a:pt x="15063088" y="0"/>
                </a:lnTo>
                <a:lnTo>
                  <a:pt x="15063088" y="378714"/>
                </a:lnTo>
                <a:lnTo>
                  <a:pt x="0" y="378714"/>
                </a:lnTo>
                <a:lnTo>
                  <a:pt x="0" y="0"/>
                </a:lnTo>
                <a:close/>
              </a:path>
            </a:pathLst>
          </a:custGeom>
          <a:gradFill>
            <a:gsLst>
              <a:gs pos="0">
                <a:srgbClr val="217BEE"/>
              </a:gs>
              <a:gs pos="65000">
                <a:schemeClr val="lt1"/>
              </a:gs>
              <a:gs pos="100000">
                <a:schemeClr val="lt1"/>
              </a:gs>
            </a:gsLst>
            <a:lin ang="0" scaled="0"/>
          </a:gradFill>
          <a:ln>
            <a:noFill/>
          </a:ln>
        </p:spPr>
      </p:sp>
      <p:sp>
        <p:nvSpPr>
          <p:cNvPr id="285" name="Google Shape;285;p34"/>
          <p:cNvSpPr/>
          <p:nvPr/>
        </p:nvSpPr>
        <p:spPr>
          <a:xfrm>
            <a:off x="3857220" y="2077380"/>
            <a:ext cx="429840" cy="377460"/>
          </a:xfrm>
          <a:custGeom>
            <a:rect b="b" l="l" r="r" t="t"/>
            <a:pathLst>
              <a:path extrusionOk="0" h="377460" w="429840">
                <a:moveTo>
                  <a:pt x="0" y="0"/>
                </a:moveTo>
                <a:lnTo>
                  <a:pt x="429840" y="0"/>
                </a:lnTo>
                <a:lnTo>
                  <a:pt x="429840" y="377460"/>
                </a:lnTo>
                <a:lnTo>
                  <a:pt x="0" y="377460"/>
                </a:lnTo>
                <a:lnTo>
                  <a:pt x="0" y="0"/>
                </a:lnTo>
                <a:close/>
              </a:path>
            </a:pathLst>
          </a:custGeom>
          <a:blipFill rotWithShape="1">
            <a:blip r:embed="rId3">
              <a:alphaModFix/>
            </a:blip>
            <a:stretch>
              <a:fillRect b="0" l="0" r="0" t="0"/>
            </a:stretch>
          </a:blipFill>
          <a:ln>
            <a:noFill/>
          </a:ln>
        </p:spPr>
      </p:sp>
      <p:sp>
        <p:nvSpPr>
          <p:cNvPr id="286" name="Google Shape;286;p34"/>
          <p:cNvSpPr/>
          <p:nvPr/>
        </p:nvSpPr>
        <p:spPr>
          <a:xfrm>
            <a:off x="3867480" y="4357800"/>
            <a:ext cx="408780" cy="426060"/>
          </a:xfrm>
          <a:custGeom>
            <a:rect b="b" l="l" r="r" t="t"/>
            <a:pathLst>
              <a:path extrusionOk="0" h="426060" w="408780">
                <a:moveTo>
                  <a:pt x="0" y="0"/>
                </a:moveTo>
                <a:lnTo>
                  <a:pt x="408780" y="0"/>
                </a:lnTo>
                <a:lnTo>
                  <a:pt x="408780" y="426060"/>
                </a:lnTo>
                <a:lnTo>
                  <a:pt x="0" y="426060"/>
                </a:lnTo>
                <a:lnTo>
                  <a:pt x="0" y="0"/>
                </a:lnTo>
                <a:close/>
              </a:path>
            </a:pathLst>
          </a:custGeom>
          <a:blipFill rotWithShape="1">
            <a:blip r:embed="rId4">
              <a:alphaModFix/>
            </a:blip>
            <a:stretch>
              <a:fillRect b="0" l="0" r="0" t="0"/>
            </a:stretch>
          </a:blipFill>
          <a:ln>
            <a:noFill/>
          </a:ln>
        </p:spPr>
      </p:sp>
      <p:sp>
        <p:nvSpPr>
          <p:cNvPr id="287" name="Google Shape;287;p34"/>
          <p:cNvSpPr/>
          <p:nvPr/>
        </p:nvSpPr>
        <p:spPr>
          <a:xfrm>
            <a:off x="2694060" y="3264840"/>
            <a:ext cx="451440" cy="307800"/>
          </a:xfrm>
          <a:custGeom>
            <a:rect b="b" l="l" r="r" t="t"/>
            <a:pathLst>
              <a:path extrusionOk="0" h="307800" w="451440">
                <a:moveTo>
                  <a:pt x="0" y="0"/>
                </a:moveTo>
                <a:lnTo>
                  <a:pt x="451440" y="0"/>
                </a:lnTo>
                <a:lnTo>
                  <a:pt x="451440" y="307800"/>
                </a:lnTo>
                <a:lnTo>
                  <a:pt x="0" y="307800"/>
                </a:lnTo>
                <a:lnTo>
                  <a:pt x="0" y="0"/>
                </a:lnTo>
                <a:close/>
              </a:path>
            </a:pathLst>
          </a:custGeom>
          <a:blipFill rotWithShape="1">
            <a:blip r:embed="rId5">
              <a:alphaModFix/>
            </a:blip>
            <a:stretch>
              <a:fillRect b="0" l="0" r="0" t="0"/>
            </a:stretch>
          </a:blipFill>
          <a:ln>
            <a:noFill/>
          </a:ln>
        </p:spPr>
      </p:sp>
      <p:sp>
        <p:nvSpPr>
          <p:cNvPr id="288" name="Google Shape;288;p34"/>
          <p:cNvSpPr/>
          <p:nvPr/>
        </p:nvSpPr>
        <p:spPr>
          <a:xfrm>
            <a:off x="11207700" y="5965380"/>
            <a:ext cx="1067580" cy="952560"/>
          </a:xfrm>
          <a:custGeom>
            <a:rect b="b" l="l" r="r" t="t"/>
            <a:pathLst>
              <a:path extrusionOk="0" h="952560" w="1067580">
                <a:moveTo>
                  <a:pt x="0" y="0"/>
                </a:moveTo>
                <a:lnTo>
                  <a:pt x="1067580" y="0"/>
                </a:lnTo>
                <a:lnTo>
                  <a:pt x="1067580" y="952560"/>
                </a:lnTo>
                <a:lnTo>
                  <a:pt x="0" y="952560"/>
                </a:lnTo>
                <a:lnTo>
                  <a:pt x="0" y="0"/>
                </a:lnTo>
                <a:close/>
              </a:path>
            </a:pathLst>
          </a:custGeom>
          <a:blipFill rotWithShape="1">
            <a:blip r:embed="rId6">
              <a:alphaModFix/>
            </a:blip>
            <a:stretch>
              <a:fillRect b="0" l="0" r="0" t="0"/>
            </a:stretch>
          </a:blipFill>
          <a:ln>
            <a:noFill/>
          </a:ln>
        </p:spPr>
      </p:sp>
      <p:sp>
        <p:nvSpPr>
          <p:cNvPr id="289" name="Google Shape;289;p34"/>
          <p:cNvSpPr/>
          <p:nvPr/>
        </p:nvSpPr>
        <p:spPr>
          <a:xfrm>
            <a:off x="3802680" y="6685200"/>
            <a:ext cx="537300" cy="381780"/>
          </a:xfrm>
          <a:custGeom>
            <a:rect b="b" l="l" r="r" t="t"/>
            <a:pathLst>
              <a:path extrusionOk="0" h="381780" w="537300">
                <a:moveTo>
                  <a:pt x="0" y="0"/>
                </a:moveTo>
                <a:lnTo>
                  <a:pt x="537300" y="0"/>
                </a:lnTo>
                <a:lnTo>
                  <a:pt x="537300" y="381780"/>
                </a:lnTo>
                <a:lnTo>
                  <a:pt x="0" y="381780"/>
                </a:lnTo>
                <a:lnTo>
                  <a:pt x="0" y="0"/>
                </a:lnTo>
                <a:close/>
              </a:path>
            </a:pathLst>
          </a:custGeom>
          <a:blipFill rotWithShape="1">
            <a:blip r:embed="rId7">
              <a:alphaModFix/>
            </a:blip>
            <a:stretch>
              <a:fillRect b="0" l="0" r="0" t="0"/>
            </a:stretch>
          </a:blipFill>
          <a:ln>
            <a:noFill/>
          </a:ln>
        </p:spPr>
      </p:sp>
      <p:sp>
        <p:nvSpPr>
          <p:cNvPr id="290" name="Google Shape;290;p34"/>
          <p:cNvSpPr/>
          <p:nvPr/>
        </p:nvSpPr>
        <p:spPr>
          <a:xfrm>
            <a:off x="2667060" y="5498280"/>
            <a:ext cx="504900" cy="450360"/>
          </a:xfrm>
          <a:custGeom>
            <a:rect b="b" l="l" r="r" t="t"/>
            <a:pathLst>
              <a:path extrusionOk="0" h="450360" w="504900">
                <a:moveTo>
                  <a:pt x="0" y="0"/>
                </a:moveTo>
                <a:lnTo>
                  <a:pt x="504900" y="0"/>
                </a:lnTo>
                <a:lnTo>
                  <a:pt x="504900" y="450360"/>
                </a:lnTo>
                <a:lnTo>
                  <a:pt x="0" y="450360"/>
                </a:lnTo>
                <a:lnTo>
                  <a:pt x="0" y="0"/>
                </a:lnTo>
                <a:close/>
              </a:path>
            </a:pathLst>
          </a:custGeom>
          <a:blipFill rotWithShape="1">
            <a:blip r:embed="rId8">
              <a:alphaModFix/>
            </a:blip>
            <a:stretch>
              <a:fillRect b="0" l="0" r="0" t="0"/>
            </a:stretch>
          </a:blipFill>
          <a:ln>
            <a:noFill/>
          </a:ln>
        </p:spPr>
      </p:sp>
      <p:sp>
        <p:nvSpPr>
          <p:cNvPr id="291" name="Google Shape;291;p34"/>
          <p:cNvSpPr/>
          <p:nvPr/>
        </p:nvSpPr>
        <p:spPr>
          <a:xfrm>
            <a:off x="2630880" y="7740360"/>
            <a:ext cx="575596" cy="575596"/>
          </a:xfrm>
          <a:custGeom>
            <a:rect b="b" l="l" r="r" t="t"/>
            <a:pathLst>
              <a:path extrusionOk="0" h="767461" w="767461">
                <a:moveTo>
                  <a:pt x="0" y="0"/>
                </a:moveTo>
                <a:lnTo>
                  <a:pt x="767461" y="0"/>
                </a:lnTo>
                <a:lnTo>
                  <a:pt x="767461" y="767461"/>
                </a:lnTo>
                <a:lnTo>
                  <a:pt x="0" y="767461"/>
                </a:lnTo>
                <a:lnTo>
                  <a:pt x="0" y="0"/>
                </a:lnTo>
                <a:close/>
              </a:path>
            </a:pathLst>
          </a:custGeom>
          <a:blipFill rotWithShape="1">
            <a:blip r:embed="rId9">
              <a:alphaModFix/>
            </a:blip>
            <a:stretch>
              <a:fillRect b="-6" l="0" r="-6" t="0"/>
            </a:stretch>
          </a:blipFill>
          <a:ln>
            <a:noFill/>
          </a:ln>
        </p:spPr>
      </p:sp>
      <p:sp>
        <p:nvSpPr>
          <p:cNvPr id="292" name="Google Shape;292;p34"/>
          <p:cNvSpPr/>
          <p:nvPr/>
        </p:nvSpPr>
        <p:spPr>
          <a:xfrm>
            <a:off x="5332480" y="2256390"/>
            <a:ext cx="2412206" cy="18860"/>
          </a:xfrm>
          <a:custGeom>
            <a:rect b="b" l="l" r="r" t="t"/>
            <a:pathLst>
              <a:path extrusionOk="0" h="25146" w="3216275">
                <a:moveTo>
                  <a:pt x="0" y="0"/>
                </a:moveTo>
                <a:lnTo>
                  <a:pt x="3216275" y="0"/>
                </a:lnTo>
                <a:lnTo>
                  <a:pt x="3216275" y="25146"/>
                </a:lnTo>
                <a:lnTo>
                  <a:pt x="0" y="25146"/>
                </a:lnTo>
                <a:close/>
              </a:path>
            </a:pathLst>
          </a:custGeom>
          <a:solidFill>
            <a:srgbClr val="CCCCCC">
              <a:alpha val="82350"/>
            </a:srgbClr>
          </a:solidFill>
          <a:ln>
            <a:noFill/>
          </a:ln>
        </p:spPr>
      </p:sp>
      <p:sp>
        <p:nvSpPr>
          <p:cNvPr id="293" name="Google Shape;293;p34"/>
          <p:cNvSpPr txBox="1"/>
          <p:nvPr/>
        </p:nvSpPr>
        <p:spPr>
          <a:xfrm>
            <a:off x="8128973" y="1753928"/>
            <a:ext cx="3300900" cy="46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93D99"/>
                </a:solidFill>
                <a:latin typeface="Sora"/>
                <a:ea typeface="Sora"/>
                <a:cs typeface="Sora"/>
                <a:sym typeface="Sora"/>
              </a:rPr>
              <a:t>Your Text Here</a:t>
            </a:r>
            <a:endParaRPr b="1" sz="2300">
              <a:latin typeface="Sora"/>
              <a:ea typeface="Sora"/>
              <a:cs typeface="Sora"/>
              <a:sym typeface="Sora"/>
            </a:endParaRPr>
          </a:p>
        </p:txBody>
      </p:sp>
      <p:sp>
        <p:nvSpPr>
          <p:cNvPr id="294" name="Google Shape;294;p34"/>
          <p:cNvSpPr txBox="1"/>
          <p:nvPr/>
        </p:nvSpPr>
        <p:spPr>
          <a:xfrm>
            <a:off x="8128980" y="2394330"/>
            <a:ext cx="7149000" cy="7110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 adipiscing elit. Maecenas porttitor congue massa. Fusce posuere, magna sed pulvinar ultricies, </a:t>
            </a:r>
            <a:endParaRPr>
              <a:latin typeface="Instrument Sans"/>
              <a:ea typeface="Instrument Sans"/>
              <a:cs typeface="Instrument Sans"/>
              <a:sym typeface="Instrument Sans"/>
            </a:endParaRPr>
          </a:p>
        </p:txBody>
      </p:sp>
      <p:sp>
        <p:nvSpPr>
          <p:cNvPr id="295" name="Google Shape;295;p34"/>
          <p:cNvSpPr/>
          <p:nvPr/>
        </p:nvSpPr>
        <p:spPr>
          <a:xfrm>
            <a:off x="5332480" y="6866370"/>
            <a:ext cx="2412206" cy="18860"/>
          </a:xfrm>
          <a:custGeom>
            <a:rect b="b" l="l" r="r" t="t"/>
            <a:pathLst>
              <a:path extrusionOk="0" h="25146" w="3216275">
                <a:moveTo>
                  <a:pt x="0" y="0"/>
                </a:moveTo>
                <a:lnTo>
                  <a:pt x="3216275" y="0"/>
                </a:lnTo>
                <a:lnTo>
                  <a:pt x="3216275" y="25146"/>
                </a:lnTo>
                <a:lnTo>
                  <a:pt x="0" y="25146"/>
                </a:lnTo>
                <a:close/>
              </a:path>
            </a:pathLst>
          </a:custGeom>
          <a:solidFill>
            <a:srgbClr val="CCCCCC">
              <a:alpha val="82350"/>
            </a:srgbClr>
          </a:solidFill>
          <a:ln>
            <a:noFill/>
          </a:ln>
        </p:spPr>
      </p:sp>
      <p:sp>
        <p:nvSpPr>
          <p:cNvPr id="296" name="Google Shape;296;p34"/>
          <p:cNvSpPr txBox="1"/>
          <p:nvPr/>
        </p:nvSpPr>
        <p:spPr>
          <a:xfrm>
            <a:off x="8128980" y="6986490"/>
            <a:ext cx="7149000" cy="7110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 adipiscing elit. Maecenas porttitor congue massa. Fusce posuere, magna sed pulvinar ultricies, </a:t>
            </a:r>
            <a:endParaRPr>
              <a:latin typeface="Instrument Sans"/>
              <a:ea typeface="Instrument Sans"/>
              <a:cs typeface="Instrument Sans"/>
              <a:sym typeface="Instrument Sans"/>
            </a:endParaRPr>
          </a:p>
        </p:txBody>
      </p:sp>
      <p:sp>
        <p:nvSpPr>
          <p:cNvPr id="297" name="Google Shape;297;p34"/>
          <p:cNvSpPr/>
          <p:nvPr/>
        </p:nvSpPr>
        <p:spPr>
          <a:xfrm>
            <a:off x="5332480" y="4561110"/>
            <a:ext cx="2412206" cy="18860"/>
          </a:xfrm>
          <a:custGeom>
            <a:rect b="b" l="l" r="r" t="t"/>
            <a:pathLst>
              <a:path extrusionOk="0" h="25146" w="3216275">
                <a:moveTo>
                  <a:pt x="0" y="0"/>
                </a:moveTo>
                <a:lnTo>
                  <a:pt x="3216275" y="0"/>
                </a:lnTo>
                <a:lnTo>
                  <a:pt x="3216275" y="25146"/>
                </a:lnTo>
                <a:lnTo>
                  <a:pt x="0" y="25146"/>
                </a:lnTo>
                <a:close/>
              </a:path>
            </a:pathLst>
          </a:custGeom>
          <a:solidFill>
            <a:srgbClr val="CCCCCC">
              <a:alpha val="82350"/>
            </a:srgbClr>
          </a:solidFill>
          <a:ln>
            <a:noFill/>
          </a:ln>
        </p:spPr>
      </p:sp>
      <p:sp>
        <p:nvSpPr>
          <p:cNvPr id="298" name="Google Shape;298;p34"/>
          <p:cNvSpPr txBox="1"/>
          <p:nvPr/>
        </p:nvSpPr>
        <p:spPr>
          <a:xfrm>
            <a:off x="8128980" y="4701210"/>
            <a:ext cx="7149000" cy="7110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 adipiscing elit. Maecenas porttitor congue massa. Fusce posuere, magna sed pulvinar ultricies, </a:t>
            </a:r>
            <a:endParaRPr>
              <a:latin typeface="Instrument Sans"/>
              <a:ea typeface="Instrument Sans"/>
              <a:cs typeface="Instrument Sans"/>
              <a:sym typeface="Instrument Sans"/>
            </a:endParaRPr>
          </a:p>
        </p:txBody>
      </p:sp>
      <p:sp>
        <p:nvSpPr>
          <p:cNvPr id="299" name="Google Shape;299;p34"/>
          <p:cNvSpPr txBox="1"/>
          <p:nvPr/>
        </p:nvSpPr>
        <p:spPr>
          <a:xfrm>
            <a:off x="8128973" y="4060578"/>
            <a:ext cx="3300900" cy="46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93D99"/>
                </a:solidFill>
                <a:latin typeface="Sora"/>
                <a:ea typeface="Sora"/>
                <a:cs typeface="Sora"/>
                <a:sym typeface="Sora"/>
              </a:rPr>
              <a:t>Your Text Here</a:t>
            </a:r>
            <a:endParaRPr b="1" sz="2300">
              <a:latin typeface="Sora"/>
              <a:ea typeface="Sora"/>
              <a:cs typeface="Sora"/>
              <a:sym typeface="Sora"/>
            </a:endParaRPr>
          </a:p>
        </p:txBody>
      </p:sp>
      <p:sp>
        <p:nvSpPr>
          <p:cNvPr id="300" name="Google Shape;300;p34"/>
          <p:cNvSpPr txBox="1"/>
          <p:nvPr/>
        </p:nvSpPr>
        <p:spPr>
          <a:xfrm>
            <a:off x="8128973" y="6380803"/>
            <a:ext cx="3300900" cy="46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93D99"/>
                </a:solidFill>
                <a:latin typeface="Sora"/>
                <a:ea typeface="Sora"/>
                <a:cs typeface="Sora"/>
                <a:sym typeface="Sora"/>
              </a:rPr>
              <a:t>Your Text Here</a:t>
            </a:r>
            <a:endParaRPr b="1" sz="2300">
              <a:latin typeface="Sora"/>
              <a:ea typeface="Sora"/>
              <a:cs typeface="Sora"/>
              <a:sym typeface="Sora"/>
            </a:endParaRPr>
          </a:p>
        </p:txBody>
      </p:sp>
      <p:pic>
        <p:nvPicPr>
          <p:cNvPr id="301" name="Google Shape;301;p34" title="N Isotype.png"/>
          <p:cNvPicPr preferRelativeResize="0"/>
          <p:nvPr/>
        </p:nvPicPr>
        <p:blipFill>
          <a:blip r:embed="rId10">
            <a:alphaModFix/>
          </a:blip>
          <a:stretch>
            <a:fillRect/>
          </a:stretch>
        </p:blipFill>
        <p:spPr>
          <a:xfrm>
            <a:off x="17140951" y="357138"/>
            <a:ext cx="656751" cy="816844"/>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5"/>
          <p:cNvSpPr txBox="1"/>
          <p:nvPr/>
        </p:nvSpPr>
        <p:spPr>
          <a:xfrm>
            <a:off x="848984" y="1760035"/>
            <a:ext cx="7824300" cy="1365600"/>
          </a:xfrm>
          <a:prstGeom prst="rect">
            <a:avLst/>
          </a:prstGeom>
          <a:noFill/>
          <a:ln>
            <a:noFill/>
          </a:ln>
        </p:spPr>
        <p:txBody>
          <a:bodyPr anchorCtr="0" anchor="t" bIns="69325" lIns="138700" spcFirstLastPara="1" rIns="138700" wrap="square" tIns="69325">
            <a:noAutofit/>
          </a:bodyPr>
          <a:lstStyle/>
          <a:p>
            <a:pPr indent="0" lvl="0" marL="0" rtl="0" algn="l">
              <a:lnSpc>
                <a:spcPct val="90000"/>
              </a:lnSpc>
              <a:spcBef>
                <a:spcPts val="0"/>
              </a:spcBef>
              <a:spcAft>
                <a:spcPts val="0"/>
              </a:spcAft>
              <a:buNone/>
            </a:pPr>
            <a:r>
              <a:rPr b="1" lang="en-US" sz="6675">
                <a:solidFill>
                  <a:srgbClr val="023047"/>
                </a:solidFill>
                <a:latin typeface="Sora"/>
                <a:ea typeface="Sora"/>
                <a:cs typeface="Sora"/>
                <a:sym typeface="Sora"/>
              </a:rPr>
              <a:t>Business Goals</a:t>
            </a:r>
            <a:endParaRPr b="1" sz="6675">
              <a:solidFill>
                <a:srgbClr val="023047"/>
              </a:solidFill>
              <a:latin typeface="Sora"/>
              <a:ea typeface="Sora"/>
              <a:cs typeface="Sora"/>
              <a:sym typeface="Sora"/>
            </a:endParaRPr>
          </a:p>
        </p:txBody>
      </p:sp>
      <p:sp>
        <p:nvSpPr>
          <p:cNvPr id="307" name="Google Shape;307;p35"/>
          <p:cNvSpPr/>
          <p:nvPr/>
        </p:nvSpPr>
        <p:spPr>
          <a:xfrm>
            <a:off x="762971" y="6973557"/>
            <a:ext cx="1435500" cy="751500"/>
          </a:xfrm>
          <a:prstGeom prst="rect">
            <a:avLst/>
          </a:prstGeom>
          <a:gradFill>
            <a:gsLst>
              <a:gs pos="0">
                <a:schemeClr val="lt1"/>
              </a:gs>
              <a:gs pos="50000">
                <a:srgbClr val="217BEE"/>
              </a:gs>
              <a:gs pos="100000">
                <a:srgbClr val="217BEE"/>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08" name="Google Shape;308;p35"/>
          <p:cNvSpPr txBox="1"/>
          <p:nvPr/>
        </p:nvSpPr>
        <p:spPr>
          <a:xfrm>
            <a:off x="2397355" y="4540000"/>
            <a:ext cx="68649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 </a:t>
            </a:r>
            <a:endParaRPr sz="2124">
              <a:latin typeface="Instrument Sans"/>
              <a:ea typeface="Instrument Sans"/>
              <a:cs typeface="Instrument Sans"/>
              <a:sym typeface="Instrument Sans"/>
            </a:endParaRPr>
          </a:p>
        </p:txBody>
      </p:sp>
      <p:sp>
        <p:nvSpPr>
          <p:cNvPr id="309" name="Google Shape;309;p35"/>
          <p:cNvSpPr txBox="1"/>
          <p:nvPr/>
        </p:nvSpPr>
        <p:spPr>
          <a:xfrm>
            <a:off x="2399818" y="4159229"/>
            <a:ext cx="32268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Revenue Growth</a:t>
            </a:r>
            <a:endParaRPr b="1" sz="2427">
              <a:solidFill>
                <a:srgbClr val="023047"/>
              </a:solidFill>
              <a:latin typeface="Sora"/>
              <a:ea typeface="Sora"/>
              <a:cs typeface="Sora"/>
              <a:sym typeface="Sora"/>
            </a:endParaRPr>
          </a:p>
        </p:txBody>
      </p:sp>
      <p:sp>
        <p:nvSpPr>
          <p:cNvPr id="310" name="Google Shape;310;p35"/>
          <p:cNvSpPr txBox="1"/>
          <p:nvPr/>
        </p:nvSpPr>
        <p:spPr>
          <a:xfrm>
            <a:off x="2404981" y="6927407"/>
            <a:ext cx="43113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Product Innovation</a:t>
            </a:r>
            <a:endParaRPr b="1" sz="2427">
              <a:solidFill>
                <a:srgbClr val="023047"/>
              </a:solidFill>
              <a:latin typeface="Sora"/>
              <a:ea typeface="Sora"/>
              <a:cs typeface="Sora"/>
              <a:sym typeface="Sora"/>
            </a:endParaRPr>
          </a:p>
        </p:txBody>
      </p:sp>
      <p:sp>
        <p:nvSpPr>
          <p:cNvPr id="311" name="Google Shape;311;p35"/>
          <p:cNvSpPr/>
          <p:nvPr/>
        </p:nvSpPr>
        <p:spPr>
          <a:xfrm>
            <a:off x="809216" y="4209462"/>
            <a:ext cx="1435500" cy="751500"/>
          </a:xfrm>
          <a:prstGeom prst="rect">
            <a:avLst/>
          </a:prstGeom>
          <a:gradFill>
            <a:gsLst>
              <a:gs pos="0">
                <a:schemeClr val="lt1"/>
              </a:gs>
              <a:gs pos="50000">
                <a:srgbClr val="217BEE"/>
              </a:gs>
              <a:gs pos="100000">
                <a:srgbClr val="217BEE"/>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12" name="Google Shape;312;p35"/>
          <p:cNvSpPr txBox="1"/>
          <p:nvPr/>
        </p:nvSpPr>
        <p:spPr>
          <a:xfrm>
            <a:off x="1063850" y="4234952"/>
            <a:ext cx="1387200" cy="7005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01</a:t>
            </a:r>
            <a:endParaRPr b="1" sz="3641">
              <a:solidFill>
                <a:schemeClr val="lt1"/>
              </a:solidFill>
              <a:latin typeface="Plus Jakarta Sans"/>
              <a:ea typeface="Plus Jakarta Sans"/>
              <a:cs typeface="Plus Jakarta Sans"/>
              <a:sym typeface="Plus Jakarta Sans"/>
            </a:endParaRPr>
          </a:p>
        </p:txBody>
      </p:sp>
      <p:sp>
        <p:nvSpPr>
          <p:cNvPr id="313" name="Google Shape;313;p35"/>
          <p:cNvSpPr txBox="1"/>
          <p:nvPr/>
        </p:nvSpPr>
        <p:spPr>
          <a:xfrm>
            <a:off x="1063845" y="6999042"/>
            <a:ext cx="1387200" cy="700500"/>
          </a:xfrm>
          <a:prstGeom prst="rect">
            <a:avLst/>
          </a:prstGeom>
          <a:noFill/>
          <a:ln>
            <a:noFill/>
          </a:ln>
        </p:spPr>
        <p:txBody>
          <a:bodyPr anchorCtr="0" anchor="ctr"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02</a:t>
            </a:r>
            <a:endParaRPr b="1" sz="3641">
              <a:solidFill>
                <a:schemeClr val="lt1"/>
              </a:solidFill>
              <a:latin typeface="Plus Jakarta Sans"/>
              <a:ea typeface="Plus Jakarta Sans"/>
              <a:cs typeface="Plus Jakarta Sans"/>
              <a:sym typeface="Plus Jakarta Sans"/>
            </a:endParaRPr>
          </a:p>
        </p:txBody>
      </p:sp>
      <p:sp>
        <p:nvSpPr>
          <p:cNvPr id="314" name="Google Shape;314;p35"/>
          <p:cNvSpPr txBox="1"/>
          <p:nvPr/>
        </p:nvSpPr>
        <p:spPr>
          <a:xfrm>
            <a:off x="2399499" y="7349500"/>
            <a:ext cx="70413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a:t>
            </a:r>
            <a:endParaRPr sz="2124">
              <a:latin typeface="Instrument Sans"/>
              <a:ea typeface="Instrument Sans"/>
              <a:cs typeface="Instrument Sans"/>
              <a:sym typeface="Instrument Sans"/>
            </a:endParaRPr>
          </a:p>
        </p:txBody>
      </p:sp>
      <p:sp>
        <p:nvSpPr>
          <p:cNvPr id="315" name="Google Shape;315;p35"/>
          <p:cNvSpPr/>
          <p:nvPr/>
        </p:nvSpPr>
        <p:spPr>
          <a:xfrm>
            <a:off x="11625375" y="-4875"/>
            <a:ext cx="6662400" cy="10287000"/>
          </a:xfrm>
          <a:prstGeom prst="rect">
            <a:avLst/>
          </a:prstGeom>
          <a:gradFill>
            <a:gsLst>
              <a:gs pos="0">
                <a:srgbClr val="217BEE"/>
              </a:gs>
              <a:gs pos="85000">
                <a:schemeClr val="lt1"/>
              </a:gs>
              <a:gs pos="100000">
                <a:schemeClr val="lt1"/>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16" name="Google Shape;316;p35"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nvSpPr>
        <p:spPr>
          <a:xfrm>
            <a:off x="848984" y="1760035"/>
            <a:ext cx="7824300" cy="1365600"/>
          </a:xfrm>
          <a:prstGeom prst="rect">
            <a:avLst/>
          </a:prstGeom>
          <a:noFill/>
          <a:ln>
            <a:noFill/>
          </a:ln>
        </p:spPr>
        <p:txBody>
          <a:bodyPr anchorCtr="0" anchor="t" bIns="69325" lIns="138700" spcFirstLastPara="1" rIns="138700" wrap="square" tIns="69325">
            <a:noAutofit/>
          </a:bodyPr>
          <a:lstStyle/>
          <a:p>
            <a:pPr indent="0" lvl="0" marL="0" rtl="0" algn="l">
              <a:lnSpc>
                <a:spcPct val="90000"/>
              </a:lnSpc>
              <a:spcBef>
                <a:spcPts val="0"/>
              </a:spcBef>
              <a:spcAft>
                <a:spcPts val="0"/>
              </a:spcAft>
              <a:buNone/>
            </a:pPr>
            <a:r>
              <a:rPr b="1" lang="en-US" sz="6675">
                <a:solidFill>
                  <a:srgbClr val="023047"/>
                </a:solidFill>
                <a:latin typeface="Sora"/>
                <a:ea typeface="Sora"/>
                <a:cs typeface="Sora"/>
                <a:sym typeface="Sora"/>
              </a:rPr>
              <a:t>Business Goals</a:t>
            </a:r>
            <a:endParaRPr b="1" sz="6675">
              <a:solidFill>
                <a:srgbClr val="023047"/>
              </a:solidFill>
              <a:latin typeface="Sora"/>
              <a:ea typeface="Sora"/>
              <a:cs typeface="Sora"/>
              <a:sym typeface="Sora"/>
            </a:endParaRPr>
          </a:p>
        </p:txBody>
      </p:sp>
      <p:sp>
        <p:nvSpPr>
          <p:cNvPr id="322" name="Google Shape;322;p36"/>
          <p:cNvSpPr/>
          <p:nvPr/>
        </p:nvSpPr>
        <p:spPr>
          <a:xfrm>
            <a:off x="762971" y="6973557"/>
            <a:ext cx="1435500" cy="751500"/>
          </a:xfrm>
          <a:prstGeom prst="rect">
            <a:avLst/>
          </a:prstGeom>
          <a:gradFill>
            <a:gsLst>
              <a:gs pos="0">
                <a:schemeClr val="lt1"/>
              </a:gs>
              <a:gs pos="50000">
                <a:srgbClr val="D13B5F"/>
              </a:gs>
              <a:gs pos="100000">
                <a:srgbClr val="D13B5F"/>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23" name="Google Shape;323;p36"/>
          <p:cNvSpPr txBox="1"/>
          <p:nvPr/>
        </p:nvSpPr>
        <p:spPr>
          <a:xfrm>
            <a:off x="2397355" y="4540000"/>
            <a:ext cx="68649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 </a:t>
            </a:r>
            <a:endParaRPr sz="2124">
              <a:latin typeface="Instrument Sans"/>
              <a:ea typeface="Instrument Sans"/>
              <a:cs typeface="Instrument Sans"/>
              <a:sym typeface="Instrument Sans"/>
            </a:endParaRPr>
          </a:p>
        </p:txBody>
      </p:sp>
      <p:sp>
        <p:nvSpPr>
          <p:cNvPr id="324" name="Google Shape;324;p36"/>
          <p:cNvSpPr txBox="1"/>
          <p:nvPr/>
        </p:nvSpPr>
        <p:spPr>
          <a:xfrm>
            <a:off x="2399818" y="4159229"/>
            <a:ext cx="32268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Revenue Growth</a:t>
            </a:r>
            <a:endParaRPr b="1" sz="2427">
              <a:solidFill>
                <a:srgbClr val="023047"/>
              </a:solidFill>
              <a:latin typeface="Sora"/>
              <a:ea typeface="Sora"/>
              <a:cs typeface="Sora"/>
              <a:sym typeface="Sora"/>
            </a:endParaRPr>
          </a:p>
        </p:txBody>
      </p:sp>
      <p:sp>
        <p:nvSpPr>
          <p:cNvPr id="325" name="Google Shape;325;p36"/>
          <p:cNvSpPr txBox="1"/>
          <p:nvPr/>
        </p:nvSpPr>
        <p:spPr>
          <a:xfrm>
            <a:off x="2404981" y="6927407"/>
            <a:ext cx="43113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Product Innovation</a:t>
            </a:r>
            <a:endParaRPr b="1" sz="2427">
              <a:solidFill>
                <a:srgbClr val="023047"/>
              </a:solidFill>
              <a:latin typeface="Sora"/>
              <a:ea typeface="Sora"/>
              <a:cs typeface="Sora"/>
              <a:sym typeface="Sora"/>
            </a:endParaRPr>
          </a:p>
        </p:txBody>
      </p:sp>
      <p:sp>
        <p:nvSpPr>
          <p:cNvPr id="326" name="Google Shape;326;p36"/>
          <p:cNvSpPr/>
          <p:nvPr/>
        </p:nvSpPr>
        <p:spPr>
          <a:xfrm>
            <a:off x="809216" y="4209462"/>
            <a:ext cx="1435500" cy="751500"/>
          </a:xfrm>
          <a:prstGeom prst="rect">
            <a:avLst/>
          </a:prstGeom>
          <a:gradFill>
            <a:gsLst>
              <a:gs pos="0">
                <a:schemeClr val="lt1"/>
              </a:gs>
              <a:gs pos="50000">
                <a:srgbClr val="D13B5F"/>
              </a:gs>
              <a:gs pos="100000">
                <a:srgbClr val="D13B5F"/>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27" name="Google Shape;327;p36"/>
          <p:cNvSpPr txBox="1"/>
          <p:nvPr/>
        </p:nvSpPr>
        <p:spPr>
          <a:xfrm>
            <a:off x="1061975" y="4234939"/>
            <a:ext cx="1387200" cy="7005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03</a:t>
            </a:r>
            <a:endParaRPr b="1" sz="3641">
              <a:solidFill>
                <a:schemeClr val="lt1"/>
              </a:solidFill>
              <a:latin typeface="Plus Jakarta Sans"/>
              <a:ea typeface="Plus Jakarta Sans"/>
              <a:cs typeface="Plus Jakarta Sans"/>
              <a:sym typeface="Plus Jakarta Sans"/>
            </a:endParaRPr>
          </a:p>
        </p:txBody>
      </p:sp>
      <p:sp>
        <p:nvSpPr>
          <p:cNvPr id="328" name="Google Shape;328;p36"/>
          <p:cNvSpPr txBox="1"/>
          <p:nvPr/>
        </p:nvSpPr>
        <p:spPr>
          <a:xfrm>
            <a:off x="1061970" y="6999042"/>
            <a:ext cx="1387200" cy="700500"/>
          </a:xfrm>
          <a:prstGeom prst="rect">
            <a:avLst/>
          </a:prstGeom>
          <a:noFill/>
          <a:ln>
            <a:noFill/>
          </a:ln>
        </p:spPr>
        <p:txBody>
          <a:bodyPr anchorCtr="0" anchor="ctr"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04</a:t>
            </a:r>
            <a:endParaRPr b="1" sz="3641">
              <a:solidFill>
                <a:schemeClr val="lt1"/>
              </a:solidFill>
              <a:latin typeface="Plus Jakarta Sans"/>
              <a:ea typeface="Plus Jakarta Sans"/>
              <a:cs typeface="Plus Jakarta Sans"/>
              <a:sym typeface="Plus Jakarta Sans"/>
            </a:endParaRPr>
          </a:p>
        </p:txBody>
      </p:sp>
      <p:sp>
        <p:nvSpPr>
          <p:cNvPr id="329" name="Google Shape;329;p36"/>
          <p:cNvSpPr txBox="1"/>
          <p:nvPr/>
        </p:nvSpPr>
        <p:spPr>
          <a:xfrm>
            <a:off x="2399499" y="7349500"/>
            <a:ext cx="70413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a:t>
            </a:r>
            <a:endParaRPr sz="2124">
              <a:latin typeface="Instrument Sans"/>
              <a:ea typeface="Instrument Sans"/>
              <a:cs typeface="Instrument Sans"/>
              <a:sym typeface="Instrument Sans"/>
            </a:endParaRPr>
          </a:p>
        </p:txBody>
      </p:sp>
      <p:sp>
        <p:nvSpPr>
          <p:cNvPr id="330" name="Google Shape;330;p36"/>
          <p:cNvSpPr/>
          <p:nvPr/>
        </p:nvSpPr>
        <p:spPr>
          <a:xfrm rot="10800000">
            <a:off x="11772000" y="-37500"/>
            <a:ext cx="6516000" cy="10324500"/>
          </a:xfrm>
          <a:prstGeom prst="rect">
            <a:avLst/>
          </a:prstGeom>
          <a:gradFill>
            <a:gsLst>
              <a:gs pos="0">
                <a:srgbClr val="D13C60"/>
              </a:gs>
              <a:gs pos="100000">
                <a:srgbClr val="FFFF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nvSpPr>
        <p:spPr>
          <a:xfrm>
            <a:off x="848984" y="1760035"/>
            <a:ext cx="7824300" cy="1365600"/>
          </a:xfrm>
          <a:prstGeom prst="rect">
            <a:avLst/>
          </a:prstGeom>
          <a:noFill/>
          <a:ln>
            <a:noFill/>
          </a:ln>
        </p:spPr>
        <p:txBody>
          <a:bodyPr anchorCtr="0" anchor="t" bIns="69325" lIns="138700" spcFirstLastPara="1" rIns="138700" wrap="square" tIns="69325">
            <a:noAutofit/>
          </a:bodyPr>
          <a:lstStyle/>
          <a:p>
            <a:pPr indent="0" lvl="0" marL="0" rtl="0" algn="l">
              <a:lnSpc>
                <a:spcPct val="90000"/>
              </a:lnSpc>
              <a:spcBef>
                <a:spcPts val="0"/>
              </a:spcBef>
              <a:spcAft>
                <a:spcPts val="0"/>
              </a:spcAft>
              <a:buNone/>
            </a:pPr>
            <a:r>
              <a:rPr b="1" lang="en-US" sz="6675">
                <a:solidFill>
                  <a:srgbClr val="023047"/>
                </a:solidFill>
                <a:latin typeface="Sora"/>
                <a:ea typeface="Sora"/>
                <a:cs typeface="Sora"/>
                <a:sym typeface="Sora"/>
              </a:rPr>
              <a:t>Business Goals</a:t>
            </a:r>
            <a:endParaRPr b="1" sz="6675">
              <a:solidFill>
                <a:srgbClr val="023047"/>
              </a:solidFill>
              <a:latin typeface="Sora"/>
              <a:ea typeface="Sora"/>
              <a:cs typeface="Sora"/>
              <a:sym typeface="Sora"/>
            </a:endParaRPr>
          </a:p>
        </p:txBody>
      </p:sp>
      <p:sp>
        <p:nvSpPr>
          <p:cNvPr id="336" name="Google Shape;336;p37"/>
          <p:cNvSpPr/>
          <p:nvPr/>
        </p:nvSpPr>
        <p:spPr>
          <a:xfrm rot="10800000">
            <a:off x="809216" y="4209462"/>
            <a:ext cx="1435500" cy="751500"/>
          </a:xfrm>
          <a:prstGeom prst="rect">
            <a:avLst/>
          </a:prstGeom>
          <a:gradFill>
            <a:gsLst>
              <a:gs pos="0">
                <a:srgbClr val="EC683E"/>
              </a:gs>
              <a:gs pos="100000">
                <a:schemeClr val="lt1"/>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37" name="Google Shape;337;p37"/>
          <p:cNvSpPr txBox="1"/>
          <p:nvPr/>
        </p:nvSpPr>
        <p:spPr>
          <a:xfrm>
            <a:off x="2397355" y="4540000"/>
            <a:ext cx="68649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 </a:t>
            </a:r>
            <a:endParaRPr sz="2124">
              <a:latin typeface="Instrument Sans"/>
              <a:ea typeface="Instrument Sans"/>
              <a:cs typeface="Instrument Sans"/>
              <a:sym typeface="Instrument Sans"/>
            </a:endParaRPr>
          </a:p>
        </p:txBody>
      </p:sp>
      <p:sp>
        <p:nvSpPr>
          <p:cNvPr id="338" name="Google Shape;338;p37"/>
          <p:cNvSpPr txBox="1"/>
          <p:nvPr/>
        </p:nvSpPr>
        <p:spPr>
          <a:xfrm>
            <a:off x="2399818" y="4159229"/>
            <a:ext cx="32268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Revenue Growth</a:t>
            </a:r>
            <a:endParaRPr b="1" sz="2427">
              <a:solidFill>
                <a:srgbClr val="023047"/>
              </a:solidFill>
              <a:latin typeface="Sora"/>
              <a:ea typeface="Sora"/>
              <a:cs typeface="Sora"/>
              <a:sym typeface="Sora"/>
            </a:endParaRPr>
          </a:p>
        </p:txBody>
      </p:sp>
      <p:sp>
        <p:nvSpPr>
          <p:cNvPr id="339" name="Google Shape;339;p37"/>
          <p:cNvSpPr txBox="1"/>
          <p:nvPr/>
        </p:nvSpPr>
        <p:spPr>
          <a:xfrm>
            <a:off x="2404981" y="6927407"/>
            <a:ext cx="4311300" cy="5136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2427">
                <a:solidFill>
                  <a:srgbClr val="023047"/>
                </a:solidFill>
                <a:latin typeface="Sora"/>
                <a:ea typeface="Sora"/>
                <a:cs typeface="Sora"/>
                <a:sym typeface="Sora"/>
              </a:rPr>
              <a:t>Product Innovation</a:t>
            </a:r>
            <a:endParaRPr b="1" sz="2427">
              <a:solidFill>
                <a:srgbClr val="023047"/>
              </a:solidFill>
              <a:latin typeface="Sora"/>
              <a:ea typeface="Sora"/>
              <a:cs typeface="Sora"/>
              <a:sym typeface="Sora"/>
            </a:endParaRPr>
          </a:p>
        </p:txBody>
      </p:sp>
      <p:sp>
        <p:nvSpPr>
          <p:cNvPr id="340" name="Google Shape;340;p37"/>
          <p:cNvSpPr/>
          <p:nvPr/>
        </p:nvSpPr>
        <p:spPr>
          <a:xfrm rot="10800000">
            <a:off x="762971" y="6973557"/>
            <a:ext cx="1435500" cy="751500"/>
          </a:xfrm>
          <a:prstGeom prst="rect">
            <a:avLst/>
          </a:prstGeom>
          <a:gradFill>
            <a:gsLst>
              <a:gs pos="0">
                <a:srgbClr val="EC683E"/>
              </a:gs>
              <a:gs pos="100000">
                <a:schemeClr val="lt1"/>
              </a:gs>
            </a:gsLst>
            <a:lin ang="0" scaled="0"/>
          </a:gradFill>
          <a:ln>
            <a:noFill/>
          </a:ln>
        </p:spPr>
        <p:txBody>
          <a:bodyPr anchorCtr="0" anchor="ctr" bIns="69325" lIns="138700" spcFirstLastPara="1" rIns="138700" wrap="square" tIns="69325">
            <a:noAutofit/>
          </a:bodyPr>
          <a:lstStyle/>
          <a:p>
            <a:pPr indent="0" lvl="0" marL="0" marR="0" rtl="0" algn="ctr">
              <a:spcBef>
                <a:spcPts val="0"/>
              </a:spcBef>
              <a:spcAft>
                <a:spcPts val="0"/>
              </a:spcAft>
              <a:buNone/>
            </a:pPr>
            <a:r>
              <a:t/>
            </a:r>
            <a:endParaRPr sz="2731">
              <a:solidFill>
                <a:srgbClr val="FFFFFF"/>
              </a:solidFill>
              <a:latin typeface="Source Sans 3 ExtraLight"/>
              <a:ea typeface="Source Sans 3 ExtraLight"/>
              <a:cs typeface="Source Sans 3 ExtraLight"/>
              <a:sym typeface="Source Sans 3 ExtraLight"/>
            </a:endParaRPr>
          </a:p>
        </p:txBody>
      </p:sp>
      <p:sp>
        <p:nvSpPr>
          <p:cNvPr id="341" name="Google Shape;341;p37"/>
          <p:cNvSpPr txBox="1"/>
          <p:nvPr/>
        </p:nvSpPr>
        <p:spPr>
          <a:xfrm>
            <a:off x="1061975" y="4234939"/>
            <a:ext cx="1387200" cy="700500"/>
          </a:xfrm>
          <a:prstGeom prst="rect">
            <a:avLst/>
          </a:prstGeom>
          <a:noFill/>
          <a:ln>
            <a:noFill/>
          </a:ln>
        </p:spPr>
        <p:txBody>
          <a:bodyPr anchorCtr="0" anchor="t"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03</a:t>
            </a:r>
            <a:endParaRPr b="1" sz="3641">
              <a:solidFill>
                <a:schemeClr val="lt1"/>
              </a:solidFill>
              <a:latin typeface="Plus Jakarta Sans"/>
              <a:ea typeface="Plus Jakarta Sans"/>
              <a:cs typeface="Plus Jakarta Sans"/>
              <a:sym typeface="Plus Jakarta Sans"/>
            </a:endParaRPr>
          </a:p>
        </p:txBody>
      </p:sp>
      <p:sp>
        <p:nvSpPr>
          <p:cNvPr id="342" name="Google Shape;342;p37"/>
          <p:cNvSpPr txBox="1"/>
          <p:nvPr/>
        </p:nvSpPr>
        <p:spPr>
          <a:xfrm>
            <a:off x="1061970" y="6999042"/>
            <a:ext cx="1387200" cy="700500"/>
          </a:xfrm>
          <a:prstGeom prst="rect">
            <a:avLst/>
          </a:prstGeom>
          <a:noFill/>
          <a:ln>
            <a:noFill/>
          </a:ln>
        </p:spPr>
        <p:txBody>
          <a:bodyPr anchorCtr="0" anchor="ctr" bIns="69325" lIns="138700" spcFirstLastPara="1" rIns="138700" wrap="square" tIns="69325">
            <a:spAutoFit/>
          </a:bodyPr>
          <a:lstStyle/>
          <a:p>
            <a:pPr indent="0" lvl="0" marL="0" marR="0" rtl="0" algn="l">
              <a:spcBef>
                <a:spcPts val="0"/>
              </a:spcBef>
              <a:spcAft>
                <a:spcPts val="0"/>
              </a:spcAft>
              <a:buNone/>
            </a:pPr>
            <a:r>
              <a:rPr b="1" lang="en-US" sz="3641">
                <a:solidFill>
                  <a:schemeClr val="lt1"/>
                </a:solidFill>
                <a:latin typeface="Plus Jakarta Sans"/>
                <a:ea typeface="Plus Jakarta Sans"/>
                <a:cs typeface="Plus Jakarta Sans"/>
                <a:sym typeface="Plus Jakarta Sans"/>
              </a:rPr>
              <a:t>04</a:t>
            </a:r>
            <a:endParaRPr b="1" sz="3641">
              <a:solidFill>
                <a:schemeClr val="lt1"/>
              </a:solidFill>
              <a:latin typeface="Plus Jakarta Sans"/>
              <a:ea typeface="Plus Jakarta Sans"/>
              <a:cs typeface="Plus Jakarta Sans"/>
              <a:sym typeface="Plus Jakarta Sans"/>
            </a:endParaRPr>
          </a:p>
        </p:txBody>
      </p:sp>
      <p:sp>
        <p:nvSpPr>
          <p:cNvPr id="343" name="Google Shape;343;p37"/>
          <p:cNvSpPr txBox="1"/>
          <p:nvPr/>
        </p:nvSpPr>
        <p:spPr>
          <a:xfrm>
            <a:off x="2399499" y="7349500"/>
            <a:ext cx="7041300" cy="1260900"/>
          </a:xfrm>
          <a:prstGeom prst="rect">
            <a:avLst/>
          </a:prstGeom>
          <a:noFill/>
          <a:ln>
            <a:noFill/>
          </a:ln>
        </p:spPr>
        <p:txBody>
          <a:bodyPr anchorCtr="0" anchor="t" bIns="69325" lIns="138700" spcFirstLastPara="1" rIns="138700" wrap="square" tIns="69325">
            <a:spAutoFit/>
          </a:bodyPr>
          <a:lstStyle/>
          <a:p>
            <a:pPr indent="0" lvl="0" marL="0" marR="0" rtl="0" algn="l">
              <a:lnSpc>
                <a:spcPct val="150000"/>
              </a:lnSpc>
              <a:spcBef>
                <a:spcPts val="0"/>
              </a:spcBef>
              <a:spcAft>
                <a:spcPts val="0"/>
              </a:spcAft>
              <a:buNone/>
            </a:pPr>
            <a:r>
              <a:rPr lang="en-US" sz="1820">
                <a:solidFill>
                  <a:srgbClr val="3C3C3C"/>
                </a:solidFill>
                <a:latin typeface="Instrument Sans"/>
                <a:ea typeface="Instrument Sans"/>
                <a:cs typeface="Instrument Sans"/>
                <a:sym typeface="Instrument Sans"/>
              </a:rPr>
              <a:t>Diam in arcu cursus euismode quis viverra nibh pulvu ut aliqui purusa sit amet luctus venenatis vitae auctor eu augue lectus arcu</a:t>
            </a:r>
            <a:endParaRPr sz="2124">
              <a:latin typeface="Instrument Sans"/>
              <a:ea typeface="Instrument Sans"/>
              <a:cs typeface="Instrument Sans"/>
              <a:sym typeface="Instrument Sans"/>
            </a:endParaRPr>
          </a:p>
        </p:txBody>
      </p:sp>
      <p:sp>
        <p:nvSpPr>
          <p:cNvPr id="344" name="Google Shape;344;p37"/>
          <p:cNvSpPr/>
          <p:nvPr/>
        </p:nvSpPr>
        <p:spPr>
          <a:xfrm rot="10800000">
            <a:off x="11772000" y="-37500"/>
            <a:ext cx="6516000" cy="10324500"/>
          </a:xfrm>
          <a:prstGeom prst="rect">
            <a:avLst/>
          </a:prstGeom>
          <a:gradFill>
            <a:gsLst>
              <a:gs pos="0">
                <a:srgbClr val="EC683E"/>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p:nvPr/>
        </p:nvSpPr>
        <p:spPr>
          <a:xfrm>
            <a:off x="2698695" y="2528765"/>
            <a:ext cx="4966200" cy="4979400"/>
          </a:xfrm>
          <a:prstGeom prst="blockArc">
            <a:avLst>
              <a:gd fmla="val 8644548" name="adj1"/>
              <a:gd fmla="val 14039260" name="adj2"/>
              <a:gd fmla="val 24155" name="adj3"/>
            </a:avLst>
          </a:prstGeom>
          <a:solidFill>
            <a:srgbClr val="EC683E"/>
          </a:solidFill>
          <a:ln cap="flat" cmpd="sng" w="35825">
            <a:solidFill>
              <a:srgbClr val="FFFFFF"/>
            </a:solidFill>
            <a:prstDash val="solid"/>
            <a:miter lim="800000"/>
            <a:headEnd len="sm" w="sm" type="none"/>
            <a:tailEnd len="sm" w="sm" type="none"/>
          </a:ln>
        </p:spPr>
        <p:txBody>
          <a:bodyPr anchorCtr="0" anchor="ctr" bIns="85925" lIns="171900" spcFirstLastPara="1" rIns="171900" wrap="square" tIns="85925">
            <a:noAutofit/>
          </a:bodyPr>
          <a:lstStyle/>
          <a:p>
            <a:pPr indent="0" lvl="0" marL="0" marR="0" rtl="0" algn="ctr">
              <a:spcBef>
                <a:spcPts val="0"/>
              </a:spcBef>
              <a:spcAft>
                <a:spcPts val="0"/>
              </a:spcAft>
              <a:buNone/>
            </a:pPr>
            <a:r>
              <a:t/>
            </a:r>
            <a:endParaRPr sz="3384">
              <a:solidFill>
                <a:srgbClr val="3C3C3C"/>
              </a:solidFill>
              <a:latin typeface="Source Sans 3 ExtraLight"/>
              <a:ea typeface="Source Sans 3 ExtraLight"/>
              <a:cs typeface="Source Sans 3 ExtraLight"/>
              <a:sym typeface="Source Sans 3 ExtraLight"/>
            </a:endParaRPr>
          </a:p>
        </p:txBody>
      </p:sp>
      <p:sp>
        <p:nvSpPr>
          <p:cNvPr id="350" name="Google Shape;350;p38"/>
          <p:cNvSpPr/>
          <p:nvPr/>
        </p:nvSpPr>
        <p:spPr>
          <a:xfrm>
            <a:off x="2698695" y="2528765"/>
            <a:ext cx="4966200" cy="4979400"/>
          </a:xfrm>
          <a:prstGeom prst="blockArc">
            <a:avLst>
              <a:gd fmla="val 14027036" name="adj1"/>
              <a:gd fmla="val 16181243" name="adj2"/>
              <a:gd fmla="val 24406" name="adj3"/>
            </a:avLst>
          </a:prstGeom>
          <a:solidFill>
            <a:srgbClr val="5255BF"/>
          </a:solidFill>
          <a:ln cap="flat" cmpd="sng" w="35825">
            <a:solidFill>
              <a:srgbClr val="FFFFFF"/>
            </a:solidFill>
            <a:prstDash val="solid"/>
            <a:miter lim="800000"/>
            <a:headEnd len="sm" w="sm" type="none"/>
            <a:tailEnd len="sm" w="sm" type="none"/>
          </a:ln>
        </p:spPr>
        <p:txBody>
          <a:bodyPr anchorCtr="0" anchor="ctr" bIns="85925" lIns="171900" spcFirstLastPara="1" rIns="171900" wrap="square" tIns="85925">
            <a:noAutofit/>
          </a:bodyPr>
          <a:lstStyle/>
          <a:p>
            <a:pPr indent="0" lvl="0" marL="0" marR="0" rtl="0" algn="ctr">
              <a:spcBef>
                <a:spcPts val="0"/>
              </a:spcBef>
              <a:spcAft>
                <a:spcPts val="0"/>
              </a:spcAft>
              <a:buNone/>
            </a:pPr>
            <a:r>
              <a:t/>
            </a:r>
            <a:endParaRPr sz="3384">
              <a:solidFill>
                <a:srgbClr val="3C3C3C"/>
              </a:solidFill>
              <a:latin typeface="Source Sans 3 ExtraLight"/>
              <a:ea typeface="Source Sans 3 ExtraLight"/>
              <a:cs typeface="Source Sans 3 ExtraLight"/>
              <a:sym typeface="Source Sans 3 ExtraLight"/>
            </a:endParaRPr>
          </a:p>
        </p:txBody>
      </p:sp>
      <p:sp>
        <p:nvSpPr>
          <p:cNvPr id="351" name="Google Shape;351;p38"/>
          <p:cNvSpPr/>
          <p:nvPr/>
        </p:nvSpPr>
        <p:spPr>
          <a:xfrm>
            <a:off x="2698695" y="2528765"/>
            <a:ext cx="4966200" cy="4979400"/>
          </a:xfrm>
          <a:prstGeom prst="blockArc">
            <a:avLst>
              <a:gd fmla="val 2156901" name="adj1"/>
              <a:gd fmla="val 8655017" name="adj2"/>
              <a:gd fmla="val 24057" name="adj3"/>
            </a:avLst>
          </a:prstGeom>
          <a:solidFill>
            <a:srgbClr val="217BEE"/>
          </a:solidFill>
          <a:ln cap="flat" cmpd="sng" w="35825">
            <a:solidFill>
              <a:srgbClr val="FFFFFF"/>
            </a:solidFill>
            <a:prstDash val="solid"/>
            <a:miter lim="800000"/>
            <a:headEnd len="sm" w="sm" type="none"/>
            <a:tailEnd len="sm" w="sm" type="none"/>
          </a:ln>
        </p:spPr>
        <p:txBody>
          <a:bodyPr anchorCtr="0" anchor="ctr" bIns="85925" lIns="171900" spcFirstLastPara="1" rIns="171900" wrap="square" tIns="85925">
            <a:noAutofit/>
          </a:bodyPr>
          <a:lstStyle/>
          <a:p>
            <a:pPr indent="0" lvl="0" marL="0" marR="0" rtl="0" algn="ctr">
              <a:spcBef>
                <a:spcPts val="0"/>
              </a:spcBef>
              <a:spcAft>
                <a:spcPts val="0"/>
              </a:spcAft>
              <a:buNone/>
            </a:pPr>
            <a:r>
              <a:t/>
            </a:r>
            <a:endParaRPr sz="3384">
              <a:solidFill>
                <a:srgbClr val="3C3C3C"/>
              </a:solidFill>
              <a:latin typeface="Source Sans 3 ExtraLight"/>
              <a:ea typeface="Source Sans 3 ExtraLight"/>
              <a:cs typeface="Source Sans 3 ExtraLight"/>
              <a:sym typeface="Source Sans 3 ExtraLight"/>
            </a:endParaRPr>
          </a:p>
        </p:txBody>
      </p:sp>
      <p:sp>
        <p:nvSpPr>
          <p:cNvPr id="352" name="Google Shape;352;p38"/>
          <p:cNvSpPr/>
          <p:nvPr/>
        </p:nvSpPr>
        <p:spPr>
          <a:xfrm>
            <a:off x="2698695" y="2528765"/>
            <a:ext cx="4966200" cy="4979400"/>
          </a:xfrm>
          <a:prstGeom prst="blockArc">
            <a:avLst>
              <a:gd fmla="val 16197398" name="adj1"/>
              <a:gd fmla="val 2181113" name="adj2"/>
              <a:gd fmla="val 24278" name="adj3"/>
            </a:avLst>
          </a:prstGeom>
          <a:solidFill>
            <a:srgbClr val="D13B5F"/>
          </a:solidFill>
          <a:ln cap="flat" cmpd="sng" w="35825">
            <a:solidFill>
              <a:srgbClr val="FFFFFF"/>
            </a:solidFill>
            <a:prstDash val="solid"/>
            <a:miter lim="800000"/>
            <a:headEnd len="sm" w="sm" type="none"/>
            <a:tailEnd len="sm" w="sm" type="none"/>
          </a:ln>
        </p:spPr>
        <p:txBody>
          <a:bodyPr anchorCtr="0" anchor="ctr" bIns="85925" lIns="171900" spcFirstLastPara="1" rIns="171900" wrap="square" tIns="85925">
            <a:noAutofit/>
          </a:bodyPr>
          <a:lstStyle/>
          <a:p>
            <a:pPr indent="0" lvl="0" marL="0" marR="0" rtl="0" algn="ctr">
              <a:spcBef>
                <a:spcPts val="0"/>
              </a:spcBef>
              <a:spcAft>
                <a:spcPts val="0"/>
              </a:spcAft>
              <a:buNone/>
            </a:pPr>
            <a:r>
              <a:t/>
            </a:r>
            <a:endParaRPr sz="3384">
              <a:solidFill>
                <a:srgbClr val="3C3C3C"/>
              </a:solidFill>
              <a:latin typeface="Source Sans 3 ExtraLight"/>
              <a:ea typeface="Source Sans 3 ExtraLight"/>
              <a:cs typeface="Source Sans 3 ExtraLight"/>
              <a:sym typeface="Source Sans 3 ExtraLight"/>
            </a:endParaRPr>
          </a:p>
        </p:txBody>
      </p:sp>
      <p:sp>
        <p:nvSpPr>
          <p:cNvPr id="353" name="Google Shape;353;p38"/>
          <p:cNvSpPr txBox="1"/>
          <p:nvPr/>
        </p:nvSpPr>
        <p:spPr>
          <a:xfrm>
            <a:off x="807550" y="1004904"/>
            <a:ext cx="4764300" cy="1973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sz="4400">
                <a:solidFill>
                  <a:srgbClr val="023047"/>
                </a:solidFill>
                <a:latin typeface="Sora SemiBold"/>
                <a:ea typeface="Sora SemiBold"/>
                <a:cs typeface="Sora SemiBold"/>
                <a:sym typeface="Sora SemiBold"/>
              </a:rPr>
              <a:t>Budget by Department </a:t>
            </a:r>
            <a:endParaRPr sz="4400">
              <a:solidFill>
                <a:srgbClr val="023047"/>
              </a:solidFill>
              <a:latin typeface="Sora SemiBold"/>
              <a:ea typeface="Sora SemiBold"/>
              <a:cs typeface="Sora SemiBold"/>
              <a:sym typeface="Sora SemiBold"/>
            </a:endParaRPr>
          </a:p>
        </p:txBody>
      </p:sp>
      <p:graphicFrame>
        <p:nvGraphicFramePr>
          <p:cNvPr id="354" name="Google Shape;354;p38"/>
          <p:cNvGraphicFramePr/>
          <p:nvPr/>
        </p:nvGraphicFramePr>
        <p:xfrm>
          <a:off x="8881663" y="2194838"/>
          <a:ext cx="3000000" cy="3000000"/>
        </p:xfrm>
        <a:graphic>
          <a:graphicData uri="http://schemas.openxmlformats.org/drawingml/2006/table">
            <a:tbl>
              <a:tblPr bandRow="1" firstRow="1">
                <a:noFill/>
                <a:tableStyleId>{B6617D04-4DAC-4800-AE6E-E7EB7E862CA4}</a:tableStyleId>
              </a:tblPr>
              <a:tblGrid>
                <a:gridCol w="2854200"/>
                <a:gridCol w="2859525"/>
                <a:gridCol w="2856875"/>
              </a:tblGrid>
              <a:tr h="871325">
                <a:tc>
                  <a:txBody>
                    <a:bodyPr/>
                    <a:lstStyle/>
                    <a:p>
                      <a:pPr indent="0" lvl="0" marL="0" marR="0" rtl="0" algn="ctr">
                        <a:spcBef>
                          <a:spcPts val="0"/>
                        </a:spcBef>
                        <a:spcAft>
                          <a:spcPts val="0"/>
                        </a:spcAft>
                        <a:buNone/>
                      </a:pPr>
                      <a:r>
                        <a:rPr lang="en-US" sz="1600" u="none" cap="none" strike="noStrike">
                          <a:solidFill>
                            <a:srgbClr val="023047"/>
                          </a:solidFill>
                          <a:latin typeface="Plus Jakarta Sans"/>
                          <a:ea typeface="Plus Jakarta Sans"/>
                          <a:cs typeface="Plus Jakarta Sans"/>
                          <a:sym typeface="Plus Jakarta Sans"/>
                        </a:rPr>
                        <a:t>Department</a:t>
                      </a:r>
                      <a:endParaRPr sz="1600" u="none" cap="none" strike="noStrike">
                        <a:solidFill>
                          <a:srgbClr val="023047"/>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7CC8E3">
                        <a:alpha val="35290"/>
                      </a:srgbClr>
                    </a:solidFill>
                  </a:tcPr>
                </a:tc>
                <a:tc>
                  <a:txBody>
                    <a:bodyPr/>
                    <a:lstStyle/>
                    <a:p>
                      <a:pPr indent="0" lvl="0" marL="0" marR="0" rtl="0" algn="ctr">
                        <a:spcBef>
                          <a:spcPts val="0"/>
                        </a:spcBef>
                        <a:spcAft>
                          <a:spcPts val="0"/>
                        </a:spcAft>
                        <a:buNone/>
                      </a:pPr>
                      <a:r>
                        <a:rPr lang="en-US" sz="1600" u="none" cap="none" strike="noStrike">
                          <a:solidFill>
                            <a:srgbClr val="023047"/>
                          </a:solidFill>
                          <a:latin typeface="Plus Jakarta Sans"/>
                          <a:ea typeface="Plus Jakarta Sans"/>
                          <a:cs typeface="Plus Jakarta Sans"/>
                          <a:sym typeface="Plus Jakarta Sans"/>
                        </a:rPr>
                        <a:t>Budget (%)</a:t>
                      </a:r>
                      <a:endParaRPr sz="1600" u="none" cap="none" strike="noStrike">
                        <a:solidFill>
                          <a:srgbClr val="023047"/>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7CC8E3">
                        <a:alpha val="35290"/>
                      </a:srgbClr>
                    </a:solidFill>
                  </a:tcPr>
                </a:tc>
                <a:tc>
                  <a:txBody>
                    <a:bodyPr/>
                    <a:lstStyle/>
                    <a:p>
                      <a:pPr indent="0" lvl="0" marL="0" marR="0" rtl="0" algn="ctr">
                        <a:spcBef>
                          <a:spcPts val="0"/>
                        </a:spcBef>
                        <a:spcAft>
                          <a:spcPts val="0"/>
                        </a:spcAft>
                        <a:buNone/>
                      </a:pPr>
                      <a:r>
                        <a:rPr lang="en-US" sz="1600" u="none" cap="none" strike="noStrike">
                          <a:solidFill>
                            <a:srgbClr val="023047"/>
                          </a:solidFill>
                          <a:latin typeface="Plus Jakarta Sans"/>
                          <a:ea typeface="Plus Jakarta Sans"/>
                          <a:cs typeface="Plus Jakarta Sans"/>
                          <a:sym typeface="Plus Jakarta Sans"/>
                        </a:rPr>
                        <a:t>Budget ($)</a:t>
                      </a:r>
                      <a:endParaRPr sz="1600" u="none" cap="none" strike="noStrike">
                        <a:solidFill>
                          <a:srgbClr val="023047"/>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7CC8E3">
                        <a:alpha val="35290"/>
                      </a:srgbClr>
                    </a:solidFill>
                  </a:tcPr>
                </a:tc>
              </a:tr>
              <a:tr h="864500">
                <a:tc>
                  <a:txBody>
                    <a:bodyPr/>
                    <a:lstStyle/>
                    <a:p>
                      <a:pPr indent="0" lvl="0" marL="0" marR="0" rtl="0" algn="ctr">
                        <a:spcBef>
                          <a:spcPts val="0"/>
                        </a:spcBef>
                        <a:spcAft>
                          <a:spcPts val="0"/>
                        </a:spcAft>
                        <a:buNone/>
                      </a:pPr>
                      <a:r>
                        <a:rPr b="1" lang="en-US" sz="1200" u="none" cap="none" strike="noStrike"/>
                        <a:t>Marketing</a:t>
                      </a:r>
                      <a:endParaRPr b="1"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35%</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$525K</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r>
              <a:tr h="886700">
                <a:tc>
                  <a:txBody>
                    <a:bodyPr/>
                    <a:lstStyle/>
                    <a:p>
                      <a:pPr indent="0" lvl="0" marL="0" marR="0" rtl="0" algn="ctr">
                        <a:spcBef>
                          <a:spcPts val="0"/>
                        </a:spcBef>
                        <a:spcAft>
                          <a:spcPts val="0"/>
                        </a:spcAft>
                        <a:buNone/>
                      </a:pPr>
                      <a:r>
                        <a:rPr b="1" lang="en-US" sz="1200" u="none" cap="none" strike="noStrike"/>
                        <a:t>Operations</a:t>
                      </a:r>
                      <a:endParaRPr b="1"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30%</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$450K</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r>
              <a:tr h="886700">
                <a:tc>
                  <a:txBody>
                    <a:bodyPr/>
                    <a:lstStyle/>
                    <a:p>
                      <a:pPr indent="0" lvl="0" marL="0" marR="0" rtl="0" algn="ctr">
                        <a:spcBef>
                          <a:spcPts val="0"/>
                        </a:spcBef>
                        <a:spcAft>
                          <a:spcPts val="0"/>
                        </a:spcAft>
                        <a:buNone/>
                      </a:pPr>
                      <a:r>
                        <a:rPr b="1" lang="en-US" sz="1200" u="none" cap="none" strike="noStrike"/>
                        <a:t>Product</a:t>
                      </a:r>
                      <a:endParaRPr b="1"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25%</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$375K</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r>
              <a:tr h="902050">
                <a:tc>
                  <a:txBody>
                    <a:bodyPr/>
                    <a:lstStyle/>
                    <a:p>
                      <a:pPr indent="0" lvl="0" marL="0" marR="0" rtl="0" algn="ctr">
                        <a:spcBef>
                          <a:spcPts val="0"/>
                        </a:spcBef>
                        <a:spcAft>
                          <a:spcPts val="0"/>
                        </a:spcAft>
                        <a:buNone/>
                      </a:pPr>
                      <a:r>
                        <a:rPr b="1" lang="en-US" sz="1200" u="none" cap="none" strike="noStrike"/>
                        <a:t>HR</a:t>
                      </a:r>
                      <a:endParaRPr b="1"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10%</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US" sz="1200" u="none" cap="none" strike="noStrike"/>
                        <a:t>$150K</a:t>
                      </a:r>
                      <a:endParaRPr b="0" sz="1200" u="none" cap="none" strike="noStrike"/>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chemeClr val="lt1"/>
                    </a:solidFill>
                  </a:tcPr>
                </a:tc>
              </a:tr>
              <a:tr h="902050">
                <a:tc>
                  <a:txBody>
                    <a:bodyPr/>
                    <a:lstStyle/>
                    <a:p>
                      <a:pPr indent="0" lvl="0" marL="0" marR="0" rtl="0" algn="ctr">
                        <a:spcBef>
                          <a:spcPts val="0"/>
                        </a:spcBef>
                        <a:spcAft>
                          <a:spcPts val="0"/>
                        </a:spcAft>
                        <a:buNone/>
                      </a:pPr>
                      <a:r>
                        <a:rPr b="1" lang="en-US" sz="1800" u="none" cap="none" strike="noStrike">
                          <a:solidFill>
                            <a:srgbClr val="FFFFFF"/>
                          </a:solidFill>
                          <a:latin typeface="Plus Jakarta Sans"/>
                          <a:ea typeface="Plus Jakarta Sans"/>
                          <a:cs typeface="Plus Jakarta Sans"/>
                          <a:sym typeface="Plus Jakarta Sans"/>
                        </a:rPr>
                        <a:t>Total</a:t>
                      </a:r>
                      <a:endParaRPr b="1" sz="1800" u="none" cap="none" strike="noStrike">
                        <a:solidFill>
                          <a:srgbClr val="FFFFFF"/>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217BEE"/>
                    </a:solidFill>
                  </a:tcPr>
                </a:tc>
                <a:tc>
                  <a:txBody>
                    <a:bodyPr/>
                    <a:lstStyle/>
                    <a:p>
                      <a:pPr indent="0" lvl="0" marL="0" marR="0" rtl="0" algn="ctr">
                        <a:spcBef>
                          <a:spcPts val="0"/>
                        </a:spcBef>
                        <a:spcAft>
                          <a:spcPts val="0"/>
                        </a:spcAft>
                        <a:buNone/>
                      </a:pPr>
                      <a:r>
                        <a:rPr b="1" lang="en-US" sz="1800" u="none" cap="none" strike="noStrike">
                          <a:solidFill>
                            <a:srgbClr val="FFFFFF"/>
                          </a:solidFill>
                          <a:latin typeface="Plus Jakarta Sans"/>
                          <a:ea typeface="Plus Jakarta Sans"/>
                          <a:cs typeface="Plus Jakarta Sans"/>
                          <a:sym typeface="Plus Jakarta Sans"/>
                        </a:rPr>
                        <a:t>100%</a:t>
                      </a:r>
                      <a:endParaRPr b="1" sz="1800" u="none" cap="none" strike="noStrike">
                        <a:solidFill>
                          <a:srgbClr val="FFFFFF"/>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217BEE"/>
                    </a:solidFill>
                  </a:tcPr>
                </a:tc>
                <a:tc>
                  <a:txBody>
                    <a:bodyPr/>
                    <a:lstStyle/>
                    <a:p>
                      <a:pPr indent="0" lvl="0" marL="0" marR="0" rtl="0" algn="ctr">
                        <a:spcBef>
                          <a:spcPts val="0"/>
                        </a:spcBef>
                        <a:spcAft>
                          <a:spcPts val="0"/>
                        </a:spcAft>
                        <a:buNone/>
                      </a:pPr>
                      <a:r>
                        <a:rPr b="1" lang="en-US" sz="1800" u="none" cap="none" strike="noStrike">
                          <a:solidFill>
                            <a:srgbClr val="FFFFFF"/>
                          </a:solidFill>
                          <a:latin typeface="Plus Jakarta Sans"/>
                          <a:ea typeface="Plus Jakarta Sans"/>
                          <a:cs typeface="Plus Jakarta Sans"/>
                          <a:sym typeface="Plus Jakarta Sans"/>
                        </a:rPr>
                        <a:t>$1.500K</a:t>
                      </a:r>
                      <a:endParaRPr b="1" sz="1800" u="none" cap="none" strike="noStrike">
                        <a:solidFill>
                          <a:srgbClr val="FFFFFF"/>
                        </a:solidFill>
                        <a:latin typeface="Plus Jakarta Sans"/>
                        <a:ea typeface="Plus Jakarta Sans"/>
                        <a:cs typeface="Plus Jakarta Sans"/>
                        <a:sym typeface="Plus Jakarta Sans"/>
                      </a:endParaRPr>
                    </a:p>
                  </a:txBody>
                  <a:tcPr marT="45725" marB="45725" marR="91450" marL="91450" anchor="ctr">
                    <a:lnL cap="flat" cmpd="sng" w="12700">
                      <a:solidFill>
                        <a:srgbClr val="023047"/>
                      </a:solidFill>
                      <a:prstDash val="solid"/>
                      <a:round/>
                      <a:headEnd len="sm" w="sm" type="none"/>
                      <a:tailEnd len="sm" w="sm" type="none"/>
                    </a:lnL>
                    <a:lnR cap="flat" cmpd="sng" w="12700">
                      <a:solidFill>
                        <a:srgbClr val="023047"/>
                      </a:solidFill>
                      <a:prstDash val="solid"/>
                      <a:round/>
                      <a:headEnd len="sm" w="sm" type="none"/>
                      <a:tailEnd len="sm" w="sm" type="none"/>
                    </a:lnR>
                    <a:lnT cap="flat" cmpd="sng" w="12700">
                      <a:solidFill>
                        <a:srgbClr val="023047"/>
                      </a:solidFill>
                      <a:prstDash val="solid"/>
                      <a:round/>
                      <a:headEnd len="sm" w="sm" type="none"/>
                      <a:tailEnd len="sm" w="sm" type="none"/>
                    </a:lnT>
                    <a:lnB cap="flat" cmpd="sng" w="12700">
                      <a:solidFill>
                        <a:srgbClr val="023047"/>
                      </a:solidFill>
                      <a:prstDash val="solid"/>
                      <a:round/>
                      <a:headEnd len="sm" w="sm" type="none"/>
                      <a:tailEnd len="sm" w="sm" type="none"/>
                    </a:lnB>
                    <a:solidFill>
                      <a:srgbClr val="217BEE"/>
                    </a:solidFill>
                  </a:tcPr>
                </a:tc>
              </a:tr>
            </a:tbl>
          </a:graphicData>
        </a:graphic>
      </p:graphicFrame>
      <p:sp>
        <p:nvSpPr>
          <p:cNvPr id="355" name="Google Shape;355;p38"/>
          <p:cNvSpPr txBox="1"/>
          <p:nvPr/>
        </p:nvSpPr>
        <p:spPr>
          <a:xfrm>
            <a:off x="3076010" y="8604806"/>
            <a:ext cx="2467200" cy="410400"/>
          </a:xfrm>
          <a:prstGeom prst="rect">
            <a:avLst/>
          </a:prstGeom>
          <a:noFill/>
          <a:ln>
            <a:noFill/>
          </a:ln>
        </p:spPr>
        <p:txBody>
          <a:bodyPr anchorCtr="0" anchor="t" bIns="55400" lIns="110850" spcFirstLastPara="1" rIns="110850" wrap="square" tIns="55400">
            <a:noAutofit/>
          </a:bodyPr>
          <a:lstStyle/>
          <a:p>
            <a:pPr indent="0" lvl="0" marL="0" marR="0" rtl="0" algn="l">
              <a:spcBef>
                <a:spcPts val="0"/>
              </a:spcBef>
              <a:spcAft>
                <a:spcPts val="0"/>
              </a:spcAft>
              <a:buNone/>
            </a:pPr>
            <a:r>
              <a:rPr b="1" lang="en-US" sz="1939">
                <a:solidFill>
                  <a:srgbClr val="EC683E"/>
                </a:solidFill>
                <a:latin typeface="Sora"/>
                <a:ea typeface="Sora"/>
                <a:cs typeface="Sora"/>
                <a:sym typeface="Sora"/>
              </a:rPr>
              <a:t>Marketing</a:t>
            </a:r>
            <a:endParaRPr b="1" sz="1939">
              <a:solidFill>
                <a:srgbClr val="EC683E"/>
              </a:solidFill>
              <a:latin typeface="Sora"/>
              <a:ea typeface="Sora"/>
              <a:cs typeface="Sora"/>
              <a:sym typeface="Sora"/>
            </a:endParaRPr>
          </a:p>
        </p:txBody>
      </p:sp>
      <p:sp>
        <p:nvSpPr>
          <p:cNvPr id="356" name="Google Shape;356;p38"/>
          <p:cNvSpPr txBox="1"/>
          <p:nvPr/>
        </p:nvSpPr>
        <p:spPr>
          <a:xfrm>
            <a:off x="3077601" y="9022490"/>
            <a:ext cx="2544300" cy="1007700"/>
          </a:xfrm>
          <a:prstGeom prst="rect">
            <a:avLst/>
          </a:prstGeom>
          <a:noFill/>
          <a:ln>
            <a:noFill/>
          </a:ln>
        </p:spPr>
        <p:txBody>
          <a:bodyPr anchorCtr="0" anchor="t" bIns="55400" lIns="110850" spcFirstLastPara="1" rIns="110850" wrap="square" tIns="55400">
            <a:spAutoFit/>
          </a:bodyPr>
          <a:lstStyle/>
          <a:p>
            <a:pPr indent="0" lvl="0" marL="0" marR="0" rtl="0" algn="l">
              <a:lnSpc>
                <a:spcPct val="150000"/>
              </a:lnSpc>
              <a:spcBef>
                <a:spcPts val="0"/>
              </a:spcBef>
              <a:spcAft>
                <a:spcPts val="0"/>
              </a:spcAft>
              <a:buNone/>
            </a:pPr>
            <a:r>
              <a:rPr lang="en-US" sz="1454">
                <a:solidFill>
                  <a:srgbClr val="3C3C3C"/>
                </a:solidFill>
                <a:latin typeface="Instrument Sans"/>
                <a:ea typeface="Instrument Sans"/>
                <a:cs typeface="Instrument Sans"/>
                <a:sym typeface="Instrument Sans"/>
              </a:rPr>
              <a:t>Diam arcu cursus euismode quis viverra nibh pulvu.</a:t>
            </a:r>
            <a:endParaRPr sz="1454">
              <a:solidFill>
                <a:srgbClr val="3C3C3C"/>
              </a:solidFill>
              <a:latin typeface="Instrument Sans"/>
              <a:ea typeface="Instrument Sans"/>
              <a:cs typeface="Instrument Sans"/>
              <a:sym typeface="Instrument Sans"/>
            </a:endParaRPr>
          </a:p>
        </p:txBody>
      </p:sp>
      <p:sp>
        <p:nvSpPr>
          <p:cNvPr id="357" name="Google Shape;357;p38"/>
          <p:cNvSpPr/>
          <p:nvPr/>
        </p:nvSpPr>
        <p:spPr>
          <a:xfrm>
            <a:off x="2446299" y="8844282"/>
            <a:ext cx="567300" cy="567300"/>
          </a:xfrm>
          <a:prstGeom prst="flowChartConnector">
            <a:avLst/>
          </a:prstGeom>
          <a:solidFill>
            <a:srgbClr val="EC683E"/>
          </a:solidFill>
          <a:ln>
            <a:noFill/>
          </a:ln>
        </p:spPr>
        <p:txBody>
          <a:bodyPr anchorCtr="0" anchor="ctr" bIns="55400" lIns="110850" spcFirstLastPara="1" rIns="110850" wrap="square" tIns="55400">
            <a:noAutofit/>
          </a:bodyPr>
          <a:lstStyle/>
          <a:p>
            <a:pPr indent="0" lvl="0" marL="0" marR="0" rtl="0" algn="ctr">
              <a:spcBef>
                <a:spcPts val="0"/>
              </a:spcBef>
              <a:spcAft>
                <a:spcPts val="0"/>
              </a:spcAft>
              <a:buNone/>
            </a:pPr>
            <a:r>
              <a:t/>
            </a:r>
            <a:endParaRPr sz="2182">
              <a:solidFill>
                <a:srgbClr val="FFFFFF"/>
              </a:solidFill>
              <a:latin typeface="Source Sans 3 ExtraLight"/>
              <a:ea typeface="Source Sans 3 ExtraLight"/>
              <a:cs typeface="Source Sans 3 ExtraLight"/>
              <a:sym typeface="Source Sans 3 ExtraLight"/>
            </a:endParaRPr>
          </a:p>
        </p:txBody>
      </p:sp>
      <p:sp>
        <p:nvSpPr>
          <p:cNvPr id="358" name="Google Shape;358;p38"/>
          <p:cNvSpPr/>
          <p:nvPr/>
        </p:nvSpPr>
        <p:spPr>
          <a:xfrm>
            <a:off x="2568232" y="8959867"/>
            <a:ext cx="323581" cy="322804"/>
          </a:xfrm>
          <a:custGeom>
            <a:rect b="b" l="l" r="r" t="t"/>
            <a:pathLst>
              <a:path extrusionOk="0" h="176" w="177">
                <a:moveTo>
                  <a:pt x="161" y="88"/>
                </a:moveTo>
                <a:cubicBezTo>
                  <a:pt x="161" y="77"/>
                  <a:pt x="167" y="68"/>
                  <a:pt x="177" y="64"/>
                </a:cubicBezTo>
                <a:cubicBezTo>
                  <a:pt x="175" y="56"/>
                  <a:pt x="172" y="49"/>
                  <a:pt x="168" y="42"/>
                </a:cubicBezTo>
                <a:cubicBezTo>
                  <a:pt x="158" y="46"/>
                  <a:pt x="147" y="45"/>
                  <a:pt x="139" y="37"/>
                </a:cubicBezTo>
                <a:cubicBezTo>
                  <a:pt x="132" y="29"/>
                  <a:pt x="130" y="18"/>
                  <a:pt x="134" y="9"/>
                </a:cubicBezTo>
                <a:cubicBezTo>
                  <a:pt x="128" y="5"/>
                  <a:pt x="120" y="2"/>
                  <a:pt x="112" y="0"/>
                </a:cubicBezTo>
                <a:cubicBezTo>
                  <a:pt x="109" y="9"/>
                  <a:pt x="100" y="16"/>
                  <a:pt x="89" y="16"/>
                </a:cubicBezTo>
                <a:cubicBezTo>
                  <a:pt x="78" y="16"/>
                  <a:pt x="69" y="9"/>
                  <a:pt x="65" y="0"/>
                </a:cubicBezTo>
                <a:cubicBezTo>
                  <a:pt x="57" y="2"/>
                  <a:pt x="50" y="5"/>
                  <a:pt x="43" y="9"/>
                </a:cubicBezTo>
                <a:cubicBezTo>
                  <a:pt x="47" y="18"/>
                  <a:pt x="46" y="29"/>
                  <a:pt x="38" y="37"/>
                </a:cubicBezTo>
                <a:cubicBezTo>
                  <a:pt x="30" y="45"/>
                  <a:pt x="19" y="46"/>
                  <a:pt x="10" y="42"/>
                </a:cubicBezTo>
                <a:cubicBezTo>
                  <a:pt x="6" y="49"/>
                  <a:pt x="3" y="56"/>
                  <a:pt x="0" y="64"/>
                </a:cubicBezTo>
                <a:cubicBezTo>
                  <a:pt x="10" y="68"/>
                  <a:pt x="17" y="77"/>
                  <a:pt x="17" y="88"/>
                </a:cubicBezTo>
                <a:cubicBezTo>
                  <a:pt x="17" y="99"/>
                  <a:pt x="10" y="108"/>
                  <a:pt x="0" y="111"/>
                </a:cubicBezTo>
                <a:cubicBezTo>
                  <a:pt x="3" y="119"/>
                  <a:pt x="6" y="127"/>
                  <a:pt x="10" y="134"/>
                </a:cubicBezTo>
                <a:cubicBezTo>
                  <a:pt x="19" y="129"/>
                  <a:pt x="30" y="131"/>
                  <a:pt x="38" y="139"/>
                </a:cubicBezTo>
                <a:cubicBezTo>
                  <a:pt x="46" y="146"/>
                  <a:pt x="47" y="158"/>
                  <a:pt x="43" y="167"/>
                </a:cubicBezTo>
                <a:cubicBezTo>
                  <a:pt x="50" y="171"/>
                  <a:pt x="57" y="174"/>
                  <a:pt x="65" y="176"/>
                </a:cubicBezTo>
                <a:cubicBezTo>
                  <a:pt x="69" y="166"/>
                  <a:pt x="78" y="160"/>
                  <a:pt x="89" y="160"/>
                </a:cubicBezTo>
                <a:cubicBezTo>
                  <a:pt x="100" y="160"/>
                  <a:pt x="109" y="166"/>
                  <a:pt x="112" y="176"/>
                </a:cubicBezTo>
                <a:cubicBezTo>
                  <a:pt x="120" y="174"/>
                  <a:pt x="128" y="171"/>
                  <a:pt x="134" y="167"/>
                </a:cubicBezTo>
                <a:cubicBezTo>
                  <a:pt x="130" y="158"/>
                  <a:pt x="132" y="146"/>
                  <a:pt x="139" y="139"/>
                </a:cubicBezTo>
                <a:cubicBezTo>
                  <a:pt x="147" y="131"/>
                  <a:pt x="158" y="129"/>
                  <a:pt x="168" y="134"/>
                </a:cubicBezTo>
                <a:cubicBezTo>
                  <a:pt x="172" y="127"/>
                  <a:pt x="175" y="119"/>
                  <a:pt x="177" y="111"/>
                </a:cubicBezTo>
                <a:cubicBezTo>
                  <a:pt x="167" y="108"/>
                  <a:pt x="161" y="99"/>
                  <a:pt x="161" y="88"/>
                </a:cubicBezTo>
                <a:moveTo>
                  <a:pt x="89" y="132"/>
                </a:moveTo>
                <a:cubicBezTo>
                  <a:pt x="64" y="132"/>
                  <a:pt x="45" y="112"/>
                  <a:pt x="45" y="88"/>
                </a:cubicBezTo>
                <a:cubicBezTo>
                  <a:pt x="45" y="64"/>
                  <a:pt x="64" y="44"/>
                  <a:pt x="89" y="44"/>
                </a:cubicBezTo>
                <a:cubicBezTo>
                  <a:pt x="113" y="44"/>
                  <a:pt x="133" y="64"/>
                  <a:pt x="133" y="88"/>
                </a:cubicBezTo>
                <a:cubicBezTo>
                  <a:pt x="133" y="112"/>
                  <a:pt x="113" y="132"/>
                  <a:pt x="89" y="132"/>
                </a:cubicBezTo>
                <a:moveTo>
                  <a:pt x="89" y="48"/>
                </a:moveTo>
                <a:cubicBezTo>
                  <a:pt x="67" y="48"/>
                  <a:pt x="49" y="66"/>
                  <a:pt x="49" y="88"/>
                </a:cubicBezTo>
                <a:cubicBezTo>
                  <a:pt x="49" y="110"/>
                  <a:pt x="67" y="128"/>
                  <a:pt x="89" y="128"/>
                </a:cubicBezTo>
                <a:cubicBezTo>
                  <a:pt x="111" y="128"/>
                  <a:pt x="128" y="110"/>
                  <a:pt x="128" y="88"/>
                </a:cubicBezTo>
                <a:cubicBezTo>
                  <a:pt x="128" y="66"/>
                  <a:pt x="111" y="48"/>
                  <a:pt x="89" y="48"/>
                </a:cubicBezTo>
                <a:moveTo>
                  <a:pt x="89" y="115"/>
                </a:moveTo>
                <a:cubicBezTo>
                  <a:pt x="74" y="115"/>
                  <a:pt x="62" y="103"/>
                  <a:pt x="62" y="88"/>
                </a:cubicBezTo>
                <a:cubicBezTo>
                  <a:pt x="62" y="73"/>
                  <a:pt x="74" y="61"/>
                  <a:pt x="89" y="61"/>
                </a:cubicBezTo>
                <a:cubicBezTo>
                  <a:pt x="103" y="61"/>
                  <a:pt x="115" y="73"/>
                  <a:pt x="115" y="88"/>
                </a:cubicBezTo>
                <a:cubicBezTo>
                  <a:pt x="115" y="103"/>
                  <a:pt x="103" y="115"/>
                  <a:pt x="89" y="115"/>
                </a:cubicBezTo>
              </a:path>
            </a:pathLst>
          </a:custGeom>
          <a:solidFill>
            <a:srgbClr val="FFFFFF"/>
          </a:solidFill>
          <a:ln>
            <a:noFill/>
          </a:ln>
        </p:spPr>
        <p:txBody>
          <a:bodyPr anchorCtr="0" anchor="ctr" bIns="27700" lIns="55400" spcFirstLastPara="1" rIns="55400" wrap="square" tIns="27700">
            <a:noAutofit/>
          </a:bodyPr>
          <a:lstStyle/>
          <a:p>
            <a:pPr indent="0" lvl="0" marL="0" marR="0" rtl="0" algn="l">
              <a:spcBef>
                <a:spcPts val="0"/>
              </a:spcBef>
              <a:spcAft>
                <a:spcPts val="0"/>
              </a:spcAft>
              <a:buNone/>
            </a:pPr>
            <a:r>
              <a:t/>
            </a:r>
            <a:endParaRPr sz="1091">
              <a:solidFill>
                <a:srgbClr val="3C3C3C"/>
              </a:solidFill>
              <a:latin typeface="Source Sans 3 ExtraLight"/>
              <a:ea typeface="Source Sans 3 ExtraLight"/>
              <a:cs typeface="Source Sans 3 ExtraLight"/>
              <a:sym typeface="Source Sans 3 ExtraLight"/>
            </a:endParaRPr>
          </a:p>
        </p:txBody>
      </p:sp>
      <p:sp>
        <p:nvSpPr>
          <p:cNvPr id="359" name="Google Shape;359;p38"/>
          <p:cNvSpPr/>
          <p:nvPr/>
        </p:nvSpPr>
        <p:spPr>
          <a:xfrm>
            <a:off x="5980870" y="8846119"/>
            <a:ext cx="567300" cy="567300"/>
          </a:xfrm>
          <a:prstGeom prst="flowChartConnector">
            <a:avLst/>
          </a:prstGeom>
          <a:solidFill>
            <a:srgbClr val="217BEE"/>
          </a:solidFill>
          <a:ln>
            <a:noFill/>
          </a:ln>
        </p:spPr>
        <p:txBody>
          <a:bodyPr anchorCtr="0" anchor="ctr" bIns="55400" lIns="110850" spcFirstLastPara="1" rIns="110850" wrap="square" tIns="55400">
            <a:noAutofit/>
          </a:bodyPr>
          <a:lstStyle/>
          <a:p>
            <a:pPr indent="0" lvl="0" marL="0" marR="0" rtl="0" algn="ctr">
              <a:spcBef>
                <a:spcPts val="0"/>
              </a:spcBef>
              <a:spcAft>
                <a:spcPts val="0"/>
              </a:spcAft>
              <a:buNone/>
            </a:pPr>
            <a:r>
              <a:t/>
            </a:r>
            <a:endParaRPr sz="2182">
              <a:solidFill>
                <a:srgbClr val="FFFFFF"/>
              </a:solidFill>
              <a:latin typeface="Source Sans 3 ExtraLight"/>
              <a:ea typeface="Source Sans 3 ExtraLight"/>
              <a:cs typeface="Source Sans 3 ExtraLight"/>
              <a:sym typeface="Source Sans 3 ExtraLight"/>
            </a:endParaRPr>
          </a:p>
        </p:txBody>
      </p:sp>
      <p:sp>
        <p:nvSpPr>
          <p:cNvPr id="360" name="Google Shape;360;p38"/>
          <p:cNvSpPr/>
          <p:nvPr/>
        </p:nvSpPr>
        <p:spPr>
          <a:xfrm>
            <a:off x="6127709" y="8993559"/>
            <a:ext cx="273769" cy="242084"/>
          </a:xfrm>
          <a:custGeom>
            <a:rect b="b" l="l" r="r" t="t"/>
            <a:pathLst>
              <a:path extrusionOk="0" h="171" w="194">
                <a:moveTo>
                  <a:pt x="177" y="96"/>
                </a:moveTo>
                <a:cubicBezTo>
                  <a:pt x="183" y="96"/>
                  <a:pt x="189" y="94"/>
                  <a:pt x="194" y="91"/>
                </a:cubicBezTo>
                <a:cubicBezTo>
                  <a:pt x="194" y="171"/>
                  <a:pt x="194" y="171"/>
                  <a:pt x="194" y="171"/>
                </a:cubicBezTo>
                <a:cubicBezTo>
                  <a:pt x="0" y="171"/>
                  <a:pt x="0" y="171"/>
                  <a:pt x="0" y="171"/>
                </a:cubicBezTo>
                <a:cubicBezTo>
                  <a:pt x="0" y="91"/>
                  <a:pt x="0" y="91"/>
                  <a:pt x="0" y="91"/>
                </a:cubicBezTo>
                <a:cubicBezTo>
                  <a:pt x="5" y="94"/>
                  <a:pt x="11" y="96"/>
                  <a:pt x="18" y="96"/>
                </a:cubicBezTo>
                <a:cubicBezTo>
                  <a:pt x="80" y="96"/>
                  <a:pt x="80" y="96"/>
                  <a:pt x="80" y="96"/>
                </a:cubicBezTo>
                <a:cubicBezTo>
                  <a:pt x="80" y="99"/>
                  <a:pt x="80" y="99"/>
                  <a:pt x="80" y="99"/>
                </a:cubicBezTo>
                <a:cubicBezTo>
                  <a:pt x="80" y="108"/>
                  <a:pt x="87" y="115"/>
                  <a:pt x="96" y="115"/>
                </a:cubicBezTo>
                <a:cubicBezTo>
                  <a:pt x="99" y="115"/>
                  <a:pt x="99" y="115"/>
                  <a:pt x="99" y="115"/>
                </a:cubicBezTo>
                <a:cubicBezTo>
                  <a:pt x="108" y="115"/>
                  <a:pt x="115" y="108"/>
                  <a:pt x="115" y="99"/>
                </a:cubicBezTo>
                <a:cubicBezTo>
                  <a:pt x="115" y="96"/>
                  <a:pt x="115" y="96"/>
                  <a:pt x="115" y="96"/>
                </a:cubicBezTo>
                <a:lnTo>
                  <a:pt x="177" y="96"/>
                </a:lnTo>
                <a:close/>
                <a:moveTo>
                  <a:pt x="194" y="30"/>
                </a:moveTo>
                <a:cubicBezTo>
                  <a:pt x="194" y="79"/>
                  <a:pt x="194" y="79"/>
                  <a:pt x="194" y="79"/>
                </a:cubicBezTo>
                <a:cubicBezTo>
                  <a:pt x="190" y="83"/>
                  <a:pt x="183" y="86"/>
                  <a:pt x="177" y="86"/>
                </a:cubicBezTo>
                <a:cubicBezTo>
                  <a:pt x="115" y="86"/>
                  <a:pt x="115" y="86"/>
                  <a:pt x="115" y="86"/>
                </a:cubicBezTo>
                <a:cubicBezTo>
                  <a:pt x="115" y="83"/>
                  <a:pt x="115" y="83"/>
                  <a:pt x="115" y="83"/>
                </a:cubicBezTo>
                <a:cubicBezTo>
                  <a:pt x="115" y="75"/>
                  <a:pt x="108" y="67"/>
                  <a:pt x="99" y="67"/>
                </a:cubicBezTo>
                <a:cubicBezTo>
                  <a:pt x="96" y="67"/>
                  <a:pt x="96" y="67"/>
                  <a:pt x="96" y="67"/>
                </a:cubicBezTo>
                <a:cubicBezTo>
                  <a:pt x="87" y="67"/>
                  <a:pt x="80" y="75"/>
                  <a:pt x="80" y="83"/>
                </a:cubicBezTo>
                <a:cubicBezTo>
                  <a:pt x="80" y="86"/>
                  <a:pt x="80" y="86"/>
                  <a:pt x="80" y="86"/>
                </a:cubicBezTo>
                <a:cubicBezTo>
                  <a:pt x="18" y="86"/>
                  <a:pt x="18" y="86"/>
                  <a:pt x="18" y="86"/>
                </a:cubicBezTo>
                <a:cubicBezTo>
                  <a:pt x="11" y="86"/>
                  <a:pt x="5" y="83"/>
                  <a:pt x="0" y="79"/>
                </a:cubicBezTo>
                <a:cubicBezTo>
                  <a:pt x="0" y="30"/>
                  <a:pt x="0" y="30"/>
                  <a:pt x="0" y="30"/>
                </a:cubicBezTo>
                <a:cubicBezTo>
                  <a:pt x="15" y="30"/>
                  <a:pt x="15" y="30"/>
                  <a:pt x="15" y="30"/>
                </a:cubicBezTo>
                <a:cubicBezTo>
                  <a:pt x="15" y="25"/>
                  <a:pt x="15" y="25"/>
                  <a:pt x="15" y="25"/>
                </a:cubicBezTo>
                <a:cubicBezTo>
                  <a:pt x="36" y="25"/>
                  <a:pt x="36" y="25"/>
                  <a:pt x="36" y="25"/>
                </a:cubicBezTo>
                <a:cubicBezTo>
                  <a:pt x="36" y="30"/>
                  <a:pt x="36" y="30"/>
                  <a:pt x="36" y="30"/>
                </a:cubicBezTo>
                <a:cubicBezTo>
                  <a:pt x="54" y="30"/>
                  <a:pt x="54" y="30"/>
                  <a:pt x="54" y="30"/>
                </a:cubicBezTo>
                <a:cubicBezTo>
                  <a:pt x="54" y="14"/>
                  <a:pt x="54" y="14"/>
                  <a:pt x="54" y="14"/>
                </a:cubicBezTo>
                <a:cubicBezTo>
                  <a:pt x="54" y="8"/>
                  <a:pt x="59" y="2"/>
                  <a:pt x="66" y="2"/>
                </a:cubicBezTo>
                <a:cubicBezTo>
                  <a:pt x="75" y="2"/>
                  <a:pt x="75" y="2"/>
                  <a:pt x="75" y="2"/>
                </a:cubicBezTo>
                <a:cubicBezTo>
                  <a:pt x="75" y="0"/>
                  <a:pt x="75" y="0"/>
                  <a:pt x="75" y="0"/>
                </a:cubicBezTo>
                <a:cubicBezTo>
                  <a:pt x="120" y="0"/>
                  <a:pt x="120" y="0"/>
                  <a:pt x="120" y="0"/>
                </a:cubicBezTo>
                <a:cubicBezTo>
                  <a:pt x="120" y="2"/>
                  <a:pt x="120" y="2"/>
                  <a:pt x="120" y="2"/>
                </a:cubicBezTo>
                <a:cubicBezTo>
                  <a:pt x="129" y="2"/>
                  <a:pt x="129" y="2"/>
                  <a:pt x="129" y="2"/>
                </a:cubicBezTo>
                <a:cubicBezTo>
                  <a:pt x="136" y="2"/>
                  <a:pt x="141" y="8"/>
                  <a:pt x="141" y="14"/>
                </a:cubicBezTo>
                <a:cubicBezTo>
                  <a:pt x="141" y="30"/>
                  <a:pt x="141" y="30"/>
                  <a:pt x="141" y="30"/>
                </a:cubicBezTo>
                <a:cubicBezTo>
                  <a:pt x="159" y="30"/>
                  <a:pt x="159" y="30"/>
                  <a:pt x="159" y="30"/>
                </a:cubicBezTo>
                <a:cubicBezTo>
                  <a:pt x="159" y="25"/>
                  <a:pt x="159" y="25"/>
                  <a:pt x="159" y="25"/>
                </a:cubicBezTo>
                <a:cubicBezTo>
                  <a:pt x="180" y="25"/>
                  <a:pt x="180" y="25"/>
                  <a:pt x="180" y="25"/>
                </a:cubicBezTo>
                <a:cubicBezTo>
                  <a:pt x="180" y="30"/>
                  <a:pt x="180" y="30"/>
                  <a:pt x="180" y="30"/>
                </a:cubicBezTo>
                <a:lnTo>
                  <a:pt x="194" y="30"/>
                </a:lnTo>
                <a:close/>
                <a:moveTo>
                  <a:pt x="133" y="14"/>
                </a:moveTo>
                <a:cubicBezTo>
                  <a:pt x="133" y="12"/>
                  <a:pt x="131" y="10"/>
                  <a:pt x="129" y="10"/>
                </a:cubicBezTo>
                <a:cubicBezTo>
                  <a:pt x="120" y="10"/>
                  <a:pt x="120" y="10"/>
                  <a:pt x="120" y="10"/>
                </a:cubicBezTo>
                <a:cubicBezTo>
                  <a:pt x="120" y="12"/>
                  <a:pt x="120" y="12"/>
                  <a:pt x="120" y="12"/>
                </a:cubicBezTo>
                <a:cubicBezTo>
                  <a:pt x="75" y="12"/>
                  <a:pt x="75" y="12"/>
                  <a:pt x="75" y="12"/>
                </a:cubicBezTo>
                <a:cubicBezTo>
                  <a:pt x="75" y="10"/>
                  <a:pt x="75" y="10"/>
                  <a:pt x="75" y="10"/>
                </a:cubicBezTo>
                <a:cubicBezTo>
                  <a:pt x="66" y="10"/>
                  <a:pt x="66" y="10"/>
                  <a:pt x="66" y="10"/>
                </a:cubicBezTo>
                <a:cubicBezTo>
                  <a:pt x="64" y="10"/>
                  <a:pt x="62" y="12"/>
                  <a:pt x="62" y="14"/>
                </a:cubicBezTo>
                <a:cubicBezTo>
                  <a:pt x="62" y="30"/>
                  <a:pt x="62" y="30"/>
                  <a:pt x="62" y="30"/>
                </a:cubicBezTo>
                <a:cubicBezTo>
                  <a:pt x="133" y="30"/>
                  <a:pt x="133" y="30"/>
                  <a:pt x="133" y="30"/>
                </a:cubicBezTo>
                <a:lnTo>
                  <a:pt x="133" y="14"/>
                </a:lnTo>
                <a:close/>
                <a:moveTo>
                  <a:pt x="99" y="107"/>
                </a:moveTo>
                <a:cubicBezTo>
                  <a:pt x="103" y="107"/>
                  <a:pt x="107" y="103"/>
                  <a:pt x="107" y="99"/>
                </a:cubicBezTo>
                <a:cubicBezTo>
                  <a:pt x="107" y="83"/>
                  <a:pt x="107" y="83"/>
                  <a:pt x="107" y="83"/>
                </a:cubicBezTo>
                <a:cubicBezTo>
                  <a:pt x="107" y="79"/>
                  <a:pt x="103" y="75"/>
                  <a:pt x="99" y="75"/>
                </a:cubicBezTo>
                <a:cubicBezTo>
                  <a:pt x="96" y="75"/>
                  <a:pt x="96" y="75"/>
                  <a:pt x="96" y="75"/>
                </a:cubicBezTo>
                <a:cubicBezTo>
                  <a:pt x="91" y="75"/>
                  <a:pt x="88" y="79"/>
                  <a:pt x="88" y="83"/>
                </a:cubicBezTo>
                <a:cubicBezTo>
                  <a:pt x="88" y="99"/>
                  <a:pt x="88" y="99"/>
                  <a:pt x="88" y="99"/>
                </a:cubicBezTo>
                <a:cubicBezTo>
                  <a:pt x="88" y="103"/>
                  <a:pt x="91" y="107"/>
                  <a:pt x="96" y="107"/>
                </a:cubicBezTo>
                <a:lnTo>
                  <a:pt x="99" y="107"/>
                </a:lnTo>
                <a:close/>
              </a:path>
            </a:pathLst>
          </a:custGeom>
          <a:solidFill>
            <a:srgbClr val="FFFFFF"/>
          </a:solidFill>
          <a:ln>
            <a:noFill/>
          </a:ln>
        </p:spPr>
        <p:txBody>
          <a:bodyPr anchorCtr="0" anchor="ctr" bIns="27700" lIns="55400" spcFirstLastPara="1" rIns="55400" wrap="square" tIns="27700">
            <a:noAutofit/>
          </a:bodyPr>
          <a:lstStyle/>
          <a:p>
            <a:pPr indent="0" lvl="0" marL="0" marR="0" rtl="0" algn="l">
              <a:spcBef>
                <a:spcPts val="0"/>
              </a:spcBef>
              <a:spcAft>
                <a:spcPts val="0"/>
              </a:spcAft>
              <a:buNone/>
            </a:pPr>
            <a:r>
              <a:t/>
            </a:r>
            <a:endParaRPr sz="1091">
              <a:solidFill>
                <a:srgbClr val="3C3C3C"/>
              </a:solidFill>
              <a:latin typeface="Source Sans 3 ExtraLight"/>
              <a:ea typeface="Source Sans 3 ExtraLight"/>
              <a:cs typeface="Source Sans 3 ExtraLight"/>
              <a:sym typeface="Source Sans 3 ExtraLight"/>
            </a:endParaRPr>
          </a:p>
        </p:txBody>
      </p:sp>
      <p:sp>
        <p:nvSpPr>
          <p:cNvPr id="361" name="Google Shape;361;p38"/>
          <p:cNvSpPr txBox="1"/>
          <p:nvPr/>
        </p:nvSpPr>
        <p:spPr>
          <a:xfrm>
            <a:off x="6617007" y="8604806"/>
            <a:ext cx="2358600" cy="410400"/>
          </a:xfrm>
          <a:prstGeom prst="rect">
            <a:avLst/>
          </a:prstGeom>
          <a:noFill/>
          <a:ln>
            <a:noFill/>
          </a:ln>
        </p:spPr>
        <p:txBody>
          <a:bodyPr anchorCtr="0" anchor="t" bIns="55400" lIns="110850" spcFirstLastPara="1" rIns="110850" wrap="square" tIns="55400">
            <a:noAutofit/>
          </a:bodyPr>
          <a:lstStyle/>
          <a:p>
            <a:pPr indent="0" lvl="0" marL="0" marR="0" rtl="0" algn="l">
              <a:spcBef>
                <a:spcPts val="0"/>
              </a:spcBef>
              <a:spcAft>
                <a:spcPts val="0"/>
              </a:spcAft>
              <a:buNone/>
            </a:pPr>
            <a:r>
              <a:rPr b="1" lang="en-US" sz="1939">
                <a:solidFill>
                  <a:srgbClr val="217BEE"/>
                </a:solidFill>
                <a:latin typeface="Sora"/>
                <a:ea typeface="Sora"/>
                <a:cs typeface="Sora"/>
                <a:sym typeface="Sora"/>
              </a:rPr>
              <a:t>Operations</a:t>
            </a:r>
            <a:endParaRPr b="1" sz="1939">
              <a:solidFill>
                <a:srgbClr val="217BEE"/>
              </a:solidFill>
              <a:latin typeface="Sora"/>
              <a:ea typeface="Sora"/>
              <a:cs typeface="Sora"/>
              <a:sym typeface="Sora"/>
            </a:endParaRPr>
          </a:p>
        </p:txBody>
      </p:sp>
      <p:sp>
        <p:nvSpPr>
          <p:cNvPr id="362" name="Google Shape;362;p38"/>
          <p:cNvSpPr txBox="1"/>
          <p:nvPr/>
        </p:nvSpPr>
        <p:spPr>
          <a:xfrm>
            <a:off x="6616957" y="9009899"/>
            <a:ext cx="2330100" cy="1007700"/>
          </a:xfrm>
          <a:prstGeom prst="rect">
            <a:avLst/>
          </a:prstGeom>
          <a:noFill/>
          <a:ln>
            <a:noFill/>
          </a:ln>
        </p:spPr>
        <p:txBody>
          <a:bodyPr anchorCtr="0" anchor="t" bIns="55400" lIns="110850" spcFirstLastPara="1" rIns="110850" wrap="square" tIns="55400">
            <a:spAutoFit/>
          </a:bodyPr>
          <a:lstStyle/>
          <a:p>
            <a:pPr indent="0" lvl="0" marL="0" marR="0" rtl="0" algn="l">
              <a:lnSpc>
                <a:spcPct val="150000"/>
              </a:lnSpc>
              <a:spcBef>
                <a:spcPts val="0"/>
              </a:spcBef>
              <a:spcAft>
                <a:spcPts val="0"/>
              </a:spcAft>
              <a:buNone/>
            </a:pPr>
            <a:r>
              <a:rPr lang="en-US" sz="1454">
                <a:solidFill>
                  <a:srgbClr val="3C3C3C"/>
                </a:solidFill>
                <a:latin typeface="Instrument Sans"/>
                <a:ea typeface="Instrument Sans"/>
                <a:cs typeface="Instrument Sans"/>
                <a:sym typeface="Instrument Sans"/>
              </a:rPr>
              <a:t>Diam arcu cursus euismode quis viverra nibh pulvu.</a:t>
            </a:r>
            <a:endParaRPr sz="1454">
              <a:solidFill>
                <a:srgbClr val="3C3C3C"/>
              </a:solidFill>
              <a:latin typeface="Instrument Sans"/>
              <a:ea typeface="Instrument Sans"/>
              <a:cs typeface="Instrument Sans"/>
              <a:sym typeface="Instrument Sans"/>
            </a:endParaRPr>
          </a:p>
        </p:txBody>
      </p:sp>
      <p:sp>
        <p:nvSpPr>
          <p:cNvPr id="363" name="Google Shape;363;p38"/>
          <p:cNvSpPr/>
          <p:nvPr/>
        </p:nvSpPr>
        <p:spPr>
          <a:xfrm>
            <a:off x="9334533" y="8842497"/>
            <a:ext cx="567300" cy="567300"/>
          </a:xfrm>
          <a:prstGeom prst="flowChartConnector">
            <a:avLst/>
          </a:prstGeom>
          <a:solidFill>
            <a:srgbClr val="D13B5F"/>
          </a:solidFill>
          <a:ln>
            <a:noFill/>
          </a:ln>
        </p:spPr>
        <p:txBody>
          <a:bodyPr anchorCtr="0" anchor="ctr" bIns="55400" lIns="110850" spcFirstLastPara="1" rIns="110850" wrap="square" tIns="55400">
            <a:noAutofit/>
          </a:bodyPr>
          <a:lstStyle/>
          <a:p>
            <a:pPr indent="0" lvl="0" marL="0" marR="0" rtl="0" algn="ctr">
              <a:spcBef>
                <a:spcPts val="0"/>
              </a:spcBef>
              <a:spcAft>
                <a:spcPts val="0"/>
              </a:spcAft>
              <a:buNone/>
            </a:pPr>
            <a:r>
              <a:t/>
            </a:r>
            <a:endParaRPr sz="2182">
              <a:solidFill>
                <a:srgbClr val="FFFFFF"/>
              </a:solidFill>
              <a:latin typeface="Source Sans 3 ExtraLight"/>
              <a:ea typeface="Source Sans 3 ExtraLight"/>
              <a:cs typeface="Source Sans 3 ExtraLight"/>
              <a:sym typeface="Source Sans 3 ExtraLight"/>
            </a:endParaRPr>
          </a:p>
        </p:txBody>
      </p:sp>
      <p:grpSp>
        <p:nvGrpSpPr>
          <p:cNvPr descr="Box with solid fill" id="364" name="Google Shape;364;p38"/>
          <p:cNvGrpSpPr/>
          <p:nvPr/>
        </p:nvGrpSpPr>
        <p:grpSpPr>
          <a:xfrm>
            <a:off x="9477785" y="8944054"/>
            <a:ext cx="291002" cy="347438"/>
            <a:chOff x="4527116" y="3613732"/>
            <a:chExt cx="628650" cy="750569"/>
          </a:xfrm>
        </p:grpSpPr>
        <p:sp>
          <p:nvSpPr>
            <p:cNvPr id="365" name="Google Shape;365;p38"/>
            <p:cNvSpPr/>
            <p:nvPr/>
          </p:nvSpPr>
          <p:spPr>
            <a:xfrm>
              <a:off x="4527116" y="3717554"/>
              <a:ext cx="457200" cy="277177"/>
            </a:xfrm>
            <a:custGeom>
              <a:rect b="b" l="l" r="r" t="t"/>
              <a:pathLst>
                <a:path extrusionOk="0" h="277177" w="457200">
                  <a:moveTo>
                    <a:pt x="142875" y="0"/>
                  </a:moveTo>
                  <a:lnTo>
                    <a:pt x="0" y="86678"/>
                  </a:lnTo>
                  <a:lnTo>
                    <a:pt x="314325" y="277178"/>
                  </a:lnTo>
                  <a:lnTo>
                    <a:pt x="457200" y="190500"/>
                  </a:lnTo>
                  <a:close/>
                </a:path>
              </a:pathLst>
            </a:custGeom>
            <a:solidFill>
              <a:srgbClr val="FFFFFF"/>
            </a:solidFill>
            <a:ln>
              <a:noFill/>
            </a:ln>
          </p:spPr>
          <p:txBody>
            <a:bodyPr anchorCtr="0" anchor="ctr" bIns="55400" lIns="110850" spcFirstLastPara="1" rIns="110850" wrap="square" tIns="55400">
              <a:noAutofit/>
            </a:bodyPr>
            <a:lstStyle/>
            <a:p>
              <a:pPr indent="0" lvl="0" marL="0" marR="0" rtl="0" algn="l">
                <a:spcBef>
                  <a:spcPts val="0"/>
                </a:spcBef>
                <a:spcAft>
                  <a:spcPts val="0"/>
                </a:spcAft>
                <a:buNone/>
              </a:pPr>
              <a:r>
                <a:t/>
              </a:r>
              <a:endParaRPr sz="2182">
                <a:solidFill>
                  <a:srgbClr val="3C3C3C"/>
                </a:solidFill>
                <a:latin typeface="Source Sans 3 ExtraLight"/>
                <a:ea typeface="Source Sans 3 ExtraLight"/>
                <a:cs typeface="Source Sans 3 ExtraLight"/>
                <a:sym typeface="Source Sans 3 ExtraLight"/>
              </a:endParaRPr>
            </a:p>
          </p:txBody>
        </p:sp>
        <p:sp>
          <p:nvSpPr>
            <p:cNvPr id="366" name="Google Shape;366;p38"/>
            <p:cNvSpPr/>
            <p:nvPr/>
          </p:nvSpPr>
          <p:spPr>
            <a:xfrm>
              <a:off x="4706185" y="3613732"/>
              <a:ext cx="449580" cy="272415"/>
            </a:xfrm>
            <a:custGeom>
              <a:rect b="b" l="l" r="r" t="t"/>
              <a:pathLst>
                <a:path extrusionOk="0" h="272415" w="449580">
                  <a:moveTo>
                    <a:pt x="449580" y="190500"/>
                  </a:moveTo>
                  <a:lnTo>
                    <a:pt x="135255" y="0"/>
                  </a:lnTo>
                  <a:lnTo>
                    <a:pt x="0" y="81915"/>
                  </a:lnTo>
                  <a:lnTo>
                    <a:pt x="314325" y="272415"/>
                  </a:lnTo>
                  <a:close/>
                </a:path>
              </a:pathLst>
            </a:custGeom>
            <a:solidFill>
              <a:srgbClr val="FFFFFF"/>
            </a:solidFill>
            <a:ln>
              <a:noFill/>
            </a:ln>
          </p:spPr>
          <p:txBody>
            <a:bodyPr anchorCtr="0" anchor="ctr" bIns="55400" lIns="110850" spcFirstLastPara="1" rIns="110850" wrap="square" tIns="55400">
              <a:noAutofit/>
            </a:bodyPr>
            <a:lstStyle/>
            <a:p>
              <a:pPr indent="0" lvl="0" marL="0" marR="0" rtl="0" algn="l">
                <a:spcBef>
                  <a:spcPts val="0"/>
                </a:spcBef>
                <a:spcAft>
                  <a:spcPts val="0"/>
                </a:spcAft>
                <a:buNone/>
              </a:pPr>
              <a:r>
                <a:t/>
              </a:r>
              <a:endParaRPr sz="2182">
                <a:solidFill>
                  <a:srgbClr val="3C3C3C"/>
                </a:solidFill>
                <a:latin typeface="Source Sans 3 ExtraLight"/>
                <a:ea typeface="Source Sans 3 ExtraLight"/>
                <a:cs typeface="Source Sans 3 ExtraLight"/>
                <a:sym typeface="Source Sans 3 ExtraLight"/>
              </a:endParaRPr>
            </a:p>
          </p:txBody>
        </p:sp>
        <p:sp>
          <p:nvSpPr>
            <p:cNvPr id="367" name="Google Shape;367;p38"/>
            <p:cNvSpPr/>
            <p:nvPr/>
          </p:nvSpPr>
          <p:spPr>
            <a:xfrm>
              <a:off x="4527116" y="3848999"/>
              <a:ext cx="295275" cy="515302"/>
            </a:xfrm>
            <a:custGeom>
              <a:rect b="b" l="l" r="r" t="t"/>
              <a:pathLst>
                <a:path extrusionOk="0" h="515302" w="295275">
                  <a:moveTo>
                    <a:pt x="0" y="31432"/>
                  </a:moveTo>
                  <a:lnTo>
                    <a:pt x="0" y="336233"/>
                  </a:lnTo>
                  <a:lnTo>
                    <a:pt x="295275" y="515303"/>
                  </a:lnTo>
                  <a:lnTo>
                    <a:pt x="295275" y="179070"/>
                  </a:lnTo>
                  <a:lnTo>
                    <a:pt x="0" y="0"/>
                  </a:lnTo>
                  <a:close/>
                </a:path>
              </a:pathLst>
            </a:custGeom>
            <a:solidFill>
              <a:srgbClr val="FFFFFF"/>
            </a:solidFill>
            <a:ln>
              <a:noFill/>
            </a:ln>
          </p:spPr>
          <p:txBody>
            <a:bodyPr anchorCtr="0" anchor="ctr" bIns="55400" lIns="110850" spcFirstLastPara="1" rIns="110850" wrap="square" tIns="55400">
              <a:noAutofit/>
            </a:bodyPr>
            <a:lstStyle/>
            <a:p>
              <a:pPr indent="0" lvl="0" marL="0" marR="0" rtl="0" algn="l">
                <a:spcBef>
                  <a:spcPts val="0"/>
                </a:spcBef>
                <a:spcAft>
                  <a:spcPts val="0"/>
                </a:spcAft>
                <a:buNone/>
              </a:pPr>
              <a:r>
                <a:t/>
              </a:r>
              <a:endParaRPr sz="2182">
                <a:solidFill>
                  <a:srgbClr val="3C3C3C"/>
                </a:solidFill>
                <a:latin typeface="Source Sans 3 ExtraLight"/>
                <a:ea typeface="Source Sans 3 ExtraLight"/>
                <a:cs typeface="Source Sans 3 ExtraLight"/>
                <a:sym typeface="Source Sans 3 ExtraLight"/>
              </a:endParaRPr>
            </a:p>
          </p:txBody>
        </p:sp>
        <p:sp>
          <p:nvSpPr>
            <p:cNvPr id="368" name="Google Shape;368;p38"/>
            <p:cNvSpPr/>
            <p:nvPr/>
          </p:nvSpPr>
          <p:spPr>
            <a:xfrm>
              <a:off x="4860491" y="3848999"/>
              <a:ext cx="295275" cy="515302"/>
            </a:xfrm>
            <a:custGeom>
              <a:rect b="b" l="l" r="r" t="t"/>
              <a:pathLst>
                <a:path extrusionOk="0" h="515302" w="295275">
                  <a:moveTo>
                    <a:pt x="104775" y="231458"/>
                  </a:moveTo>
                  <a:lnTo>
                    <a:pt x="38100" y="269558"/>
                  </a:lnTo>
                  <a:lnTo>
                    <a:pt x="38100" y="202883"/>
                  </a:lnTo>
                  <a:lnTo>
                    <a:pt x="104775" y="164783"/>
                  </a:lnTo>
                  <a:lnTo>
                    <a:pt x="104775" y="231458"/>
                  </a:lnTo>
                  <a:close/>
                  <a:moveTo>
                    <a:pt x="0" y="179070"/>
                  </a:moveTo>
                  <a:lnTo>
                    <a:pt x="0" y="515303"/>
                  </a:lnTo>
                  <a:lnTo>
                    <a:pt x="295275" y="336233"/>
                  </a:lnTo>
                  <a:lnTo>
                    <a:pt x="295275" y="0"/>
                  </a:lnTo>
                  <a:lnTo>
                    <a:pt x="0" y="179070"/>
                  </a:lnTo>
                  <a:close/>
                </a:path>
              </a:pathLst>
            </a:custGeom>
            <a:solidFill>
              <a:srgbClr val="FFFFFF"/>
            </a:solidFill>
            <a:ln>
              <a:noFill/>
            </a:ln>
          </p:spPr>
          <p:txBody>
            <a:bodyPr anchorCtr="0" anchor="ctr" bIns="55400" lIns="110850" spcFirstLastPara="1" rIns="110850" wrap="square" tIns="55400">
              <a:noAutofit/>
            </a:bodyPr>
            <a:lstStyle/>
            <a:p>
              <a:pPr indent="0" lvl="0" marL="0" marR="0" rtl="0" algn="l">
                <a:spcBef>
                  <a:spcPts val="0"/>
                </a:spcBef>
                <a:spcAft>
                  <a:spcPts val="0"/>
                </a:spcAft>
                <a:buNone/>
              </a:pPr>
              <a:r>
                <a:t/>
              </a:r>
              <a:endParaRPr sz="2182">
                <a:solidFill>
                  <a:srgbClr val="3C3C3C"/>
                </a:solidFill>
                <a:latin typeface="Source Sans 3 ExtraLight"/>
                <a:ea typeface="Source Sans 3 ExtraLight"/>
                <a:cs typeface="Source Sans 3 ExtraLight"/>
                <a:sym typeface="Source Sans 3 ExtraLight"/>
              </a:endParaRPr>
            </a:p>
          </p:txBody>
        </p:sp>
      </p:grpSp>
      <p:sp>
        <p:nvSpPr>
          <p:cNvPr id="369" name="Google Shape;369;p38"/>
          <p:cNvSpPr txBox="1"/>
          <p:nvPr/>
        </p:nvSpPr>
        <p:spPr>
          <a:xfrm>
            <a:off x="10087659" y="8604806"/>
            <a:ext cx="2105100" cy="38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00">
                <a:solidFill>
                  <a:srgbClr val="D13B5F"/>
                </a:solidFill>
                <a:latin typeface="Sora"/>
                <a:ea typeface="Sora"/>
                <a:cs typeface="Sora"/>
                <a:sym typeface="Sora"/>
              </a:rPr>
              <a:t>Product</a:t>
            </a:r>
            <a:endParaRPr b="1" sz="1900">
              <a:solidFill>
                <a:srgbClr val="D13B5F"/>
              </a:solidFill>
              <a:latin typeface="Sora"/>
              <a:ea typeface="Sora"/>
              <a:cs typeface="Sora"/>
              <a:sym typeface="Sora"/>
            </a:endParaRPr>
          </a:p>
        </p:txBody>
      </p:sp>
      <p:sp>
        <p:nvSpPr>
          <p:cNvPr id="370" name="Google Shape;370;p38"/>
          <p:cNvSpPr txBox="1"/>
          <p:nvPr/>
        </p:nvSpPr>
        <p:spPr>
          <a:xfrm>
            <a:off x="9977617" y="9007572"/>
            <a:ext cx="2330100" cy="1007700"/>
          </a:xfrm>
          <a:prstGeom prst="rect">
            <a:avLst/>
          </a:prstGeom>
          <a:noFill/>
          <a:ln>
            <a:noFill/>
          </a:ln>
        </p:spPr>
        <p:txBody>
          <a:bodyPr anchorCtr="0" anchor="t" bIns="55400" lIns="110850" spcFirstLastPara="1" rIns="110850" wrap="square" tIns="55400">
            <a:spAutoFit/>
          </a:bodyPr>
          <a:lstStyle/>
          <a:p>
            <a:pPr indent="0" lvl="0" marL="0" marR="0" rtl="0" algn="l">
              <a:lnSpc>
                <a:spcPct val="150000"/>
              </a:lnSpc>
              <a:spcBef>
                <a:spcPts val="0"/>
              </a:spcBef>
              <a:spcAft>
                <a:spcPts val="0"/>
              </a:spcAft>
              <a:buNone/>
            </a:pPr>
            <a:r>
              <a:rPr lang="en-US" sz="1454">
                <a:solidFill>
                  <a:srgbClr val="3C3C3C"/>
                </a:solidFill>
                <a:latin typeface="Instrument Sans"/>
                <a:ea typeface="Instrument Sans"/>
                <a:cs typeface="Instrument Sans"/>
                <a:sym typeface="Instrument Sans"/>
              </a:rPr>
              <a:t>Diam arcu cursus euismode quis viverra nibh pulvu.</a:t>
            </a:r>
            <a:endParaRPr sz="1454">
              <a:solidFill>
                <a:srgbClr val="3C3C3C"/>
              </a:solidFill>
              <a:latin typeface="Instrument Sans"/>
              <a:ea typeface="Instrument Sans"/>
              <a:cs typeface="Instrument Sans"/>
              <a:sym typeface="Instrument Sans"/>
            </a:endParaRPr>
          </a:p>
        </p:txBody>
      </p:sp>
      <p:sp>
        <p:nvSpPr>
          <p:cNvPr id="371" name="Google Shape;371;p38"/>
          <p:cNvSpPr/>
          <p:nvPr/>
        </p:nvSpPr>
        <p:spPr>
          <a:xfrm>
            <a:off x="12886529" y="8843373"/>
            <a:ext cx="567300" cy="567300"/>
          </a:xfrm>
          <a:prstGeom prst="flowChartConnector">
            <a:avLst/>
          </a:prstGeom>
          <a:solidFill>
            <a:srgbClr val="393D99"/>
          </a:solidFill>
          <a:ln>
            <a:noFill/>
          </a:ln>
        </p:spPr>
        <p:txBody>
          <a:bodyPr anchorCtr="0" anchor="ctr" bIns="55400" lIns="110850" spcFirstLastPara="1" rIns="110850" wrap="square" tIns="55400">
            <a:noAutofit/>
          </a:bodyPr>
          <a:lstStyle/>
          <a:p>
            <a:pPr indent="0" lvl="0" marL="0" marR="0" rtl="0" algn="ctr">
              <a:spcBef>
                <a:spcPts val="0"/>
              </a:spcBef>
              <a:spcAft>
                <a:spcPts val="0"/>
              </a:spcAft>
              <a:buNone/>
            </a:pPr>
            <a:r>
              <a:t/>
            </a:r>
            <a:endParaRPr sz="2182">
              <a:solidFill>
                <a:srgbClr val="FFFFFF"/>
              </a:solidFill>
              <a:latin typeface="Source Sans 3 ExtraLight"/>
              <a:ea typeface="Source Sans 3 ExtraLight"/>
              <a:cs typeface="Source Sans 3 ExtraLight"/>
              <a:sym typeface="Source Sans 3 ExtraLight"/>
            </a:endParaRPr>
          </a:p>
        </p:txBody>
      </p:sp>
      <p:grpSp>
        <p:nvGrpSpPr>
          <p:cNvPr id="372" name="Google Shape;372;p38"/>
          <p:cNvGrpSpPr/>
          <p:nvPr/>
        </p:nvGrpSpPr>
        <p:grpSpPr>
          <a:xfrm>
            <a:off x="12987035" y="8974128"/>
            <a:ext cx="359866" cy="305230"/>
            <a:chOff x="8085077" y="5414040"/>
            <a:chExt cx="320936" cy="272211"/>
          </a:xfrm>
        </p:grpSpPr>
        <p:sp>
          <p:nvSpPr>
            <p:cNvPr id="373" name="Google Shape;373;p38"/>
            <p:cNvSpPr/>
            <p:nvPr/>
          </p:nvSpPr>
          <p:spPr>
            <a:xfrm>
              <a:off x="8085077" y="5414040"/>
              <a:ext cx="320936" cy="272211"/>
            </a:xfrm>
            <a:custGeom>
              <a:rect b="b" l="l" r="r" t="t"/>
              <a:pathLst>
                <a:path extrusionOk="0" h="177" w="209">
                  <a:moveTo>
                    <a:pt x="75" y="49"/>
                  </a:moveTo>
                  <a:cubicBezTo>
                    <a:pt x="76" y="48"/>
                    <a:pt x="77" y="47"/>
                    <a:pt x="77" y="47"/>
                  </a:cubicBezTo>
                  <a:cubicBezTo>
                    <a:pt x="79" y="44"/>
                    <a:pt x="69" y="33"/>
                    <a:pt x="74" y="23"/>
                  </a:cubicBezTo>
                  <a:cubicBezTo>
                    <a:pt x="80" y="13"/>
                    <a:pt x="96" y="12"/>
                    <a:pt x="96" y="12"/>
                  </a:cubicBezTo>
                  <a:cubicBezTo>
                    <a:pt x="95" y="7"/>
                    <a:pt x="95" y="7"/>
                    <a:pt x="95" y="7"/>
                  </a:cubicBezTo>
                  <a:cubicBezTo>
                    <a:pt x="95" y="7"/>
                    <a:pt x="63" y="0"/>
                    <a:pt x="47" y="15"/>
                  </a:cubicBezTo>
                  <a:cubicBezTo>
                    <a:pt x="38" y="24"/>
                    <a:pt x="15" y="47"/>
                    <a:pt x="15" y="47"/>
                  </a:cubicBezTo>
                  <a:cubicBezTo>
                    <a:pt x="15" y="47"/>
                    <a:pt x="16" y="51"/>
                    <a:pt x="14" y="53"/>
                  </a:cubicBezTo>
                  <a:cubicBezTo>
                    <a:pt x="12" y="55"/>
                    <a:pt x="8" y="55"/>
                    <a:pt x="8" y="55"/>
                  </a:cubicBezTo>
                  <a:cubicBezTo>
                    <a:pt x="0" y="63"/>
                    <a:pt x="0" y="63"/>
                    <a:pt x="0" y="63"/>
                  </a:cubicBezTo>
                  <a:cubicBezTo>
                    <a:pt x="0" y="63"/>
                    <a:pt x="5" y="72"/>
                    <a:pt x="13" y="80"/>
                  </a:cubicBezTo>
                  <a:cubicBezTo>
                    <a:pt x="21" y="88"/>
                    <a:pt x="30" y="93"/>
                    <a:pt x="30" y="93"/>
                  </a:cubicBezTo>
                  <a:cubicBezTo>
                    <a:pt x="38" y="85"/>
                    <a:pt x="38" y="85"/>
                    <a:pt x="38" y="85"/>
                  </a:cubicBezTo>
                  <a:cubicBezTo>
                    <a:pt x="38" y="85"/>
                    <a:pt x="38" y="81"/>
                    <a:pt x="40" y="79"/>
                  </a:cubicBezTo>
                  <a:cubicBezTo>
                    <a:pt x="42" y="77"/>
                    <a:pt x="46" y="78"/>
                    <a:pt x="46" y="78"/>
                  </a:cubicBezTo>
                  <a:cubicBezTo>
                    <a:pt x="46" y="78"/>
                    <a:pt x="47" y="77"/>
                    <a:pt x="49" y="75"/>
                  </a:cubicBezTo>
                  <a:cubicBezTo>
                    <a:pt x="143" y="172"/>
                    <a:pt x="143" y="172"/>
                    <a:pt x="143" y="172"/>
                  </a:cubicBezTo>
                  <a:cubicBezTo>
                    <a:pt x="145" y="176"/>
                    <a:pt x="149" y="177"/>
                    <a:pt x="154" y="177"/>
                  </a:cubicBezTo>
                  <a:cubicBezTo>
                    <a:pt x="158" y="177"/>
                    <a:pt x="162" y="176"/>
                    <a:pt x="165" y="173"/>
                  </a:cubicBezTo>
                  <a:cubicBezTo>
                    <a:pt x="172" y="165"/>
                    <a:pt x="172" y="165"/>
                    <a:pt x="172" y="165"/>
                  </a:cubicBezTo>
                  <a:cubicBezTo>
                    <a:pt x="175" y="162"/>
                    <a:pt x="177" y="158"/>
                    <a:pt x="177" y="154"/>
                  </a:cubicBezTo>
                  <a:cubicBezTo>
                    <a:pt x="177" y="150"/>
                    <a:pt x="175" y="146"/>
                    <a:pt x="172" y="143"/>
                  </a:cubicBezTo>
                  <a:lnTo>
                    <a:pt x="75" y="49"/>
                  </a:lnTo>
                  <a:close/>
                  <a:moveTo>
                    <a:pt x="167" y="160"/>
                  </a:moveTo>
                  <a:cubicBezTo>
                    <a:pt x="159" y="167"/>
                    <a:pt x="159" y="167"/>
                    <a:pt x="159" y="167"/>
                  </a:cubicBezTo>
                  <a:cubicBezTo>
                    <a:pt x="158" y="169"/>
                    <a:pt x="156" y="169"/>
                    <a:pt x="154" y="169"/>
                  </a:cubicBezTo>
                  <a:cubicBezTo>
                    <a:pt x="152" y="169"/>
                    <a:pt x="150" y="168"/>
                    <a:pt x="148" y="167"/>
                  </a:cubicBezTo>
                  <a:cubicBezTo>
                    <a:pt x="54" y="69"/>
                    <a:pt x="54" y="69"/>
                    <a:pt x="54" y="69"/>
                  </a:cubicBezTo>
                  <a:cubicBezTo>
                    <a:pt x="59" y="65"/>
                    <a:pt x="65" y="59"/>
                    <a:pt x="69" y="54"/>
                  </a:cubicBezTo>
                  <a:cubicBezTo>
                    <a:pt x="167" y="148"/>
                    <a:pt x="167" y="148"/>
                    <a:pt x="167" y="148"/>
                  </a:cubicBezTo>
                  <a:cubicBezTo>
                    <a:pt x="168" y="150"/>
                    <a:pt x="169" y="152"/>
                    <a:pt x="169" y="154"/>
                  </a:cubicBezTo>
                  <a:cubicBezTo>
                    <a:pt x="169" y="156"/>
                    <a:pt x="168" y="158"/>
                    <a:pt x="167" y="160"/>
                  </a:cubicBezTo>
                  <a:close/>
                  <a:moveTo>
                    <a:pt x="76" y="112"/>
                  </a:moveTo>
                  <a:cubicBezTo>
                    <a:pt x="104" y="142"/>
                    <a:pt x="104" y="142"/>
                    <a:pt x="104" y="142"/>
                  </a:cubicBezTo>
                  <a:cubicBezTo>
                    <a:pt x="76" y="171"/>
                    <a:pt x="76" y="171"/>
                    <a:pt x="76" y="171"/>
                  </a:cubicBezTo>
                  <a:cubicBezTo>
                    <a:pt x="73" y="174"/>
                    <a:pt x="69" y="176"/>
                    <a:pt x="65" y="176"/>
                  </a:cubicBezTo>
                  <a:cubicBezTo>
                    <a:pt x="60" y="176"/>
                    <a:pt x="56" y="175"/>
                    <a:pt x="53" y="172"/>
                  </a:cubicBezTo>
                  <a:cubicBezTo>
                    <a:pt x="46" y="164"/>
                    <a:pt x="46" y="164"/>
                    <a:pt x="46" y="164"/>
                  </a:cubicBezTo>
                  <a:cubicBezTo>
                    <a:pt x="43" y="161"/>
                    <a:pt x="41" y="157"/>
                    <a:pt x="41" y="153"/>
                  </a:cubicBezTo>
                  <a:cubicBezTo>
                    <a:pt x="41" y="149"/>
                    <a:pt x="43" y="145"/>
                    <a:pt x="46" y="142"/>
                  </a:cubicBezTo>
                  <a:lnTo>
                    <a:pt x="76" y="112"/>
                  </a:lnTo>
                  <a:close/>
                  <a:moveTo>
                    <a:pt x="209" y="56"/>
                  </a:moveTo>
                  <a:cubicBezTo>
                    <a:pt x="207" y="61"/>
                    <a:pt x="204" y="66"/>
                    <a:pt x="200" y="70"/>
                  </a:cubicBezTo>
                  <a:cubicBezTo>
                    <a:pt x="191" y="79"/>
                    <a:pt x="177" y="83"/>
                    <a:pt x="165" y="79"/>
                  </a:cubicBezTo>
                  <a:cubicBezTo>
                    <a:pt x="141" y="104"/>
                    <a:pt x="141" y="104"/>
                    <a:pt x="141" y="104"/>
                  </a:cubicBezTo>
                  <a:cubicBezTo>
                    <a:pt x="113" y="77"/>
                    <a:pt x="113" y="77"/>
                    <a:pt x="113" y="77"/>
                  </a:cubicBezTo>
                  <a:cubicBezTo>
                    <a:pt x="138" y="53"/>
                    <a:pt x="138" y="53"/>
                    <a:pt x="138" y="53"/>
                  </a:cubicBezTo>
                  <a:cubicBezTo>
                    <a:pt x="135" y="40"/>
                    <a:pt x="138" y="27"/>
                    <a:pt x="148" y="17"/>
                  </a:cubicBezTo>
                  <a:cubicBezTo>
                    <a:pt x="162" y="2"/>
                    <a:pt x="186" y="2"/>
                    <a:pt x="200" y="17"/>
                  </a:cubicBezTo>
                  <a:cubicBezTo>
                    <a:pt x="171" y="25"/>
                    <a:pt x="171" y="25"/>
                    <a:pt x="171" y="25"/>
                  </a:cubicBezTo>
                  <a:cubicBezTo>
                    <a:pt x="165" y="48"/>
                    <a:pt x="165" y="48"/>
                    <a:pt x="165" y="48"/>
                  </a:cubicBezTo>
                  <a:cubicBezTo>
                    <a:pt x="181" y="64"/>
                    <a:pt x="181" y="64"/>
                    <a:pt x="181" y="64"/>
                  </a:cubicBezTo>
                  <a:lnTo>
                    <a:pt x="209" y="56"/>
                  </a:lnTo>
                  <a:close/>
                </a:path>
              </a:pathLst>
            </a:custGeom>
            <a:solidFill>
              <a:srgbClr val="FFFFFF"/>
            </a:solidFill>
            <a:ln>
              <a:noFill/>
            </a:ln>
          </p:spPr>
          <p:txBody>
            <a:bodyPr anchorCtr="0" anchor="ctr" bIns="27700" lIns="55400" spcFirstLastPara="1" rIns="55400" wrap="square" tIns="27700">
              <a:noAutofit/>
            </a:bodyPr>
            <a:lstStyle/>
            <a:p>
              <a:pPr indent="0" lvl="0" marL="0" marR="0" rtl="0" algn="l">
                <a:spcBef>
                  <a:spcPts val="0"/>
                </a:spcBef>
                <a:spcAft>
                  <a:spcPts val="0"/>
                </a:spcAft>
                <a:buNone/>
              </a:pPr>
              <a:r>
                <a:t/>
              </a:r>
              <a:endParaRPr sz="1091">
                <a:solidFill>
                  <a:srgbClr val="3C3C3C"/>
                </a:solidFill>
                <a:latin typeface="Source Sans 3 ExtraLight"/>
                <a:ea typeface="Source Sans 3 ExtraLight"/>
                <a:cs typeface="Source Sans 3 ExtraLight"/>
                <a:sym typeface="Source Sans 3 ExtraLight"/>
              </a:endParaRPr>
            </a:p>
          </p:txBody>
        </p:sp>
        <p:sp>
          <p:nvSpPr>
            <p:cNvPr id="374" name="Google Shape;374;p38"/>
            <p:cNvSpPr/>
            <p:nvPr/>
          </p:nvSpPr>
          <p:spPr>
            <a:xfrm rot="-2700000">
              <a:off x="8232715" y="5465581"/>
              <a:ext cx="45821" cy="238013"/>
            </a:xfrm>
            <a:prstGeom prst="rect">
              <a:avLst/>
            </a:prstGeom>
            <a:solidFill>
              <a:srgbClr val="FFFFFF"/>
            </a:solidFill>
            <a:ln>
              <a:noFill/>
            </a:ln>
          </p:spPr>
          <p:txBody>
            <a:bodyPr anchorCtr="0" anchor="ctr" bIns="55400" lIns="110850" spcFirstLastPara="1" rIns="110850" wrap="square" tIns="55400">
              <a:noAutofit/>
            </a:bodyPr>
            <a:lstStyle/>
            <a:p>
              <a:pPr indent="0" lvl="0" marL="0" marR="0" rtl="0" algn="ctr">
                <a:spcBef>
                  <a:spcPts val="0"/>
                </a:spcBef>
                <a:spcAft>
                  <a:spcPts val="0"/>
                </a:spcAft>
                <a:buNone/>
              </a:pPr>
              <a:r>
                <a:t/>
              </a:r>
              <a:endParaRPr sz="2182">
                <a:solidFill>
                  <a:srgbClr val="FFFFFF"/>
                </a:solidFill>
                <a:latin typeface="Source Sans 3 ExtraLight"/>
                <a:ea typeface="Source Sans 3 ExtraLight"/>
                <a:cs typeface="Source Sans 3 ExtraLight"/>
                <a:sym typeface="Source Sans 3 ExtraLight"/>
              </a:endParaRPr>
            </a:p>
          </p:txBody>
        </p:sp>
      </p:grpSp>
      <p:sp>
        <p:nvSpPr>
          <p:cNvPr id="375" name="Google Shape;375;p38"/>
          <p:cNvSpPr txBox="1"/>
          <p:nvPr/>
        </p:nvSpPr>
        <p:spPr>
          <a:xfrm>
            <a:off x="13693147" y="8604806"/>
            <a:ext cx="1659000" cy="38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00">
                <a:solidFill>
                  <a:srgbClr val="5255BF"/>
                </a:solidFill>
                <a:latin typeface="Sora"/>
                <a:ea typeface="Sora"/>
                <a:cs typeface="Sora"/>
                <a:sym typeface="Sora"/>
              </a:rPr>
              <a:t>HR</a:t>
            </a:r>
            <a:endParaRPr b="1" sz="1900">
              <a:solidFill>
                <a:srgbClr val="5255BF"/>
              </a:solidFill>
              <a:latin typeface="Sora"/>
              <a:ea typeface="Sora"/>
              <a:cs typeface="Sora"/>
              <a:sym typeface="Sora"/>
            </a:endParaRPr>
          </a:p>
        </p:txBody>
      </p:sp>
      <p:sp>
        <p:nvSpPr>
          <p:cNvPr id="376" name="Google Shape;376;p38"/>
          <p:cNvSpPr txBox="1"/>
          <p:nvPr/>
        </p:nvSpPr>
        <p:spPr>
          <a:xfrm>
            <a:off x="13511603" y="9005245"/>
            <a:ext cx="2330100" cy="1007700"/>
          </a:xfrm>
          <a:prstGeom prst="rect">
            <a:avLst/>
          </a:prstGeom>
          <a:noFill/>
          <a:ln>
            <a:noFill/>
          </a:ln>
        </p:spPr>
        <p:txBody>
          <a:bodyPr anchorCtr="0" anchor="t" bIns="55400" lIns="110850" spcFirstLastPara="1" rIns="110850" wrap="square" tIns="55400">
            <a:spAutoFit/>
          </a:bodyPr>
          <a:lstStyle/>
          <a:p>
            <a:pPr indent="0" lvl="0" marL="0" marR="0" rtl="0" algn="l">
              <a:lnSpc>
                <a:spcPct val="150000"/>
              </a:lnSpc>
              <a:spcBef>
                <a:spcPts val="0"/>
              </a:spcBef>
              <a:spcAft>
                <a:spcPts val="0"/>
              </a:spcAft>
              <a:buNone/>
            </a:pPr>
            <a:r>
              <a:rPr lang="en-US" sz="1454">
                <a:solidFill>
                  <a:srgbClr val="3C3C3C"/>
                </a:solidFill>
                <a:latin typeface="Instrument Sans"/>
                <a:ea typeface="Instrument Sans"/>
                <a:cs typeface="Instrument Sans"/>
                <a:sym typeface="Instrument Sans"/>
              </a:rPr>
              <a:t>Diam arcu cursus euismode quis viverra nibh pulvu.</a:t>
            </a:r>
            <a:endParaRPr sz="1454">
              <a:solidFill>
                <a:srgbClr val="3C3C3C"/>
              </a:solidFill>
              <a:latin typeface="Instrument Sans"/>
              <a:ea typeface="Instrument Sans"/>
              <a:cs typeface="Instrument Sans"/>
              <a:sym typeface="Instrument Sans"/>
            </a:endParaRPr>
          </a:p>
        </p:txBody>
      </p:sp>
      <p:pic>
        <p:nvPicPr>
          <p:cNvPr id="377" name="Google Shape;377;p38"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9"/>
          <p:cNvSpPr/>
          <p:nvPr/>
        </p:nvSpPr>
        <p:spPr>
          <a:xfrm>
            <a:off x="10041102" y="1277232"/>
            <a:ext cx="5840100" cy="5840100"/>
          </a:xfrm>
          <a:prstGeom prst="pie">
            <a:avLst>
              <a:gd fmla="val 14149837" name="adj1"/>
              <a:gd fmla="val 16324521" name="adj2"/>
            </a:avLst>
          </a:prstGeom>
          <a:solidFill>
            <a:srgbClr val="5255BF"/>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383" name="Google Shape;383;p39"/>
          <p:cNvSpPr/>
          <p:nvPr/>
        </p:nvSpPr>
        <p:spPr>
          <a:xfrm>
            <a:off x="10041102" y="1277232"/>
            <a:ext cx="5840100" cy="5840100"/>
          </a:xfrm>
          <a:prstGeom prst="pie">
            <a:avLst>
              <a:gd fmla="val 8770342" name="adj1"/>
              <a:gd fmla="val 14139222" name="adj2"/>
            </a:avLst>
          </a:prstGeom>
          <a:solidFill>
            <a:srgbClr val="D13B5F"/>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384" name="Google Shape;384;p39"/>
          <p:cNvSpPr/>
          <p:nvPr/>
        </p:nvSpPr>
        <p:spPr>
          <a:xfrm>
            <a:off x="10041102" y="1277232"/>
            <a:ext cx="5840100" cy="5840100"/>
          </a:xfrm>
          <a:prstGeom prst="pie">
            <a:avLst>
              <a:gd fmla="val 4449327" name="adj1"/>
              <a:gd fmla="val 8769325" name="adj2"/>
            </a:avLst>
          </a:prstGeom>
          <a:solidFill>
            <a:srgbClr val="EC683E"/>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385" name="Google Shape;385;p39"/>
          <p:cNvSpPr/>
          <p:nvPr/>
        </p:nvSpPr>
        <p:spPr>
          <a:xfrm>
            <a:off x="10041102" y="1277232"/>
            <a:ext cx="5840100" cy="5840100"/>
          </a:xfrm>
          <a:prstGeom prst="pie">
            <a:avLst>
              <a:gd fmla="val 17381405" name="adj1"/>
              <a:gd fmla="val 4449114" name="adj2"/>
            </a:avLst>
          </a:prstGeom>
          <a:solidFill>
            <a:srgbClr val="217BEE"/>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386" name="Google Shape;386;p39"/>
          <p:cNvSpPr/>
          <p:nvPr/>
        </p:nvSpPr>
        <p:spPr>
          <a:xfrm>
            <a:off x="10041102" y="1277232"/>
            <a:ext cx="5840100" cy="5840100"/>
          </a:xfrm>
          <a:prstGeom prst="pie">
            <a:avLst>
              <a:gd fmla="val 16296780" name="adj1"/>
              <a:gd fmla="val 17405180" name="adj2"/>
            </a:avLst>
          </a:prstGeom>
          <a:solidFill>
            <a:schemeClr val="accent5"/>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387" name="Google Shape;387;p39"/>
          <p:cNvSpPr txBox="1"/>
          <p:nvPr>
            <p:ph type="title"/>
          </p:nvPr>
        </p:nvSpPr>
        <p:spPr>
          <a:xfrm>
            <a:off x="974850" y="1082057"/>
            <a:ext cx="6381900" cy="2264400"/>
          </a:xfrm>
          <a:prstGeom prst="rect">
            <a:avLst/>
          </a:prstGeom>
          <a:noFill/>
          <a:ln>
            <a:noFill/>
          </a:ln>
        </p:spPr>
        <p:txBody>
          <a:bodyPr anchorCtr="0" anchor="t" bIns="68550" lIns="137150" spcFirstLastPara="1" rIns="137150" wrap="square" tIns="68550">
            <a:normAutofit/>
          </a:bodyPr>
          <a:lstStyle/>
          <a:p>
            <a:pPr indent="0" lvl="0" marL="0" rtl="0" algn="l">
              <a:lnSpc>
                <a:spcPct val="90000"/>
              </a:lnSpc>
              <a:spcBef>
                <a:spcPts val="0"/>
              </a:spcBef>
              <a:spcAft>
                <a:spcPts val="0"/>
              </a:spcAft>
              <a:buClr>
                <a:schemeClr val="accent1"/>
              </a:buClr>
              <a:buSzPts val="6600"/>
              <a:buFont typeface="Plus Jakarta Sans"/>
              <a:buNone/>
            </a:pPr>
            <a:r>
              <a:rPr b="0" lang="en-US">
                <a:solidFill>
                  <a:srgbClr val="217BEE"/>
                </a:solidFill>
                <a:latin typeface="Sora SemiBold"/>
                <a:ea typeface="Sora SemiBold"/>
                <a:cs typeface="Sora SemiBold"/>
                <a:sym typeface="Sora SemiBold"/>
              </a:rPr>
              <a:t>Contingency Budget</a:t>
            </a:r>
            <a:endParaRPr b="0">
              <a:solidFill>
                <a:srgbClr val="217BEE"/>
              </a:solidFill>
              <a:latin typeface="Sora SemiBold"/>
              <a:ea typeface="Sora SemiBold"/>
              <a:cs typeface="Sora SemiBold"/>
              <a:sym typeface="Sora SemiBold"/>
            </a:endParaRPr>
          </a:p>
        </p:txBody>
      </p:sp>
      <p:sp>
        <p:nvSpPr>
          <p:cNvPr id="388" name="Google Shape;388;p39"/>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p>
            <a:pPr indent="0" lvl="0" marL="0" rtl="0" algn="ctr">
              <a:spcBef>
                <a:spcPts val="0"/>
              </a:spcBef>
              <a:spcAft>
                <a:spcPts val="0"/>
              </a:spcAft>
              <a:buNone/>
            </a:pPr>
            <a:fld id="{00000000-1234-1234-1234-123412341234}" type="slidenum">
              <a:rPr lang="en-US"/>
              <a:t>‹#›</a:t>
            </a:fld>
            <a:endParaRPr/>
          </a:p>
        </p:txBody>
      </p:sp>
      <p:sp>
        <p:nvSpPr>
          <p:cNvPr id="389" name="Google Shape;389;p39"/>
          <p:cNvSpPr txBox="1"/>
          <p:nvPr/>
        </p:nvSpPr>
        <p:spPr>
          <a:xfrm>
            <a:off x="1844579" y="7755630"/>
            <a:ext cx="30525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a:solidFill>
                  <a:srgbClr val="D13B5F"/>
                </a:solidFill>
                <a:latin typeface="Sora"/>
                <a:ea typeface="Sora"/>
                <a:cs typeface="Sora"/>
                <a:sym typeface="Sora"/>
              </a:rPr>
              <a:t>Description</a:t>
            </a:r>
            <a:endParaRPr b="1" sz="2400">
              <a:solidFill>
                <a:srgbClr val="D13B5F"/>
              </a:solidFill>
              <a:latin typeface="Sora"/>
              <a:ea typeface="Sora"/>
              <a:cs typeface="Sora"/>
              <a:sym typeface="Sora"/>
            </a:endParaRPr>
          </a:p>
        </p:txBody>
      </p:sp>
      <p:sp>
        <p:nvSpPr>
          <p:cNvPr id="390" name="Google Shape;390;p39"/>
          <p:cNvSpPr txBox="1"/>
          <p:nvPr/>
        </p:nvSpPr>
        <p:spPr>
          <a:xfrm>
            <a:off x="1954123" y="8194557"/>
            <a:ext cx="25485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a:t>
            </a:r>
            <a:endParaRPr sz="1800">
              <a:solidFill>
                <a:schemeClr val="dk2"/>
              </a:solidFill>
              <a:latin typeface="Instrument Sans"/>
              <a:ea typeface="Instrument Sans"/>
              <a:cs typeface="Instrument Sans"/>
              <a:sym typeface="Instrument Sans"/>
            </a:endParaRPr>
          </a:p>
        </p:txBody>
      </p:sp>
      <p:sp>
        <p:nvSpPr>
          <p:cNvPr id="391" name="Google Shape;391;p39"/>
          <p:cNvSpPr txBox="1"/>
          <p:nvPr/>
        </p:nvSpPr>
        <p:spPr>
          <a:xfrm>
            <a:off x="10572645" y="7746165"/>
            <a:ext cx="31578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a:solidFill>
                  <a:srgbClr val="EC683E"/>
                </a:solidFill>
                <a:latin typeface="Sora"/>
                <a:ea typeface="Sora"/>
                <a:cs typeface="Sora"/>
                <a:sym typeface="Sora"/>
              </a:rPr>
              <a:t>Description</a:t>
            </a:r>
            <a:endParaRPr b="1" sz="2400">
              <a:solidFill>
                <a:srgbClr val="EC683E"/>
              </a:solidFill>
              <a:latin typeface="Sora"/>
              <a:ea typeface="Sora"/>
              <a:cs typeface="Sora"/>
              <a:sym typeface="Sora"/>
            </a:endParaRPr>
          </a:p>
        </p:txBody>
      </p:sp>
      <p:sp>
        <p:nvSpPr>
          <p:cNvPr id="392" name="Google Shape;392;p39"/>
          <p:cNvSpPr txBox="1"/>
          <p:nvPr/>
        </p:nvSpPr>
        <p:spPr>
          <a:xfrm>
            <a:off x="6200132" y="7747712"/>
            <a:ext cx="29178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a:solidFill>
                  <a:srgbClr val="5255BF"/>
                </a:solidFill>
                <a:latin typeface="Sora"/>
                <a:ea typeface="Sora"/>
                <a:cs typeface="Sora"/>
                <a:sym typeface="Sora"/>
              </a:rPr>
              <a:t>Description</a:t>
            </a:r>
            <a:endParaRPr b="1" sz="2400">
              <a:solidFill>
                <a:srgbClr val="5255BF"/>
              </a:solidFill>
              <a:latin typeface="Sora"/>
              <a:ea typeface="Sora"/>
              <a:cs typeface="Sora"/>
              <a:sym typeface="Sora"/>
            </a:endParaRPr>
          </a:p>
        </p:txBody>
      </p:sp>
      <p:sp>
        <p:nvSpPr>
          <p:cNvPr id="393" name="Google Shape;393;p39"/>
          <p:cNvSpPr/>
          <p:nvPr/>
        </p:nvSpPr>
        <p:spPr>
          <a:xfrm>
            <a:off x="14100870" y="7814519"/>
            <a:ext cx="702000" cy="702000"/>
          </a:xfrm>
          <a:prstGeom prst="flowChartConnector">
            <a:avLst/>
          </a:prstGeom>
          <a:solidFill>
            <a:schemeClr val="accent5"/>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394" name="Google Shape;394;p39"/>
          <p:cNvSpPr txBox="1"/>
          <p:nvPr/>
        </p:nvSpPr>
        <p:spPr>
          <a:xfrm>
            <a:off x="14887388" y="7746984"/>
            <a:ext cx="31578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a:solidFill>
                  <a:schemeClr val="accent5"/>
                </a:solidFill>
                <a:latin typeface="Sora"/>
                <a:ea typeface="Sora"/>
                <a:cs typeface="Sora"/>
                <a:sym typeface="Sora"/>
              </a:rPr>
              <a:t>Description</a:t>
            </a:r>
            <a:endParaRPr b="1" sz="2400">
              <a:solidFill>
                <a:schemeClr val="accent5"/>
              </a:solidFill>
              <a:latin typeface="Sora"/>
              <a:ea typeface="Sora"/>
              <a:cs typeface="Sora"/>
              <a:sym typeface="Sora"/>
            </a:endParaRPr>
          </a:p>
        </p:txBody>
      </p:sp>
      <p:sp>
        <p:nvSpPr>
          <p:cNvPr id="395" name="Google Shape;395;p39"/>
          <p:cNvSpPr/>
          <p:nvPr/>
        </p:nvSpPr>
        <p:spPr>
          <a:xfrm>
            <a:off x="1058061" y="7815644"/>
            <a:ext cx="702000" cy="702000"/>
          </a:xfrm>
          <a:prstGeom prst="flowChartConnector">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396" name="Google Shape;396;p39"/>
          <p:cNvSpPr/>
          <p:nvPr/>
        </p:nvSpPr>
        <p:spPr>
          <a:xfrm>
            <a:off x="9795653" y="7813436"/>
            <a:ext cx="702000" cy="702000"/>
          </a:xfrm>
          <a:prstGeom prst="flowChartConnector">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grpSp>
        <p:nvGrpSpPr>
          <p:cNvPr descr="Box with solid fill" id="397" name="Google Shape;397;p39"/>
          <p:cNvGrpSpPr/>
          <p:nvPr/>
        </p:nvGrpSpPr>
        <p:grpSpPr>
          <a:xfrm>
            <a:off x="9973041" y="7939190"/>
            <a:ext cx="360028" cy="429851"/>
            <a:chOff x="4527116" y="3613732"/>
            <a:chExt cx="628650" cy="750569"/>
          </a:xfrm>
        </p:grpSpPr>
        <p:sp>
          <p:nvSpPr>
            <p:cNvPr id="398" name="Google Shape;398;p39"/>
            <p:cNvSpPr/>
            <p:nvPr/>
          </p:nvSpPr>
          <p:spPr>
            <a:xfrm>
              <a:off x="4527116" y="3717554"/>
              <a:ext cx="457200" cy="277177"/>
            </a:xfrm>
            <a:custGeom>
              <a:rect b="b" l="l" r="r" t="t"/>
              <a:pathLst>
                <a:path extrusionOk="0" h="277177" w="457200">
                  <a:moveTo>
                    <a:pt x="142875" y="0"/>
                  </a:moveTo>
                  <a:lnTo>
                    <a:pt x="0" y="86678"/>
                  </a:lnTo>
                  <a:lnTo>
                    <a:pt x="314325" y="277178"/>
                  </a:lnTo>
                  <a:lnTo>
                    <a:pt x="457200" y="190500"/>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399" name="Google Shape;399;p39"/>
            <p:cNvSpPr/>
            <p:nvPr/>
          </p:nvSpPr>
          <p:spPr>
            <a:xfrm>
              <a:off x="4706185" y="3613732"/>
              <a:ext cx="449580" cy="272415"/>
            </a:xfrm>
            <a:custGeom>
              <a:rect b="b" l="l" r="r" t="t"/>
              <a:pathLst>
                <a:path extrusionOk="0" h="272415" w="449580">
                  <a:moveTo>
                    <a:pt x="449580" y="190500"/>
                  </a:moveTo>
                  <a:lnTo>
                    <a:pt x="135255" y="0"/>
                  </a:lnTo>
                  <a:lnTo>
                    <a:pt x="0" y="81915"/>
                  </a:lnTo>
                  <a:lnTo>
                    <a:pt x="314325" y="272415"/>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00" name="Google Shape;400;p39"/>
            <p:cNvSpPr/>
            <p:nvPr/>
          </p:nvSpPr>
          <p:spPr>
            <a:xfrm>
              <a:off x="4527116" y="3848999"/>
              <a:ext cx="295275" cy="515302"/>
            </a:xfrm>
            <a:custGeom>
              <a:rect b="b" l="l" r="r" t="t"/>
              <a:pathLst>
                <a:path extrusionOk="0" h="515302" w="295275">
                  <a:moveTo>
                    <a:pt x="0" y="31432"/>
                  </a:moveTo>
                  <a:lnTo>
                    <a:pt x="0" y="336233"/>
                  </a:lnTo>
                  <a:lnTo>
                    <a:pt x="295275" y="515303"/>
                  </a:lnTo>
                  <a:lnTo>
                    <a:pt x="295275" y="179070"/>
                  </a:lnTo>
                  <a:lnTo>
                    <a:pt x="0" y="0"/>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01" name="Google Shape;401;p39"/>
            <p:cNvSpPr/>
            <p:nvPr/>
          </p:nvSpPr>
          <p:spPr>
            <a:xfrm>
              <a:off x="4860491" y="3848999"/>
              <a:ext cx="295275" cy="515302"/>
            </a:xfrm>
            <a:custGeom>
              <a:rect b="b" l="l" r="r" t="t"/>
              <a:pathLst>
                <a:path extrusionOk="0" h="515302" w="295275">
                  <a:moveTo>
                    <a:pt x="104775" y="231458"/>
                  </a:moveTo>
                  <a:lnTo>
                    <a:pt x="38100" y="269558"/>
                  </a:lnTo>
                  <a:lnTo>
                    <a:pt x="38100" y="202883"/>
                  </a:lnTo>
                  <a:lnTo>
                    <a:pt x="104775" y="164783"/>
                  </a:lnTo>
                  <a:lnTo>
                    <a:pt x="104775" y="231458"/>
                  </a:lnTo>
                  <a:close/>
                  <a:moveTo>
                    <a:pt x="0" y="179070"/>
                  </a:moveTo>
                  <a:lnTo>
                    <a:pt x="0" y="515303"/>
                  </a:lnTo>
                  <a:lnTo>
                    <a:pt x="295275" y="336233"/>
                  </a:lnTo>
                  <a:lnTo>
                    <a:pt x="295275" y="0"/>
                  </a:lnTo>
                  <a:lnTo>
                    <a:pt x="0" y="179070"/>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grpSp>
      <p:sp>
        <p:nvSpPr>
          <p:cNvPr id="402" name="Google Shape;402;p39"/>
          <p:cNvSpPr/>
          <p:nvPr/>
        </p:nvSpPr>
        <p:spPr>
          <a:xfrm>
            <a:off x="5419476" y="7817916"/>
            <a:ext cx="702000" cy="702000"/>
          </a:xfrm>
          <a:prstGeom prst="flowChartConnector">
            <a:avLst/>
          </a:prstGeom>
          <a:solidFill>
            <a:srgbClr val="5255B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grpSp>
        <p:nvGrpSpPr>
          <p:cNvPr id="403" name="Google Shape;403;p39"/>
          <p:cNvGrpSpPr/>
          <p:nvPr/>
        </p:nvGrpSpPr>
        <p:grpSpPr>
          <a:xfrm>
            <a:off x="14225353" y="7976307"/>
            <a:ext cx="445203" cy="377611"/>
            <a:chOff x="8085077" y="5414040"/>
            <a:chExt cx="320936" cy="272211"/>
          </a:xfrm>
        </p:grpSpPr>
        <p:sp>
          <p:nvSpPr>
            <p:cNvPr id="404" name="Google Shape;404;p39"/>
            <p:cNvSpPr/>
            <p:nvPr/>
          </p:nvSpPr>
          <p:spPr>
            <a:xfrm>
              <a:off x="8085077" y="5414040"/>
              <a:ext cx="320936" cy="272211"/>
            </a:xfrm>
            <a:custGeom>
              <a:rect b="b" l="l" r="r" t="t"/>
              <a:pathLst>
                <a:path extrusionOk="0" h="177" w="209">
                  <a:moveTo>
                    <a:pt x="75" y="49"/>
                  </a:moveTo>
                  <a:cubicBezTo>
                    <a:pt x="76" y="48"/>
                    <a:pt x="77" y="47"/>
                    <a:pt x="77" y="47"/>
                  </a:cubicBezTo>
                  <a:cubicBezTo>
                    <a:pt x="79" y="44"/>
                    <a:pt x="69" y="33"/>
                    <a:pt x="74" y="23"/>
                  </a:cubicBezTo>
                  <a:cubicBezTo>
                    <a:pt x="80" y="13"/>
                    <a:pt x="96" y="12"/>
                    <a:pt x="96" y="12"/>
                  </a:cubicBezTo>
                  <a:cubicBezTo>
                    <a:pt x="95" y="7"/>
                    <a:pt x="95" y="7"/>
                    <a:pt x="95" y="7"/>
                  </a:cubicBezTo>
                  <a:cubicBezTo>
                    <a:pt x="95" y="7"/>
                    <a:pt x="63" y="0"/>
                    <a:pt x="47" y="15"/>
                  </a:cubicBezTo>
                  <a:cubicBezTo>
                    <a:pt x="38" y="24"/>
                    <a:pt x="15" y="47"/>
                    <a:pt x="15" y="47"/>
                  </a:cubicBezTo>
                  <a:cubicBezTo>
                    <a:pt x="15" y="47"/>
                    <a:pt x="16" y="51"/>
                    <a:pt x="14" y="53"/>
                  </a:cubicBezTo>
                  <a:cubicBezTo>
                    <a:pt x="12" y="55"/>
                    <a:pt x="8" y="55"/>
                    <a:pt x="8" y="55"/>
                  </a:cubicBezTo>
                  <a:cubicBezTo>
                    <a:pt x="0" y="63"/>
                    <a:pt x="0" y="63"/>
                    <a:pt x="0" y="63"/>
                  </a:cubicBezTo>
                  <a:cubicBezTo>
                    <a:pt x="0" y="63"/>
                    <a:pt x="5" y="72"/>
                    <a:pt x="13" y="80"/>
                  </a:cubicBezTo>
                  <a:cubicBezTo>
                    <a:pt x="21" y="88"/>
                    <a:pt x="30" y="93"/>
                    <a:pt x="30" y="93"/>
                  </a:cubicBezTo>
                  <a:cubicBezTo>
                    <a:pt x="38" y="85"/>
                    <a:pt x="38" y="85"/>
                    <a:pt x="38" y="85"/>
                  </a:cubicBezTo>
                  <a:cubicBezTo>
                    <a:pt x="38" y="85"/>
                    <a:pt x="38" y="81"/>
                    <a:pt x="40" y="79"/>
                  </a:cubicBezTo>
                  <a:cubicBezTo>
                    <a:pt x="42" y="77"/>
                    <a:pt x="46" y="78"/>
                    <a:pt x="46" y="78"/>
                  </a:cubicBezTo>
                  <a:cubicBezTo>
                    <a:pt x="46" y="78"/>
                    <a:pt x="47" y="77"/>
                    <a:pt x="49" y="75"/>
                  </a:cubicBezTo>
                  <a:cubicBezTo>
                    <a:pt x="143" y="172"/>
                    <a:pt x="143" y="172"/>
                    <a:pt x="143" y="172"/>
                  </a:cubicBezTo>
                  <a:cubicBezTo>
                    <a:pt x="145" y="176"/>
                    <a:pt x="149" y="177"/>
                    <a:pt x="154" y="177"/>
                  </a:cubicBezTo>
                  <a:cubicBezTo>
                    <a:pt x="158" y="177"/>
                    <a:pt x="162" y="176"/>
                    <a:pt x="165" y="173"/>
                  </a:cubicBezTo>
                  <a:cubicBezTo>
                    <a:pt x="172" y="165"/>
                    <a:pt x="172" y="165"/>
                    <a:pt x="172" y="165"/>
                  </a:cubicBezTo>
                  <a:cubicBezTo>
                    <a:pt x="175" y="162"/>
                    <a:pt x="177" y="158"/>
                    <a:pt x="177" y="154"/>
                  </a:cubicBezTo>
                  <a:cubicBezTo>
                    <a:pt x="177" y="150"/>
                    <a:pt x="175" y="146"/>
                    <a:pt x="172" y="143"/>
                  </a:cubicBezTo>
                  <a:lnTo>
                    <a:pt x="75" y="49"/>
                  </a:lnTo>
                  <a:close/>
                  <a:moveTo>
                    <a:pt x="167" y="160"/>
                  </a:moveTo>
                  <a:cubicBezTo>
                    <a:pt x="159" y="167"/>
                    <a:pt x="159" y="167"/>
                    <a:pt x="159" y="167"/>
                  </a:cubicBezTo>
                  <a:cubicBezTo>
                    <a:pt x="158" y="169"/>
                    <a:pt x="156" y="169"/>
                    <a:pt x="154" y="169"/>
                  </a:cubicBezTo>
                  <a:cubicBezTo>
                    <a:pt x="152" y="169"/>
                    <a:pt x="150" y="168"/>
                    <a:pt x="148" y="167"/>
                  </a:cubicBezTo>
                  <a:cubicBezTo>
                    <a:pt x="54" y="69"/>
                    <a:pt x="54" y="69"/>
                    <a:pt x="54" y="69"/>
                  </a:cubicBezTo>
                  <a:cubicBezTo>
                    <a:pt x="59" y="65"/>
                    <a:pt x="65" y="59"/>
                    <a:pt x="69" y="54"/>
                  </a:cubicBezTo>
                  <a:cubicBezTo>
                    <a:pt x="167" y="148"/>
                    <a:pt x="167" y="148"/>
                    <a:pt x="167" y="148"/>
                  </a:cubicBezTo>
                  <a:cubicBezTo>
                    <a:pt x="168" y="150"/>
                    <a:pt x="169" y="152"/>
                    <a:pt x="169" y="154"/>
                  </a:cubicBezTo>
                  <a:cubicBezTo>
                    <a:pt x="169" y="156"/>
                    <a:pt x="168" y="158"/>
                    <a:pt x="167" y="160"/>
                  </a:cubicBezTo>
                  <a:close/>
                  <a:moveTo>
                    <a:pt x="76" y="112"/>
                  </a:moveTo>
                  <a:cubicBezTo>
                    <a:pt x="104" y="142"/>
                    <a:pt x="104" y="142"/>
                    <a:pt x="104" y="142"/>
                  </a:cubicBezTo>
                  <a:cubicBezTo>
                    <a:pt x="76" y="171"/>
                    <a:pt x="76" y="171"/>
                    <a:pt x="76" y="171"/>
                  </a:cubicBezTo>
                  <a:cubicBezTo>
                    <a:pt x="73" y="174"/>
                    <a:pt x="69" y="176"/>
                    <a:pt x="65" y="176"/>
                  </a:cubicBezTo>
                  <a:cubicBezTo>
                    <a:pt x="60" y="176"/>
                    <a:pt x="56" y="175"/>
                    <a:pt x="53" y="172"/>
                  </a:cubicBezTo>
                  <a:cubicBezTo>
                    <a:pt x="46" y="164"/>
                    <a:pt x="46" y="164"/>
                    <a:pt x="46" y="164"/>
                  </a:cubicBezTo>
                  <a:cubicBezTo>
                    <a:pt x="43" y="161"/>
                    <a:pt x="41" y="157"/>
                    <a:pt x="41" y="153"/>
                  </a:cubicBezTo>
                  <a:cubicBezTo>
                    <a:pt x="41" y="149"/>
                    <a:pt x="43" y="145"/>
                    <a:pt x="46" y="142"/>
                  </a:cubicBezTo>
                  <a:lnTo>
                    <a:pt x="76" y="112"/>
                  </a:lnTo>
                  <a:close/>
                  <a:moveTo>
                    <a:pt x="209" y="56"/>
                  </a:moveTo>
                  <a:cubicBezTo>
                    <a:pt x="207" y="61"/>
                    <a:pt x="204" y="66"/>
                    <a:pt x="200" y="70"/>
                  </a:cubicBezTo>
                  <a:cubicBezTo>
                    <a:pt x="191" y="79"/>
                    <a:pt x="177" y="83"/>
                    <a:pt x="165" y="79"/>
                  </a:cubicBezTo>
                  <a:cubicBezTo>
                    <a:pt x="141" y="104"/>
                    <a:pt x="141" y="104"/>
                    <a:pt x="141" y="104"/>
                  </a:cubicBezTo>
                  <a:cubicBezTo>
                    <a:pt x="113" y="77"/>
                    <a:pt x="113" y="77"/>
                    <a:pt x="113" y="77"/>
                  </a:cubicBezTo>
                  <a:cubicBezTo>
                    <a:pt x="138" y="53"/>
                    <a:pt x="138" y="53"/>
                    <a:pt x="138" y="53"/>
                  </a:cubicBezTo>
                  <a:cubicBezTo>
                    <a:pt x="135" y="40"/>
                    <a:pt x="138" y="27"/>
                    <a:pt x="148" y="17"/>
                  </a:cubicBezTo>
                  <a:cubicBezTo>
                    <a:pt x="162" y="2"/>
                    <a:pt x="186" y="2"/>
                    <a:pt x="200" y="17"/>
                  </a:cubicBezTo>
                  <a:cubicBezTo>
                    <a:pt x="171" y="25"/>
                    <a:pt x="171" y="25"/>
                    <a:pt x="171" y="25"/>
                  </a:cubicBezTo>
                  <a:cubicBezTo>
                    <a:pt x="165" y="48"/>
                    <a:pt x="165" y="48"/>
                    <a:pt x="165" y="48"/>
                  </a:cubicBezTo>
                  <a:cubicBezTo>
                    <a:pt x="181" y="64"/>
                    <a:pt x="181" y="64"/>
                    <a:pt x="181" y="64"/>
                  </a:cubicBezTo>
                  <a:lnTo>
                    <a:pt x="209" y="56"/>
                  </a:lnTo>
                  <a:close/>
                </a:path>
              </a:pathLst>
            </a:custGeom>
            <a:solidFill>
              <a:schemeClr val="lt2"/>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sp>
          <p:nvSpPr>
            <p:cNvPr id="405" name="Google Shape;405;p39"/>
            <p:cNvSpPr/>
            <p:nvPr/>
          </p:nvSpPr>
          <p:spPr>
            <a:xfrm rot="-2700000">
              <a:off x="8232715" y="5465581"/>
              <a:ext cx="45821" cy="238013"/>
            </a:xfrm>
            <a:prstGeom prst="rect">
              <a:avLst/>
            </a:prstGeom>
            <a:solidFill>
              <a:schemeClr val="lt2"/>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grpSp>
      <p:sp>
        <p:nvSpPr>
          <p:cNvPr id="406" name="Google Shape;406;p39"/>
          <p:cNvSpPr/>
          <p:nvPr/>
        </p:nvSpPr>
        <p:spPr>
          <a:xfrm>
            <a:off x="5601134" y="8000319"/>
            <a:ext cx="338685" cy="299490"/>
          </a:xfrm>
          <a:custGeom>
            <a:rect b="b" l="l" r="r" t="t"/>
            <a:pathLst>
              <a:path extrusionOk="0" h="171" w="194">
                <a:moveTo>
                  <a:pt x="177" y="96"/>
                </a:moveTo>
                <a:cubicBezTo>
                  <a:pt x="183" y="96"/>
                  <a:pt x="189" y="94"/>
                  <a:pt x="194" y="91"/>
                </a:cubicBezTo>
                <a:cubicBezTo>
                  <a:pt x="194" y="171"/>
                  <a:pt x="194" y="171"/>
                  <a:pt x="194" y="171"/>
                </a:cubicBezTo>
                <a:cubicBezTo>
                  <a:pt x="0" y="171"/>
                  <a:pt x="0" y="171"/>
                  <a:pt x="0" y="171"/>
                </a:cubicBezTo>
                <a:cubicBezTo>
                  <a:pt x="0" y="91"/>
                  <a:pt x="0" y="91"/>
                  <a:pt x="0" y="91"/>
                </a:cubicBezTo>
                <a:cubicBezTo>
                  <a:pt x="5" y="94"/>
                  <a:pt x="11" y="96"/>
                  <a:pt x="18" y="96"/>
                </a:cubicBezTo>
                <a:cubicBezTo>
                  <a:pt x="80" y="96"/>
                  <a:pt x="80" y="96"/>
                  <a:pt x="80" y="96"/>
                </a:cubicBezTo>
                <a:cubicBezTo>
                  <a:pt x="80" y="99"/>
                  <a:pt x="80" y="99"/>
                  <a:pt x="80" y="99"/>
                </a:cubicBezTo>
                <a:cubicBezTo>
                  <a:pt x="80" y="108"/>
                  <a:pt x="87" y="115"/>
                  <a:pt x="96" y="115"/>
                </a:cubicBezTo>
                <a:cubicBezTo>
                  <a:pt x="99" y="115"/>
                  <a:pt x="99" y="115"/>
                  <a:pt x="99" y="115"/>
                </a:cubicBezTo>
                <a:cubicBezTo>
                  <a:pt x="108" y="115"/>
                  <a:pt x="115" y="108"/>
                  <a:pt x="115" y="99"/>
                </a:cubicBezTo>
                <a:cubicBezTo>
                  <a:pt x="115" y="96"/>
                  <a:pt x="115" y="96"/>
                  <a:pt x="115" y="96"/>
                </a:cubicBezTo>
                <a:lnTo>
                  <a:pt x="177" y="96"/>
                </a:lnTo>
                <a:close/>
                <a:moveTo>
                  <a:pt x="194" y="30"/>
                </a:moveTo>
                <a:cubicBezTo>
                  <a:pt x="194" y="79"/>
                  <a:pt x="194" y="79"/>
                  <a:pt x="194" y="79"/>
                </a:cubicBezTo>
                <a:cubicBezTo>
                  <a:pt x="190" y="83"/>
                  <a:pt x="183" y="86"/>
                  <a:pt x="177" y="86"/>
                </a:cubicBezTo>
                <a:cubicBezTo>
                  <a:pt x="115" y="86"/>
                  <a:pt x="115" y="86"/>
                  <a:pt x="115" y="86"/>
                </a:cubicBezTo>
                <a:cubicBezTo>
                  <a:pt x="115" y="83"/>
                  <a:pt x="115" y="83"/>
                  <a:pt x="115" y="83"/>
                </a:cubicBezTo>
                <a:cubicBezTo>
                  <a:pt x="115" y="75"/>
                  <a:pt x="108" y="67"/>
                  <a:pt x="99" y="67"/>
                </a:cubicBezTo>
                <a:cubicBezTo>
                  <a:pt x="96" y="67"/>
                  <a:pt x="96" y="67"/>
                  <a:pt x="96" y="67"/>
                </a:cubicBezTo>
                <a:cubicBezTo>
                  <a:pt x="87" y="67"/>
                  <a:pt x="80" y="75"/>
                  <a:pt x="80" y="83"/>
                </a:cubicBezTo>
                <a:cubicBezTo>
                  <a:pt x="80" y="86"/>
                  <a:pt x="80" y="86"/>
                  <a:pt x="80" y="86"/>
                </a:cubicBezTo>
                <a:cubicBezTo>
                  <a:pt x="18" y="86"/>
                  <a:pt x="18" y="86"/>
                  <a:pt x="18" y="86"/>
                </a:cubicBezTo>
                <a:cubicBezTo>
                  <a:pt x="11" y="86"/>
                  <a:pt x="5" y="83"/>
                  <a:pt x="0" y="79"/>
                </a:cubicBezTo>
                <a:cubicBezTo>
                  <a:pt x="0" y="30"/>
                  <a:pt x="0" y="30"/>
                  <a:pt x="0" y="30"/>
                </a:cubicBezTo>
                <a:cubicBezTo>
                  <a:pt x="15" y="30"/>
                  <a:pt x="15" y="30"/>
                  <a:pt x="15" y="30"/>
                </a:cubicBezTo>
                <a:cubicBezTo>
                  <a:pt x="15" y="25"/>
                  <a:pt x="15" y="25"/>
                  <a:pt x="15" y="25"/>
                </a:cubicBezTo>
                <a:cubicBezTo>
                  <a:pt x="36" y="25"/>
                  <a:pt x="36" y="25"/>
                  <a:pt x="36" y="25"/>
                </a:cubicBezTo>
                <a:cubicBezTo>
                  <a:pt x="36" y="30"/>
                  <a:pt x="36" y="30"/>
                  <a:pt x="36" y="30"/>
                </a:cubicBezTo>
                <a:cubicBezTo>
                  <a:pt x="54" y="30"/>
                  <a:pt x="54" y="30"/>
                  <a:pt x="54" y="30"/>
                </a:cubicBezTo>
                <a:cubicBezTo>
                  <a:pt x="54" y="14"/>
                  <a:pt x="54" y="14"/>
                  <a:pt x="54" y="14"/>
                </a:cubicBezTo>
                <a:cubicBezTo>
                  <a:pt x="54" y="8"/>
                  <a:pt x="59" y="2"/>
                  <a:pt x="66" y="2"/>
                </a:cubicBezTo>
                <a:cubicBezTo>
                  <a:pt x="75" y="2"/>
                  <a:pt x="75" y="2"/>
                  <a:pt x="75" y="2"/>
                </a:cubicBezTo>
                <a:cubicBezTo>
                  <a:pt x="75" y="0"/>
                  <a:pt x="75" y="0"/>
                  <a:pt x="75" y="0"/>
                </a:cubicBezTo>
                <a:cubicBezTo>
                  <a:pt x="120" y="0"/>
                  <a:pt x="120" y="0"/>
                  <a:pt x="120" y="0"/>
                </a:cubicBezTo>
                <a:cubicBezTo>
                  <a:pt x="120" y="2"/>
                  <a:pt x="120" y="2"/>
                  <a:pt x="120" y="2"/>
                </a:cubicBezTo>
                <a:cubicBezTo>
                  <a:pt x="129" y="2"/>
                  <a:pt x="129" y="2"/>
                  <a:pt x="129" y="2"/>
                </a:cubicBezTo>
                <a:cubicBezTo>
                  <a:pt x="136" y="2"/>
                  <a:pt x="141" y="8"/>
                  <a:pt x="141" y="14"/>
                </a:cubicBezTo>
                <a:cubicBezTo>
                  <a:pt x="141" y="30"/>
                  <a:pt x="141" y="30"/>
                  <a:pt x="141" y="30"/>
                </a:cubicBezTo>
                <a:cubicBezTo>
                  <a:pt x="159" y="30"/>
                  <a:pt x="159" y="30"/>
                  <a:pt x="159" y="30"/>
                </a:cubicBezTo>
                <a:cubicBezTo>
                  <a:pt x="159" y="25"/>
                  <a:pt x="159" y="25"/>
                  <a:pt x="159" y="25"/>
                </a:cubicBezTo>
                <a:cubicBezTo>
                  <a:pt x="180" y="25"/>
                  <a:pt x="180" y="25"/>
                  <a:pt x="180" y="25"/>
                </a:cubicBezTo>
                <a:cubicBezTo>
                  <a:pt x="180" y="30"/>
                  <a:pt x="180" y="30"/>
                  <a:pt x="180" y="30"/>
                </a:cubicBezTo>
                <a:lnTo>
                  <a:pt x="194" y="30"/>
                </a:lnTo>
                <a:close/>
                <a:moveTo>
                  <a:pt x="133" y="14"/>
                </a:moveTo>
                <a:cubicBezTo>
                  <a:pt x="133" y="12"/>
                  <a:pt x="131" y="10"/>
                  <a:pt x="129" y="10"/>
                </a:cubicBezTo>
                <a:cubicBezTo>
                  <a:pt x="120" y="10"/>
                  <a:pt x="120" y="10"/>
                  <a:pt x="120" y="10"/>
                </a:cubicBezTo>
                <a:cubicBezTo>
                  <a:pt x="120" y="12"/>
                  <a:pt x="120" y="12"/>
                  <a:pt x="120" y="12"/>
                </a:cubicBezTo>
                <a:cubicBezTo>
                  <a:pt x="75" y="12"/>
                  <a:pt x="75" y="12"/>
                  <a:pt x="75" y="12"/>
                </a:cubicBezTo>
                <a:cubicBezTo>
                  <a:pt x="75" y="10"/>
                  <a:pt x="75" y="10"/>
                  <a:pt x="75" y="10"/>
                </a:cubicBezTo>
                <a:cubicBezTo>
                  <a:pt x="66" y="10"/>
                  <a:pt x="66" y="10"/>
                  <a:pt x="66" y="10"/>
                </a:cubicBezTo>
                <a:cubicBezTo>
                  <a:pt x="64" y="10"/>
                  <a:pt x="62" y="12"/>
                  <a:pt x="62" y="14"/>
                </a:cubicBezTo>
                <a:cubicBezTo>
                  <a:pt x="62" y="30"/>
                  <a:pt x="62" y="30"/>
                  <a:pt x="62" y="30"/>
                </a:cubicBezTo>
                <a:cubicBezTo>
                  <a:pt x="133" y="30"/>
                  <a:pt x="133" y="30"/>
                  <a:pt x="133" y="30"/>
                </a:cubicBezTo>
                <a:lnTo>
                  <a:pt x="133" y="14"/>
                </a:lnTo>
                <a:close/>
                <a:moveTo>
                  <a:pt x="99" y="107"/>
                </a:moveTo>
                <a:cubicBezTo>
                  <a:pt x="103" y="107"/>
                  <a:pt x="107" y="103"/>
                  <a:pt x="107" y="99"/>
                </a:cubicBezTo>
                <a:cubicBezTo>
                  <a:pt x="107" y="83"/>
                  <a:pt x="107" y="83"/>
                  <a:pt x="107" y="83"/>
                </a:cubicBezTo>
                <a:cubicBezTo>
                  <a:pt x="107" y="79"/>
                  <a:pt x="103" y="75"/>
                  <a:pt x="99" y="75"/>
                </a:cubicBezTo>
                <a:cubicBezTo>
                  <a:pt x="96" y="75"/>
                  <a:pt x="96" y="75"/>
                  <a:pt x="96" y="75"/>
                </a:cubicBezTo>
                <a:cubicBezTo>
                  <a:pt x="91" y="75"/>
                  <a:pt x="88" y="79"/>
                  <a:pt x="88" y="83"/>
                </a:cubicBezTo>
                <a:cubicBezTo>
                  <a:pt x="88" y="99"/>
                  <a:pt x="88" y="99"/>
                  <a:pt x="88" y="99"/>
                </a:cubicBezTo>
                <a:cubicBezTo>
                  <a:pt x="88" y="103"/>
                  <a:pt x="91" y="107"/>
                  <a:pt x="96" y="107"/>
                </a:cubicBezTo>
                <a:lnTo>
                  <a:pt x="99" y="107"/>
                </a:lnTo>
                <a:close/>
              </a:path>
            </a:pathLst>
          </a:custGeom>
          <a:solidFill>
            <a:schemeClr val="lt2"/>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sp>
        <p:nvSpPr>
          <p:cNvPr id="407" name="Google Shape;407;p39"/>
          <p:cNvSpPr/>
          <p:nvPr/>
        </p:nvSpPr>
        <p:spPr>
          <a:xfrm>
            <a:off x="1208907" y="7958637"/>
            <a:ext cx="400309" cy="399351"/>
          </a:xfrm>
          <a:custGeom>
            <a:rect b="b" l="l" r="r" t="t"/>
            <a:pathLst>
              <a:path extrusionOk="0" h="176" w="177">
                <a:moveTo>
                  <a:pt x="161" y="88"/>
                </a:moveTo>
                <a:cubicBezTo>
                  <a:pt x="161" y="77"/>
                  <a:pt x="167" y="68"/>
                  <a:pt x="177" y="64"/>
                </a:cubicBezTo>
                <a:cubicBezTo>
                  <a:pt x="175" y="56"/>
                  <a:pt x="172" y="49"/>
                  <a:pt x="168" y="42"/>
                </a:cubicBezTo>
                <a:cubicBezTo>
                  <a:pt x="158" y="46"/>
                  <a:pt x="147" y="45"/>
                  <a:pt x="139" y="37"/>
                </a:cubicBezTo>
                <a:cubicBezTo>
                  <a:pt x="132" y="29"/>
                  <a:pt x="130" y="18"/>
                  <a:pt x="134" y="9"/>
                </a:cubicBezTo>
                <a:cubicBezTo>
                  <a:pt x="128" y="5"/>
                  <a:pt x="120" y="2"/>
                  <a:pt x="112" y="0"/>
                </a:cubicBezTo>
                <a:cubicBezTo>
                  <a:pt x="109" y="9"/>
                  <a:pt x="100" y="16"/>
                  <a:pt x="89" y="16"/>
                </a:cubicBezTo>
                <a:cubicBezTo>
                  <a:pt x="78" y="16"/>
                  <a:pt x="69" y="9"/>
                  <a:pt x="65" y="0"/>
                </a:cubicBezTo>
                <a:cubicBezTo>
                  <a:pt x="57" y="2"/>
                  <a:pt x="50" y="5"/>
                  <a:pt x="43" y="9"/>
                </a:cubicBezTo>
                <a:cubicBezTo>
                  <a:pt x="47" y="18"/>
                  <a:pt x="46" y="29"/>
                  <a:pt x="38" y="37"/>
                </a:cubicBezTo>
                <a:cubicBezTo>
                  <a:pt x="30" y="45"/>
                  <a:pt x="19" y="46"/>
                  <a:pt x="10" y="42"/>
                </a:cubicBezTo>
                <a:cubicBezTo>
                  <a:pt x="6" y="49"/>
                  <a:pt x="3" y="56"/>
                  <a:pt x="0" y="64"/>
                </a:cubicBezTo>
                <a:cubicBezTo>
                  <a:pt x="10" y="68"/>
                  <a:pt x="17" y="77"/>
                  <a:pt x="17" y="88"/>
                </a:cubicBezTo>
                <a:cubicBezTo>
                  <a:pt x="17" y="99"/>
                  <a:pt x="10" y="108"/>
                  <a:pt x="0" y="111"/>
                </a:cubicBezTo>
                <a:cubicBezTo>
                  <a:pt x="3" y="119"/>
                  <a:pt x="6" y="127"/>
                  <a:pt x="10" y="134"/>
                </a:cubicBezTo>
                <a:cubicBezTo>
                  <a:pt x="19" y="129"/>
                  <a:pt x="30" y="131"/>
                  <a:pt x="38" y="139"/>
                </a:cubicBezTo>
                <a:cubicBezTo>
                  <a:pt x="46" y="146"/>
                  <a:pt x="47" y="158"/>
                  <a:pt x="43" y="167"/>
                </a:cubicBezTo>
                <a:cubicBezTo>
                  <a:pt x="50" y="171"/>
                  <a:pt x="57" y="174"/>
                  <a:pt x="65" y="176"/>
                </a:cubicBezTo>
                <a:cubicBezTo>
                  <a:pt x="69" y="166"/>
                  <a:pt x="78" y="160"/>
                  <a:pt x="89" y="160"/>
                </a:cubicBezTo>
                <a:cubicBezTo>
                  <a:pt x="100" y="160"/>
                  <a:pt x="109" y="166"/>
                  <a:pt x="112" y="176"/>
                </a:cubicBezTo>
                <a:cubicBezTo>
                  <a:pt x="120" y="174"/>
                  <a:pt x="128" y="171"/>
                  <a:pt x="134" y="167"/>
                </a:cubicBezTo>
                <a:cubicBezTo>
                  <a:pt x="130" y="158"/>
                  <a:pt x="132" y="146"/>
                  <a:pt x="139" y="139"/>
                </a:cubicBezTo>
                <a:cubicBezTo>
                  <a:pt x="147" y="131"/>
                  <a:pt x="158" y="129"/>
                  <a:pt x="168" y="134"/>
                </a:cubicBezTo>
                <a:cubicBezTo>
                  <a:pt x="172" y="127"/>
                  <a:pt x="175" y="119"/>
                  <a:pt x="177" y="111"/>
                </a:cubicBezTo>
                <a:cubicBezTo>
                  <a:pt x="167" y="108"/>
                  <a:pt x="161" y="99"/>
                  <a:pt x="161" y="88"/>
                </a:cubicBezTo>
                <a:moveTo>
                  <a:pt x="89" y="132"/>
                </a:moveTo>
                <a:cubicBezTo>
                  <a:pt x="64" y="132"/>
                  <a:pt x="45" y="112"/>
                  <a:pt x="45" y="88"/>
                </a:cubicBezTo>
                <a:cubicBezTo>
                  <a:pt x="45" y="64"/>
                  <a:pt x="64" y="44"/>
                  <a:pt x="89" y="44"/>
                </a:cubicBezTo>
                <a:cubicBezTo>
                  <a:pt x="113" y="44"/>
                  <a:pt x="133" y="64"/>
                  <a:pt x="133" y="88"/>
                </a:cubicBezTo>
                <a:cubicBezTo>
                  <a:pt x="133" y="112"/>
                  <a:pt x="113" y="132"/>
                  <a:pt x="89" y="132"/>
                </a:cubicBezTo>
                <a:moveTo>
                  <a:pt x="89" y="48"/>
                </a:moveTo>
                <a:cubicBezTo>
                  <a:pt x="67" y="48"/>
                  <a:pt x="49" y="66"/>
                  <a:pt x="49" y="88"/>
                </a:cubicBezTo>
                <a:cubicBezTo>
                  <a:pt x="49" y="110"/>
                  <a:pt x="67" y="128"/>
                  <a:pt x="89" y="128"/>
                </a:cubicBezTo>
                <a:cubicBezTo>
                  <a:pt x="111" y="128"/>
                  <a:pt x="128" y="110"/>
                  <a:pt x="128" y="88"/>
                </a:cubicBezTo>
                <a:cubicBezTo>
                  <a:pt x="128" y="66"/>
                  <a:pt x="111" y="48"/>
                  <a:pt x="89" y="48"/>
                </a:cubicBezTo>
                <a:moveTo>
                  <a:pt x="89" y="115"/>
                </a:moveTo>
                <a:cubicBezTo>
                  <a:pt x="74" y="115"/>
                  <a:pt x="62" y="103"/>
                  <a:pt x="62" y="88"/>
                </a:cubicBezTo>
                <a:cubicBezTo>
                  <a:pt x="62" y="73"/>
                  <a:pt x="74" y="61"/>
                  <a:pt x="89" y="61"/>
                </a:cubicBezTo>
                <a:cubicBezTo>
                  <a:pt x="103" y="61"/>
                  <a:pt x="115" y="73"/>
                  <a:pt x="115" y="88"/>
                </a:cubicBezTo>
                <a:cubicBezTo>
                  <a:pt x="115" y="103"/>
                  <a:pt x="103" y="115"/>
                  <a:pt x="89" y="115"/>
                </a:cubicBezTo>
              </a:path>
            </a:pathLst>
          </a:custGeom>
          <a:solidFill>
            <a:schemeClr val="lt2"/>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sp>
        <p:nvSpPr>
          <p:cNvPr id="408" name="Google Shape;408;p39"/>
          <p:cNvSpPr txBox="1"/>
          <p:nvPr/>
        </p:nvSpPr>
        <p:spPr>
          <a:xfrm>
            <a:off x="6307646" y="8178980"/>
            <a:ext cx="25485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a:t>
            </a:r>
            <a:endParaRPr sz="1800">
              <a:solidFill>
                <a:schemeClr val="dk2"/>
              </a:solidFill>
              <a:latin typeface="Instrument Sans"/>
              <a:ea typeface="Instrument Sans"/>
              <a:cs typeface="Instrument Sans"/>
              <a:sym typeface="Instrument Sans"/>
            </a:endParaRPr>
          </a:p>
        </p:txBody>
      </p:sp>
      <p:sp>
        <p:nvSpPr>
          <p:cNvPr id="409" name="Google Shape;409;p39"/>
          <p:cNvSpPr txBox="1"/>
          <p:nvPr/>
        </p:nvSpPr>
        <p:spPr>
          <a:xfrm>
            <a:off x="10682954" y="8176101"/>
            <a:ext cx="25485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a:t>
            </a:r>
            <a:endParaRPr sz="1800">
              <a:solidFill>
                <a:schemeClr val="dk2"/>
              </a:solidFill>
              <a:latin typeface="Instrument Sans"/>
              <a:ea typeface="Instrument Sans"/>
              <a:cs typeface="Instrument Sans"/>
              <a:sym typeface="Instrument Sans"/>
            </a:endParaRPr>
          </a:p>
        </p:txBody>
      </p:sp>
      <p:sp>
        <p:nvSpPr>
          <p:cNvPr id="410" name="Google Shape;410;p39"/>
          <p:cNvSpPr txBox="1"/>
          <p:nvPr/>
        </p:nvSpPr>
        <p:spPr>
          <a:xfrm>
            <a:off x="14989228" y="8173223"/>
            <a:ext cx="25485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a:t>
            </a:r>
            <a:endParaRPr sz="1800">
              <a:solidFill>
                <a:schemeClr val="dk2"/>
              </a:solidFill>
              <a:latin typeface="Instrument Sans"/>
              <a:ea typeface="Instrument Sans"/>
              <a:cs typeface="Instrument Sans"/>
              <a:sym typeface="Instrument Sans"/>
            </a:endParaRPr>
          </a:p>
        </p:txBody>
      </p:sp>
      <p:sp>
        <p:nvSpPr>
          <p:cNvPr id="411" name="Google Shape;411;p39"/>
          <p:cNvSpPr txBox="1"/>
          <p:nvPr/>
        </p:nvSpPr>
        <p:spPr>
          <a:xfrm>
            <a:off x="11403024" y="5991809"/>
            <a:ext cx="18171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2"/>
                </a:solidFill>
                <a:latin typeface="Plus Jakarta Sans"/>
                <a:ea typeface="Plus Jakarta Sans"/>
                <a:cs typeface="Plus Jakarta Sans"/>
                <a:sym typeface="Plus Jakarta Sans"/>
              </a:rPr>
              <a:t>20%</a:t>
            </a:r>
            <a:endParaRPr b="1" sz="2700">
              <a:solidFill>
                <a:schemeClr val="lt2"/>
              </a:solidFill>
              <a:latin typeface="Plus Jakarta Sans"/>
              <a:ea typeface="Plus Jakarta Sans"/>
              <a:cs typeface="Plus Jakarta Sans"/>
              <a:sym typeface="Plus Jakarta Sans"/>
            </a:endParaRPr>
          </a:p>
        </p:txBody>
      </p:sp>
      <p:sp>
        <p:nvSpPr>
          <p:cNvPr id="412" name="Google Shape;412;p39"/>
          <p:cNvSpPr txBox="1"/>
          <p:nvPr/>
        </p:nvSpPr>
        <p:spPr>
          <a:xfrm>
            <a:off x="12498606" y="1633878"/>
            <a:ext cx="18171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2"/>
                </a:solidFill>
                <a:latin typeface="Plus Jakarta Sans"/>
                <a:ea typeface="Plus Jakarta Sans"/>
                <a:cs typeface="Plus Jakarta Sans"/>
                <a:sym typeface="Plus Jakarta Sans"/>
              </a:rPr>
              <a:t>5%</a:t>
            </a:r>
            <a:endParaRPr b="1" sz="2700">
              <a:solidFill>
                <a:schemeClr val="lt2"/>
              </a:solidFill>
              <a:latin typeface="Plus Jakarta Sans"/>
              <a:ea typeface="Plus Jakarta Sans"/>
              <a:cs typeface="Plus Jakarta Sans"/>
              <a:sym typeface="Plus Jakarta Sans"/>
            </a:endParaRPr>
          </a:p>
        </p:txBody>
      </p:sp>
      <p:sp>
        <p:nvSpPr>
          <p:cNvPr id="413" name="Google Shape;413;p39"/>
          <p:cNvSpPr txBox="1"/>
          <p:nvPr/>
        </p:nvSpPr>
        <p:spPr>
          <a:xfrm>
            <a:off x="14088335" y="3952101"/>
            <a:ext cx="18171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2"/>
                </a:solidFill>
                <a:latin typeface="Plus Jakarta Sans"/>
                <a:ea typeface="Plus Jakarta Sans"/>
                <a:cs typeface="Plus Jakarta Sans"/>
                <a:sym typeface="Plus Jakarta Sans"/>
              </a:rPr>
              <a:t>40%</a:t>
            </a:r>
            <a:endParaRPr b="1" sz="2700">
              <a:solidFill>
                <a:schemeClr val="lt2"/>
              </a:solidFill>
              <a:latin typeface="Plus Jakarta Sans"/>
              <a:ea typeface="Plus Jakarta Sans"/>
              <a:cs typeface="Plus Jakarta Sans"/>
              <a:sym typeface="Plus Jakarta Sans"/>
            </a:endParaRPr>
          </a:p>
        </p:txBody>
      </p:sp>
      <p:sp>
        <p:nvSpPr>
          <p:cNvPr id="414" name="Google Shape;414;p39"/>
          <p:cNvSpPr txBox="1"/>
          <p:nvPr/>
        </p:nvSpPr>
        <p:spPr>
          <a:xfrm>
            <a:off x="9963204" y="3717428"/>
            <a:ext cx="18171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2"/>
                </a:solidFill>
                <a:latin typeface="Plus Jakarta Sans"/>
                <a:ea typeface="Plus Jakarta Sans"/>
                <a:cs typeface="Plus Jakarta Sans"/>
                <a:sym typeface="Plus Jakarta Sans"/>
              </a:rPr>
              <a:t>25%</a:t>
            </a:r>
            <a:endParaRPr b="1" sz="2700">
              <a:solidFill>
                <a:schemeClr val="lt2"/>
              </a:solidFill>
              <a:latin typeface="Plus Jakarta Sans"/>
              <a:ea typeface="Plus Jakarta Sans"/>
              <a:cs typeface="Plus Jakarta Sans"/>
              <a:sym typeface="Plus Jakarta Sans"/>
            </a:endParaRPr>
          </a:p>
        </p:txBody>
      </p:sp>
      <p:sp>
        <p:nvSpPr>
          <p:cNvPr id="415" name="Google Shape;415;p39"/>
          <p:cNvSpPr txBox="1"/>
          <p:nvPr/>
        </p:nvSpPr>
        <p:spPr>
          <a:xfrm>
            <a:off x="11403024" y="1868888"/>
            <a:ext cx="18171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2"/>
                </a:solidFill>
                <a:latin typeface="Plus Jakarta Sans"/>
                <a:ea typeface="Plus Jakarta Sans"/>
                <a:cs typeface="Plus Jakarta Sans"/>
                <a:sym typeface="Plus Jakarta Sans"/>
              </a:rPr>
              <a:t>10%</a:t>
            </a:r>
            <a:endParaRPr b="1" sz="2700">
              <a:solidFill>
                <a:schemeClr val="lt2"/>
              </a:solidFill>
              <a:latin typeface="Plus Jakarta Sans"/>
              <a:ea typeface="Plus Jakarta Sans"/>
              <a:cs typeface="Plus Jakarta Sans"/>
              <a:sym typeface="Plus Jakarta Sans"/>
            </a:endParaRPr>
          </a:p>
        </p:txBody>
      </p:sp>
      <p:sp>
        <p:nvSpPr>
          <p:cNvPr id="416" name="Google Shape;416;p39"/>
          <p:cNvSpPr/>
          <p:nvPr/>
        </p:nvSpPr>
        <p:spPr>
          <a:xfrm>
            <a:off x="1126577" y="4697925"/>
            <a:ext cx="6230100" cy="2274300"/>
          </a:xfrm>
          <a:prstGeom prst="roundRect">
            <a:avLst>
              <a:gd fmla="val 0" name="adj"/>
            </a:avLst>
          </a:prstGeom>
          <a:gradFill>
            <a:gsLst>
              <a:gs pos="0">
                <a:srgbClr val="217BEE"/>
              </a:gs>
              <a:gs pos="100000">
                <a:schemeClr val="lt1"/>
              </a:gs>
            </a:gsLst>
            <a:lin ang="0"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17" name="Google Shape;417;p39"/>
          <p:cNvSpPr txBox="1"/>
          <p:nvPr/>
        </p:nvSpPr>
        <p:spPr>
          <a:xfrm>
            <a:off x="1715808" y="4932594"/>
            <a:ext cx="4095900" cy="1373100"/>
          </a:xfrm>
          <a:prstGeom prst="rect">
            <a:avLst/>
          </a:prstGeom>
          <a:noFill/>
          <a:ln>
            <a:noFill/>
          </a:ln>
        </p:spPr>
        <p:txBody>
          <a:bodyPr anchorCtr="0" anchor="ctr" bIns="68550" lIns="137150" spcFirstLastPara="1" rIns="137150" wrap="square" tIns="68550">
            <a:noAutofit/>
          </a:bodyPr>
          <a:lstStyle/>
          <a:p>
            <a:pPr indent="0" lvl="0" marL="0" marR="0" rtl="0" algn="ctr">
              <a:lnSpc>
                <a:spcPct val="90000"/>
              </a:lnSpc>
              <a:spcBef>
                <a:spcPts val="0"/>
              </a:spcBef>
              <a:spcAft>
                <a:spcPts val="0"/>
              </a:spcAft>
              <a:buClr>
                <a:schemeClr val="accent1"/>
              </a:buClr>
              <a:buSzPts val="6600"/>
              <a:buFont typeface="Plus Jakarta Sans"/>
              <a:buNone/>
            </a:pPr>
            <a:r>
              <a:rPr lang="en-US" sz="6600">
                <a:solidFill>
                  <a:schemeClr val="lt1"/>
                </a:solidFill>
                <a:latin typeface="Sora Medium"/>
                <a:ea typeface="Sora Medium"/>
                <a:cs typeface="Sora Medium"/>
                <a:sym typeface="Sora Medium"/>
              </a:rPr>
              <a:t>5-10%</a:t>
            </a:r>
            <a:endParaRPr sz="6600">
              <a:solidFill>
                <a:schemeClr val="lt1"/>
              </a:solidFill>
              <a:latin typeface="Sora Medium"/>
              <a:ea typeface="Sora Medium"/>
              <a:cs typeface="Sora Medium"/>
              <a:sym typeface="Sora Medium"/>
            </a:endParaRPr>
          </a:p>
        </p:txBody>
      </p:sp>
      <p:sp>
        <p:nvSpPr>
          <p:cNvPr id="418" name="Google Shape;418;p39"/>
          <p:cNvSpPr txBox="1"/>
          <p:nvPr/>
        </p:nvSpPr>
        <p:spPr>
          <a:xfrm>
            <a:off x="1719090" y="6091166"/>
            <a:ext cx="4089000" cy="6927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1800">
                <a:solidFill>
                  <a:schemeClr val="lt1"/>
                </a:solidFill>
                <a:latin typeface="Sora Medium"/>
                <a:ea typeface="Sora Medium"/>
                <a:cs typeface="Sora Medium"/>
                <a:sym typeface="Sora Medium"/>
              </a:rPr>
              <a:t>of the total budget is allocated as a contingency reserve</a:t>
            </a:r>
            <a:endParaRPr sz="2100">
              <a:solidFill>
                <a:schemeClr val="lt1"/>
              </a:solidFill>
              <a:latin typeface="Sora Medium"/>
              <a:ea typeface="Sora Medium"/>
              <a:cs typeface="Sora Medium"/>
              <a:sym typeface="Sora Medium"/>
            </a:endParaRPr>
          </a:p>
        </p:txBody>
      </p:sp>
      <p:pic>
        <p:nvPicPr>
          <p:cNvPr id="419" name="Google Shape;419;p39"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23" presetSubtype="16">
                                  <p:stCondLst>
                                    <p:cond delay="0"/>
                                  </p:stCondLst>
                                  <p:childTnLst>
                                    <p:set>
                                      <p:cBhvr>
                                        <p:cTn dur="1" fill="hold">
                                          <p:stCondLst>
                                            <p:cond delay="0"/>
                                          </p:stCondLst>
                                        </p:cTn>
                                        <p:tgtEl>
                                          <p:spTgt spid="413"/>
                                        </p:tgtEl>
                                        <p:attrNameLst>
                                          <p:attrName>style.visibility</p:attrName>
                                        </p:attrNameLst>
                                      </p:cBhvr>
                                      <p:to>
                                        <p:strVal val="visible"/>
                                      </p:to>
                                    </p:set>
                                    <p:anim calcmode="lin" valueType="num">
                                      <p:cBhvr additive="base">
                                        <p:cTn dur="500"/>
                                        <p:tgtEl>
                                          <p:spTgt spid="413"/>
                                        </p:tgtEl>
                                        <p:attrNameLst>
                                          <p:attrName>ppt_w</p:attrName>
                                        </p:attrNameLst>
                                      </p:cBhvr>
                                      <p:tavLst>
                                        <p:tav fmla="" tm="0">
                                          <p:val>
                                            <p:strVal val="0"/>
                                          </p:val>
                                        </p:tav>
                                        <p:tav fmla="" tm="100000">
                                          <p:val>
                                            <p:strVal val="#ppt_w"/>
                                          </p:val>
                                        </p:tav>
                                      </p:tavLst>
                                    </p:anim>
                                    <p:anim calcmode="lin" valueType="num">
                                      <p:cBhvr additive="base">
                                        <p:cTn dur="500"/>
                                        <p:tgtEl>
                                          <p:spTgt spid="41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500"/>
                                        <p:tgtEl>
                                          <p:spTgt spid="411"/>
                                        </p:tgtEl>
                                        <p:attrNameLst>
                                          <p:attrName>ppt_w</p:attrName>
                                        </p:attrNameLst>
                                      </p:cBhvr>
                                      <p:tavLst>
                                        <p:tav fmla="" tm="0">
                                          <p:val>
                                            <p:strVal val="0"/>
                                          </p:val>
                                        </p:tav>
                                        <p:tav fmla="" tm="100000">
                                          <p:val>
                                            <p:strVal val="#ppt_w"/>
                                          </p:val>
                                        </p:tav>
                                      </p:tavLst>
                                    </p:anim>
                                    <p:anim calcmode="lin" valueType="num">
                                      <p:cBhvr additive="base">
                                        <p:cTn dur="500"/>
                                        <p:tgtEl>
                                          <p:spTgt spid="4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500"/>
                                        <p:tgtEl>
                                          <p:spTgt spid="414"/>
                                        </p:tgtEl>
                                        <p:attrNameLst>
                                          <p:attrName>ppt_w</p:attrName>
                                        </p:attrNameLst>
                                      </p:cBhvr>
                                      <p:tavLst>
                                        <p:tav fmla="" tm="0">
                                          <p:val>
                                            <p:strVal val="0"/>
                                          </p:val>
                                        </p:tav>
                                        <p:tav fmla="" tm="100000">
                                          <p:val>
                                            <p:strVal val="#ppt_w"/>
                                          </p:val>
                                        </p:tav>
                                      </p:tavLst>
                                    </p:anim>
                                    <p:anim calcmode="lin" valueType="num">
                                      <p:cBhvr additive="base">
                                        <p:cTn dur="500"/>
                                        <p:tgtEl>
                                          <p:spTgt spid="41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5"/>
                                        </p:tgtEl>
                                        <p:attrNameLst>
                                          <p:attrName>style.visibility</p:attrName>
                                        </p:attrNameLst>
                                      </p:cBhvr>
                                      <p:to>
                                        <p:strVal val="visible"/>
                                      </p:to>
                                    </p:set>
                                    <p:anim calcmode="lin" valueType="num">
                                      <p:cBhvr additive="base">
                                        <p:cTn dur="500"/>
                                        <p:tgtEl>
                                          <p:spTgt spid="415"/>
                                        </p:tgtEl>
                                        <p:attrNameLst>
                                          <p:attrName>ppt_w</p:attrName>
                                        </p:attrNameLst>
                                      </p:cBhvr>
                                      <p:tavLst>
                                        <p:tav fmla="" tm="0">
                                          <p:val>
                                            <p:strVal val="0"/>
                                          </p:val>
                                        </p:tav>
                                        <p:tav fmla="" tm="100000">
                                          <p:val>
                                            <p:strVal val="#ppt_w"/>
                                          </p:val>
                                        </p:tav>
                                      </p:tavLst>
                                    </p:anim>
                                    <p:anim calcmode="lin" valueType="num">
                                      <p:cBhvr additive="base">
                                        <p:cTn dur="500"/>
                                        <p:tgtEl>
                                          <p:spTgt spid="4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2"/>
                                        </p:tgtEl>
                                        <p:attrNameLst>
                                          <p:attrName>style.visibility</p:attrName>
                                        </p:attrNameLst>
                                      </p:cBhvr>
                                      <p:to>
                                        <p:strVal val="visible"/>
                                      </p:to>
                                    </p:set>
                                    <p:anim calcmode="lin" valueType="num">
                                      <p:cBhvr additive="base">
                                        <p:cTn dur="500"/>
                                        <p:tgtEl>
                                          <p:spTgt spid="412"/>
                                        </p:tgtEl>
                                        <p:attrNameLst>
                                          <p:attrName>ppt_w</p:attrName>
                                        </p:attrNameLst>
                                      </p:cBhvr>
                                      <p:tavLst>
                                        <p:tav fmla="" tm="0">
                                          <p:val>
                                            <p:strVal val="0"/>
                                          </p:val>
                                        </p:tav>
                                        <p:tav fmla="" tm="100000">
                                          <p:val>
                                            <p:strVal val="#ppt_w"/>
                                          </p:val>
                                        </p:tav>
                                      </p:tavLst>
                                    </p:anim>
                                    <p:anim calcmode="lin" valueType="num">
                                      <p:cBhvr additive="base">
                                        <p:cTn dur="500"/>
                                        <p:tgtEl>
                                          <p:spTgt spid="41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395"/>
                                        </p:tgtEl>
                                        <p:attrNameLst>
                                          <p:attrName>style.visibility</p:attrName>
                                        </p:attrNameLst>
                                      </p:cBhvr>
                                      <p:to>
                                        <p:strVal val="visible"/>
                                      </p:to>
                                    </p:set>
                                    <p:anim calcmode="lin" valueType="num">
                                      <p:cBhvr additive="base">
                                        <p:cTn dur="500"/>
                                        <p:tgtEl>
                                          <p:spTgt spid="395"/>
                                        </p:tgtEl>
                                        <p:attrNameLst>
                                          <p:attrName>ppt_w</p:attrName>
                                        </p:attrNameLst>
                                      </p:cBhvr>
                                      <p:tavLst>
                                        <p:tav fmla="" tm="0">
                                          <p:val>
                                            <p:strVal val="0"/>
                                          </p:val>
                                        </p:tav>
                                        <p:tav fmla="" tm="100000">
                                          <p:val>
                                            <p:strVal val="#ppt_w"/>
                                          </p:val>
                                        </p:tav>
                                      </p:tavLst>
                                    </p:anim>
                                    <p:anim calcmode="lin" valueType="num">
                                      <p:cBhvr additive="base">
                                        <p:cTn dur="500"/>
                                        <p:tgtEl>
                                          <p:spTgt spid="39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500"/>
                                        <p:tgtEl>
                                          <p:spTgt spid="407"/>
                                        </p:tgtEl>
                                        <p:attrNameLst>
                                          <p:attrName>ppt_w</p:attrName>
                                        </p:attrNameLst>
                                      </p:cBhvr>
                                      <p:tavLst>
                                        <p:tav fmla="" tm="0">
                                          <p:val>
                                            <p:strVal val="0"/>
                                          </p:val>
                                        </p:tav>
                                        <p:tav fmla="" tm="100000">
                                          <p:val>
                                            <p:strVal val="#ppt_w"/>
                                          </p:val>
                                        </p:tav>
                                      </p:tavLst>
                                    </p:anim>
                                    <p:anim calcmode="lin" valueType="num">
                                      <p:cBhvr additive="base">
                                        <p:cTn dur="500"/>
                                        <p:tgtEl>
                                          <p:spTgt spid="407"/>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ppt_w</p:attrName>
                                        </p:attrNameLst>
                                      </p:cBhvr>
                                      <p:tavLst>
                                        <p:tav fmla="" tm="0">
                                          <p:val>
                                            <p:strVal val="0"/>
                                          </p:val>
                                        </p:tav>
                                        <p:tav fmla="" tm="100000">
                                          <p:val>
                                            <p:strVal val="#ppt_w"/>
                                          </p:val>
                                        </p:tav>
                                      </p:tavLst>
                                    </p:anim>
                                    <p:anim calcmode="lin" valueType="num">
                                      <p:cBhvr additive="base">
                                        <p:cTn dur="500"/>
                                        <p:tgtEl>
                                          <p:spTgt spid="40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ppt_w</p:attrName>
                                        </p:attrNameLst>
                                      </p:cBhvr>
                                      <p:tavLst>
                                        <p:tav fmla="" tm="0">
                                          <p:val>
                                            <p:strVal val="0"/>
                                          </p:val>
                                        </p:tav>
                                        <p:tav fmla="" tm="100000">
                                          <p:val>
                                            <p:strVal val="#ppt_w"/>
                                          </p:val>
                                        </p:tav>
                                      </p:tavLst>
                                    </p:anim>
                                    <p:anim calcmode="lin" valueType="num">
                                      <p:cBhvr additive="base">
                                        <p:cTn dur="500"/>
                                        <p:tgtEl>
                                          <p:spTgt spid="406"/>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500"/>
                                        <p:tgtEl>
                                          <p:spTgt spid="396"/>
                                        </p:tgtEl>
                                        <p:attrNameLst>
                                          <p:attrName>ppt_w</p:attrName>
                                        </p:attrNameLst>
                                      </p:cBhvr>
                                      <p:tavLst>
                                        <p:tav fmla="" tm="0">
                                          <p:val>
                                            <p:strVal val="0"/>
                                          </p:val>
                                        </p:tav>
                                        <p:tav fmla="" tm="100000">
                                          <p:val>
                                            <p:strVal val="#ppt_w"/>
                                          </p:val>
                                        </p:tav>
                                      </p:tavLst>
                                    </p:anim>
                                    <p:anim calcmode="lin" valueType="num">
                                      <p:cBhvr additive="base">
                                        <p:cTn dur="500"/>
                                        <p:tgtEl>
                                          <p:spTgt spid="39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ppt_w</p:attrName>
                                        </p:attrNameLst>
                                      </p:cBhvr>
                                      <p:tavLst>
                                        <p:tav fmla="" tm="0">
                                          <p:val>
                                            <p:strVal val="0"/>
                                          </p:val>
                                        </p:tav>
                                        <p:tav fmla="" tm="100000">
                                          <p:val>
                                            <p:strVal val="#ppt_w"/>
                                          </p:val>
                                        </p:tav>
                                      </p:tavLst>
                                    </p:anim>
                                    <p:anim calcmode="lin" valueType="num">
                                      <p:cBhvr additive="base">
                                        <p:cTn dur="500"/>
                                        <p:tgtEl>
                                          <p:spTgt spid="397"/>
                                        </p:tgtEl>
                                        <p:attrNameLst>
                                          <p:attrName>ppt_h</p:attrName>
                                        </p:attrNameLst>
                                      </p:cBhvr>
                                      <p:tavLst>
                                        <p:tav fmla="" tm="0">
                                          <p:val>
                                            <p:strVal val="0"/>
                                          </p:val>
                                        </p:tav>
                                        <p:tav fmla="" tm="100000">
                                          <p:val>
                                            <p:strVal val="#ppt_h"/>
                                          </p:val>
                                        </p:tav>
                                      </p:tavLst>
                                    </p:anim>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ppt_w</p:attrName>
                                        </p:attrNameLst>
                                      </p:cBhvr>
                                      <p:tavLst>
                                        <p:tav fmla="" tm="0">
                                          <p:val>
                                            <p:strVal val="0"/>
                                          </p:val>
                                        </p:tav>
                                        <p:tav fmla="" tm="100000">
                                          <p:val>
                                            <p:strVal val="#ppt_w"/>
                                          </p:val>
                                        </p:tav>
                                      </p:tavLst>
                                    </p:anim>
                                    <p:anim calcmode="lin" valueType="num">
                                      <p:cBhvr additive="base">
                                        <p:cTn dur="500"/>
                                        <p:tgtEl>
                                          <p:spTgt spid="3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500"/>
                                        <p:tgtEl>
                                          <p:spTgt spid="403"/>
                                        </p:tgtEl>
                                        <p:attrNameLst>
                                          <p:attrName>ppt_w</p:attrName>
                                        </p:attrNameLst>
                                      </p:cBhvr>
                                      <p:tavLst>
                                        <p:tav fmla="" tm="0">
                                          <p:val>
                                            <p:strVal val="0"/>
                                          </p:val>
                                        </p:tav>
                                        <p:tav fmla="" tm="100000">
                                          <p:val>
                                            <p:strVal val="#ppt_w"/>
                                          </p:val>
                                        </p:tav>
                                      </p:tavLst>
                                    </p:anim>
                                    <p:anim calcmode="lin" valueType="num">
                                      <p:cBhvr additive="base">
                                        <p:cTn dur="500"/>
                                        <p:tgtEl>
                                          <p:spTgt spid="403"/>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0"/>
          <p:cNvSpPr txBox="1"/>
          <p:nvPr>
            <p:ph type="title"/>
          </p:nvPr>
        </p:nvSpPr>
        <p:spPr>
          <a:xfrm>
            <a:off x="933451" y="1507332"/>
            <a:ext cx="5467500" cy="2264400"/>
          </a:xfrm>
          <a:prstGeom prst="rect">
            <a:avLst/>
          </a:prstGeom>
          <a:noFill/>
          <a:ln>
            <a:noFill/>
          </a:ln>
        </p:spPr>
        <p:txBody>
          <a:bodyPr anchorCtr="0" anchor="t" bIns="68550" lIns="137150" spcFirstLastPara="1" rIns="137150" wrap="square" tIns="68550">
            <a:normAutofit/>
          </a:bodyPr>
          <a:lstStyle/>
          <a:p>
            <a:pPr indent="0" lvl="0" marL="0" rtl="0" algn="l">
              <a:lnSpc>
                <a:spcPct val="90000"/>
              </a:lnSpc>
              <a:spcBef>
                <a:spcPts val="0"/>
              </a:spcBef>
              <a:spcAft>
                <a:spcPts val="0"/>
              </a:spcAft>
              <a:buClr>
                <a:schemeClr val="accent1"/>
              </a:buClr>
              <a:buSzPts val="6600"/>
              <a:buFont typeface="Plus Jakarta Sans"/>
              <a:buNone/>
            </a:pPr>
            <a:r>
              <a:rPr b="0" lang="en-US">
                <a:solidFill>
                  <a:srgbClr val="D13B5F"/>
                </a:solidFill>
                <a:latin typeface="Sora Medium"/>
                <a:ea typeface="Sora Medium"/>
                <a:cs typeface="Sora Medium"/>
                <a:sym typeface="Sora Medium"/>
              </a:rPr>
              <a:t>Revenue Projection</a:t>
            </a:r>
            <a:endParaRPr b="0">
              <a:solidFill>
                <a:srgbClr val="D13B5F"/>
              </a:solidFill>
              <a:latin typeface="Sora Medium"/>
              <a:ea typeface="Sora Medium"/>
              <a:cs typeface="Sora Medium"/>
              <a:sym typeface="Sora Medium"/>
            </a:endParaRPr>
          </a:p>
        </p:txBody>
      </p:sp>
      <p:cxnSp>
        <p:nvCxnSpPr>
          <p:cNvPr id="425" name="Google Shape;425;p40"/>
          <p:cNvCxnSpPr/>
          <p:nvPr/>
        </p:nvCxnSpPr>
        <p:spPr>
          <a:xfrm>
            <a:off x="8343900" y="2217993"/>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26" name="Google Shape;426;p40"/>
          <p:cNvCxnSpPr/>
          <p:nvPr/>
        </p:nvCxnSpPr>
        <p:spPr>
          <a:xfrm>
            <a:off x="8343900" y="3280983"/>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27" name="Google Shape;427;p40"/>
          <p:cNvCxnSpPr/>
          <p:nvPr/>
        </p:nvCxnSpPr>
        <p:spPr>
          <a:xfrm>
            <a:off x="8343900" y="4355403"/>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28" name="Google Shape;428;p40"/>
          <p:cNvCxnSpPr/>
          <p:nvPr/>
        </p:nvCxnSpPr>
        <p:spPr>
          <a:xfrm>
            <a:off x="8343900" y="5441301"/>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29" name="Google Shape;429;p40"/>
          <p:cNvCxnSpPr/>
          <p:nvPr/>
        </p:nvCxnSpPr>
        <p:spPr>
          <a:xfrm>
            <a:off x="8343900" y="6527151"/>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30" name="Google Shape;430;p40"/>
          <p:cNvCxnSpPr/>
          <p:nvPr/>
        </p:nvCxnSpPr>
        <p:spPr>
          <a:xfrm>
            <a:off x="8343900" y="7607028"/>
            <a:ext cx="8283300" cy="0"/>
          </a:xfrm>
          <a:prstGeom prst="straightConnector1">
            <a:avLst/>
          </a:prstGeom>
          <a:noFill/>
          <a:ln cap="flat" cmpd="sng" w="14300">
            <a:solidFill>
              <a:srgbClr val="CFDADE"/>
            </a:solidFill>
            <a:prstDash val="solid"/>
            <a:miter lim="800000"/>
            <a:headEnd len="sm" w="sm" type="none"/>
            <a:tailEnd len="sm" w="sm" type="none"/>
          </a:ln>
        </p:spPr>
      </p:cxnSp>
      <p:cxnSp>
        <p:nvCxnSpPr>
          <p:cNvPr id="431" name="Google Shape;431;p40"/>
          <p:cNvCxnSpPr/>
          <p:nvPr/>
        </p:nvCxnSpPr>
        <p:spPr>
          <a:xfrm>
            <a:off x="8343900" y="8717643"/>
            <a:ext cx="8283300" cy="0"/>
          </a:xfrm>
          <a:prstGeom prst="straightConnector1">
            <a:avLst/>
          </a:prstGeom>
          <a:noFill/>
          <a:ln cap="flat" cmpd="sng" w="14300">
            <a:solidFill>
              <a:srgbClr val="CFDADE"/>
            </a:solidFill>
            <a:prstDash val="solid"/>
            <a:miter lim="800000"/>
            <a:headEnd len="sm" w="sm" type="none"/>
            <a:tailEnd len="sm" w="sm" type="none"/>
          </a:ln>
        </p:spPr>
      </p:cxnSp>
      <p:sp>
        <p:nvSpPr>
          <p:cNvPr id="432" name="Google Shape;432;p40"/>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p>
            <a:pPr indent="0" lvl="0" marL="0" rtl="0" algn="ctr">
              <a:spcBef>
                <a:spcPts val="0"/>
              </a:spcBef>
              <a:spcAft>
                <a:spcPts val="0"/>
              </a:spcAft>
              <a:buNone/>
            </a:pPr>
            <a:fld id="{00000000-1234-1234-1234-123412341234}" type="slidenum">
              <a:rPr lang="en-US"/>
              <a:t>‹#›</a:t>
            </a:fld>
            <a:endParaRPr/>
          </a:p>
        </p:txBody>
      </p:sp>
      <p:sp>
        <p:nvSpPr>
          <p:cNvPr id="433" name="Google Shape;433;p40"/>
          <p:cNvSpPr txBox="1"/>
          <p:nvPr/>
        </p:nvSpPr>
        <p:spPr>
          <a:xfrm>
            <a:off x="1843859" y="5260529"/>
            <a:ext cx="22896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400">
                <a:solidFill>
                  <a:srgbClr val="5255BF"/>
                </a:solidFill>
                <a:latin typeface="Sora Medium"/>
                <a:ea typeface="Sora Medium"/>
                <a:cs typeface="Sora Medium"/>
                <a:sym typeface="Sora Medium"/>
              </a:rPr>
              <a:t>Revenue ($)</a:t>
            </a:r>
            <a:endParaRPr sz="2100">
              <a:solidFill>
                <a:srgbClr val="5255BF"/>
              </a:solidFill>
              <a:latin typeface="Sora Medium"/>
              <a:ea typeface="Sora Medium"/>
              <a:cs typeface="Sora Medium"/>
              <a:sym typeface="Sora Medium"/>
            </a:endParaRPr>
          </a:p>
        </p:txBody>
      </p:sp>
      <p:sp>
        <p:nvSpPr>
          <p:cNvPr id="434" name="Google Shape;434;p40"/>
          <p:cNvSpPr txBox="1"/>
          <p:nvPr/>
        </p:nvSpPr>
        <p:spPr>
          <a:xfrm>
            <a:off x="1840664" y="7085783"/>
            <a:ext cx="2289600" cy="5079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b="1" lang="en-US" sz="2400">
                <a:solidFill>
                  <a:srgbClr val="EC683E"/>
                </a:solidFill>
                <a:latin typeface="Plus Jakarta Sans"/>
                <a:ea typeface="Plus Jakarta Sans"/>
                <a:cs typeface="Plus Jakarta Sans"/>
                <a:sym typeface="Plus Jakarta Sans"/>
              </a:rPr>
              <a:t>Growth (%)</a:t>
            </a:r>
            <a:endParaRPr b="1" sz="2400">
              <a:solidFill>
                <a:srgbClr val="EC683E"/>
              </a:solidFill>
              <a:latin typeface="Plus Jakarta Sans"/>
              <a:ea typeface="Plus Jakarta Sans"/>
              <a:cs typeface="Plus Jakarta Sans"/>
              <a:sym typeface="Plus Jakarta Sans"/>
            </a:endParaRPr>
          </a:p>
        </p:txBody>
      </p:sp>
      <p:sp>
        <p:nvSpPr>
          <p:cNvPr id="435" name="Google Shape;435;p40"/>
          <p:cNvSpPr txBox="1"/>
          <p:nvPr/>
        </p:nvSpPr>
        <p:spPr>
          <a:xfrm>
            <a:off x="935267" y="3643137"/>
            <a:ext cx="50085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 venenatis</a:t>
            </a:r>
            <a:endParaRPr sz="2100">
              <a:latin typeface="Instrument Sans"/>
              <a:ea typeface="Instrument Sans"/>
              <a:cs typeface="Instrument Sans"/>
              <a:sym typeface="Instrument Sans"/>
            </a:endParaRPr>
          </a:p>
        </p:txBody>
      </p:sp>
      <p:sp>
        <p:nvSpPr>
          <p:cNvPr id="436" name="Google Shape;436;p40"/>
          <p:cNvSpPr txBox="1"/>
          <p:nvPr/>
        </p:nvSpPr>
        <p:spPr>
          <a:xfrm>
            <a:off x="1858243" y="5659666"/>
            <a:ext cx="4324500" cy="1246800"/>
          </a:xfrm>
          <a:prstGeom prst="rect">
            <a:avLst/>
          </a:prstGeom>
          <a:noFill/>
          <a:ln>
            <a:noFill/>
          </a:ln>
        </p:spPr>
        <p:txBody>
          <a:bodyPr anchorCtr="0" anchor="ctr"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a:t>
            </a:r>
            <a:endParaRPr sz="2100">
              <a:latin typeface="Instrument Sans"/>
              <a:ea typeface="Instrument Sans"/>
              <a:cs typeface="Instrument Sans"/>
              <a:sym typeface="Instrument Sans"/>
            </a:endParaRPr>
          </a:p>
        </p:txBody>
      </p:sp>
      <p:sp>
        <p:nvSpPr>
          <p:cNvPr id="437" name="Google Shape;437;p40"/>
          <p:cNvSpPr txBox="1"/>
          <p:nvPr/>
        </p:nvSpPr>
        <p:spPr>
          <a:xfrm>
            <a:off x="1840190" y="7483024"/>
            <a:ext cx="4324500" cy="1246800"/>
          </a:xfrm>
          <a:prstGeom prst="rect">
            <a:avLst/>
          </a:prstGeom>
          <a:noFill/>
          <a:ln>
            <a:noFill/>
          </a:ln>
        </p:spPr>
        <p:txBody>
          <a:bodyPr anchorCtr="0" anchor="ctr"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a:t>
            </a:r>
            <a:endParaRPr sz="2100">
              <a:latin typeface="Instrument Sans"/>
              <a:ea typeface="Instrument Sans"/>
              <a:cs typeface="Instrument Sans"/>
              <a:sym typeface="Instrument Sans"/>
            </a:endParaRPr>
          </a:p>
        </p:txBody>
      </p:sp>
      <p:sp>
        <p:nvSpPr>
          <p:cNvPr id="438" name="Google Shape;438;p40"/>
          <p:cNvSpPr/>
          <p:nvPr/>
        </p:nvSpPr>
        <p:spPr>
          <a:xfrm>
            <a:off x="1121715" y="5391150"/>
            <a:ext cx="702000" cy="702000"/>
          </a:xfrm>
          <a:prstGeom prst="flowChartConnector">
            <a:avLst/>
          </a:prstGeom>
          <a:solidFill>
            <a:srgbClr val="5255B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rgbClr val="5255BF"/>
              </a:solidFill>
              <a:latin typeface="Source Sans 3 ExtraLight"/>
              <a:ea typeface="Source Sans 3 ExtraLight"/>
              <a:cs typeface="Source Sans 3 ExtraLight"/>
              <a:sym typeface="Source Sans 3 ExtraLight"/>
            </a:endParaRPr>
          </a:p>
        </p:txBody>
      </p:sp>
      <p:sp>
        <p:nvSpPr>
          <p:cNvPr id="439" name="Google Shape;439;p40"/>
          <p:cNvSpPr/>
          <p:nvPr/>
        </p:nvSpPr>
        <p:spPr>
          <a:xfrm>
            <a:off x="1329945" y="5543466"/>
            <a:ext cx="289410" cy="377604"/>
          </a:xfrm>
          <a:custGeom>
            <a:rect b="b" l="l" r="r" t="t"/>
            <a:pathLst>
              <a:path extrusionOk="0" h="186" w="143">
                <a:moveTo>
                  <a:pt x="133" y="105"/>
                </a:moveTo>
                <a:cubicBezTo>
                  <a:pt x="108" y="72"/>
                  <a:pt x="108" y="72"/>
                  <a:pt x="108" y="72"/>
                </a:cubicBezTo>
                <a:cubicBezTo>
                  <a:pt x="108" y="88"/>
                  <a:pt x="108" y="88"/>
                  <a:pt x="108" y="88"/>
                </a:cubicBezTo>
                <a:cubicBezTo>
                  <a:pt x="108" y="92"/>
                  <a:pt x="104" y="96"/>
                  <a:pt x="100" y="96"/>
                </a:cubicBezTo>
                <a:cubicBezTo>
                  <a:pt x="95" y="96"/>
                  <a:pt x="92" y="92"/>
                  <a:pt x="92" y="88"/>
                </a:cubicBezTo>
                <a:cubicBezTo>
                  <a:pt x="92" y="71"/>
                  <a:pt x="92" y="71"/>
                  <a:pt x="92" y="71"/>
                </a:cubicBezTo>
                <a:cubicBezTo>
                  <a:pt x="92" y="70"/>
                  <a:pt x="91" y="67"/>
                  <a:pt x="90" y="64"/>
                </a:cubicBezTo>
                <a:cubicBezTo>
                  <a:pt x="89" y="65"/>
                  <a:pt x="89" y="65"/>
                  <a:pt x="88" y="65"/>
                </a:cubicBezTo>
                <a:cubicBezTo>
                  <a:pt x="87" y="67"/>
                  <a:pt x="86" y="70"/>
                  <a:pt x="86" y="71"/>
                </a:cubicBezTo>
                <a:cubicBezTo>
                  <a:pt x="86" y="76"/>
                  <a:pt x="86" y="76"/>
                  <a:pt x="86" y="76"/>
                </a:cubicBezTo>
                <a:cubicBezTo>
                  <a:pt x="86" y="81"/>
                  <a:pt x="83" y="84"/>
                  <a:pt x="78" y="84"/>
                </a:cubicBezTo>
                <a:cubicBezTo>
                  <a:pt x="74" y="84"/>
                  <a:pt x="70" y="81"/>
                  <a:pt x="70" y="76"/>
                </a:cubicBezTo>
                <a:cubicBezTo>
                  <a:pt x="70" y="71"/>
                  <a:pt x="70" y="71"/>
                  <a:pt x="70" y="71"/>
                </a:cubicBezTo>
                <a:cubicBezTo>
                  <a:pt x="70" y="68"/>
                  <a:pt x="71" y="64"/>
                  <a:pt x="73" y="60"/>
                </a:cubicBezTo>
                <a:cubicBezTo>
                  <a:pt x="65" y="60"/>
                  <a:pt x="65" y="60"/>
                  <a:pt x="65" y="60"/>
                </a:cubicBezTo>
                <a:cubicBezTo>
                  <a:pt x="45" y="60"/>
                  <a:pt x="45" y="60"/>
                  <a:pt x="45" y="60"/>
                </a:cubicBezTo>
                <a:cubicBezTo>
                  <a:pt x="10" y="105"/>
                  <a:pt x="10" y="105"/>
                  <a:pt x="10" y="105"/>
                </a:cubicBezTo>
                <a:cubicBezTo>
                  <a:pt x="4" y="115"/>
                  <a:pt x="0" y="132"/>
                  <a:pt x="0" y="143"/>
                </a:cubicBezTo>
                <a:cubicBezTo>
                  <a:pt x="0" y="158"/>
                  <a:pt x="0" y="158"/>
                  <a:pt x="0" y="158"/>
                </a:cubicBezTo>
                <a:cubicBezTo>
                  <a:pt x="0" y="169"/>
                  <a:pt x="17" y="186"/>
                  <a:pt x="28" y="186"/>
                </a:cubicBezTo>
                <a:cubicBezTo>
                  <a:pt x="115" y="186"/>
                  <a:pt x="115" y="186"/>
                  <a:pt x="115" y="186"/>
                </a:cubicBezTo>
                <a:cubicBezTo>
                  <a:pt x="126" y="186"/>
                  <a:pt x="143" y="169"/>
                  <a:pt x="143" y="158"/>
                </a:cubicBezTo>
                <a:cubicBezTo>
                  <a:pt x="143" y="143"/>
                  <a:pt x="143" y="143"/>
                  <a:pt x="143" y="143"/>
                </a:cubicBezTo>
                <a:cubicBezTo>
                  <a:pt x="143" y="132"/>
                  <a:pt x="139" y="115"/>
                  <a:pt x="133" y="105"/>
                </a:cubicBezTo>
                <a:close/>
                <a:moveTo>
                  <a:pt x="78" y="161"/>
                </a:moveTo>
                <a:cubicBezTo>
                  <a:pt x="78" y="171"/>
                  <a:pt x="78" y="171"/>
                  <a:pt x="78" y="171"/>
                </a:cubicBezTo>
                <a:cubicBezTo>
                  <a:pt x="65" y="171"/>
                  <a:pt x="65" y="171"/>
                  <a:pt x="65" y="171"/>
                </a:cubicBezTo>
                <a:cubicBezTo>
                  <a:pt x="65" y="162"/>
                  <a:pt x="65" y="162"/>
                  <a:pt x="65" y="162"/>
                </a:cubicBezTo>
                <a:cubicBezTo>
                  <a:pt x="61" y="161"/>
                  <a:pt x="57" y="160"/>
                  <a:pt x="54" y="158"/>
                </a:cubicBezTo>
                <a:cubicBezTo>
                  <a:pt x="52" y="156"/>
                  <a:pt x="52" y="156"/>
                  <a:pt x="52" y="156"/>
                </a:cubicBezTo>
                <a:cubicBezTo>
                  <a:pt x="56" y="144"/>
                  <a:pt x="56" y="144"/>
                  <a:pt x="56" y="144"/>
                </a:cubicBezTo>
                <a:cubicBezTo>
                  <a:pt x="60" y="146"/>
                  <a:pt x="60" y="146"/>
                  <a:pt x="60" y="146"/>
                </a:cubicBezTo>
                <a:cubicBezTo>
                  <a:pt x="63" y="148"/>
                  <a:pt x="67" y="149"/>
                  <a:pt x="70" y="149"/>
                </a:cubicBezTo>
                <a:cubicBezTo>
                  <a:pt x="74" y="149"/>
                  <a:pt x="77" y="147"/>
                  <a:pt x="77" y="145"/>
                </a:cubicBezTo>
                <a:cubicBezTo>
                  <a:pt x="77" y="143"/>
                  <a:pt x="76" y="141"/>
                  <a:pt x="69" y="138"/>
                </a:cubicBezTo>
                <a:cubicBezTo>
                  <a:pt x="61" y="135"/>
                  <a:pt x="53" y="130"/>
                  <a:pt x="53" y="120"/>
                </a:cubicBezTo>
                <a:cubicBezTo>
                  <a:pt x="53" y="112"/>
                  <a:pt x="58" y="106"/>
                  <a:pt x="66" y="103"/>
                </a:cubicBezTo>
                <a:cubicBezTo>
                  <a:pt x="66" y="94"/>
                  <a:pt x="66" y="94"/>
                  <a:pt x="66" y="94"/>
                </a:cubicBezTo>
                <a:cubicBezTo>
                  <a:pt x="78" y="94"/>
                  <a:pt x="78" y="94"/>
                  <a:pt x="78" y="94"/>
                </a:cubicBezTo>
                <a:cubicBezTo>
                  <a:pt x="78" y="103"/>
                  <a:pt x="78" y="103"/>
                  <a:pt x="78" y="103"/>
                </a:cubicBezTo>
                <a:cubicBezTo>
                  <a:pt x="82" y="103"/>
                  <a:pt x="85" y="104"/>
                  <a:pt x="88" y="106"/>
                </a:cubicBezTo>
                <a:cubicBezTo>
                  <a:pt x="90" y="107"/>
                  <a:pt x="90" y="107"/>
                  <a:pt x="90" y="107"/>
                </a:cubicBezTo>
                <a:cubicBezTo>
                  <a:pt x="86" y="120"/>
                  <a:pt x="86" y="120"/>
                  <a:pt x="86" y="120"/>
                </a:cubicBezTo>
                <a:cubicBezTo>
                  <a:pt x="82" y="118"/>
                  <a:pt x="82" y="118"/>
                  <a:pt x="82" y="118"/>
                </a:cubicBezTo>
                <a:cubicBezTo>
                  <a:pt x="81" y="117"/>
                  <a:pt x="78" y="115"/>
                  <a:pt x="73" y="115"/>
                </a:cubicBezTo>
                <a:cubicBezTo>
                  <a:pt x="70" y="115"/>
                  <a:pt x="68" y="117"/>
                  <a:pt x="68" y="119"/>
                </a:cubicBezTo>
                <a:cubicBezTo>
                  <a:pt x="68" y="121"/>
                  <a:pt x="68" y="122"/>
                  <a:pt x="76" y="125"/>
                </a:cubicBezTo>
                <a:cubicBezTo>
                  <a:pt x="83" y="128"/>
                  <a:pt x="91" y="133"/>
                  <a:pt x="91" y="144"/>
                </a:cubicBezTo>
                <a:cubicBezTo>
                  <a:pt x="91" y="152"/>
                  <a:pt x="86" y="159"/>
                  <a:pt x="78" y="161"/>
                </a:cubicBezTo>
                <a:close/>
                <a:moveTo>
                  <a:pt x="45" y="42"/>
                </a:moveTo>
                <a:cubicBezTo>
                  <a:pt x="32" y="0"/>
                  <a:pt x="32" y="0"/>
                  <a:pt x="32" y="0"/>
                </a:cubicBezTo>
                <a:cubicBezTo>
                  <a:pt x="40" y="2"/>
                  <a:pt x="41" y="9"/>
                  <a:pt x="50" y="9"/>
                </a:cubicBezTo>
                <a:cubicBezTo>
                  <a:pt x="61" y="9"/>
                  <a:pt x="61" y="0"/>
                  <a:pt x="72" y="0"/>
                </a:cubicBezTo>
                <a:cubicBezTo>
                  <a:pt x="82" y="0"/>
                  <a:pt x="82" y="9"/>
                  <a:pt x="93" y="9"/>
                </a:cubicBezTo>
                <a:cubicBezTo>
                  <a:pt x="102" y="9"/>
                  <a:pt x="103" y="2"/>
                  <a:pt x="111" y="0"/>
                </a:cubicBezTo>
                <a:cubicBezTo>
                  <a:pt x="98" y="42"/>
                  <a:pt x="98" y="42"/>
                  <a:pt x="98" y="42"/>
                </a:cubicBezTo>
                <a:lnTo>
                  <a:pt x="45" y="42"/>
                </a:lnTo>
                <a:close/>
                <a:moveTo>
                  <a:pt x="100" y="56"/>
                </a:moveTo>
                <a:cubicBezTo>
                  <a:pt x="99" y="56"/>
                  <a:pt x="99" y="56"/>
                  <a:pt x="99" y="56"/>
                </a:cubicBezTo>
                <a:cubicBezTo>
                  <a:pt x="101" y="60"/>
                  <a:pt x="104" y="66"/>
                  <a:pt x="104" y="71"/>
                </a:cubicBezTo>
                <a:cubicBezTo>
                  <a:pt x="104" y="88"/>
                  <a:pt x="104" y="88"/>
                  <a:pt x="104" y="88"/>
                </a:cubicBezTo>
                <a:cubicBezTo>
                  <a:pt x="104" y="90"/>
                  <a:pt x="102" y="92"/>
                  <a:pt x="100" y="92"/>
                </a:cubicBezTo>
                <a:cubicBezTo>
                  <a:pt x="97" y="92"/>
                  <a:pt x="96" y="90"/>
                  <a:pt x="96" y="88"/>
                </a:cubicBezTo>
                <a:cubicBezTo>
                  <a:pt x="96" y="71"/>
                  <a:pt x="96" y="71"/>
                  <a:pt x="96" y="71"/>
                </a:cubicBezTo>
                <a:cubicBezTo>
                  <a:pt x="96" y="68"/>
                  <a:pt x="94" y="63"/>
                  <a:pt x="92" y="60"/>
                </a:cubicBezTo>
                <a:cubicBezTo>
                  <a:pt x="91" y="60"/>
                  <a:pt x="89" y="61"/>
                  <a:pt x="88" y="61"/>
                </a:cubicBezTo>
                <a:cubicBezTo>
                  <a:pt x="87" y="61"/>
                  <a:pt x="86" y="60"/>
                  <a:pt x="86" y="60"/>
                </a:cubicBezTo>
                <a:cubicBezTo>
                  <a:pt x="84" y="64"/>
                  <a:pt x="82" y="68"/>
                  <a:pt x="82" y="71"/>
                </a:cubicBezTo>
                <a:cubicBezTo>
                  <a:pt x="82" y="76"/>
                  <a:pt x="82" y="76"/>
                  <a:pt x="82" y="76"/>
                </a:cubicBezTo>
                <a:cubicBezTo>
                  <a:pt x="82" y="79"/>
                  <a:pt x="80" y="80"/>
                  <a:pt x="78" y="80"/>
                </a:cubicBezTo>
                <a:cubicBezTo>
                  <a:pt x="76" y="80"/>
                  <a:pt x="74" y="79"/>
                  <a:pt x="74" y="76"/>
                </a:cubicBezTo>
                <a:cubicBezTo>
                  <a:pt x="74" y="71"/>
                  <a:pt x="74" y="71"/>
                  <a:pt x="74" y="71"/>
                </a:cubicBezTo>
                <a:cubicBezTo>
                  <a:pt x="74" y="66"/>
                  <a:pt x="77" y="60"/>
                  <a:pt x="79" y="56"/>
                </a:cubicBezTo>
                <a:cubicBezTo>
                  <a:pt x="44" y="56"/>
                  <a:pt x="44" y="56"/>
                  <a:pt x="44" y="56"/>
                </a:cubicBezTo>
                <a:cubicBezTo>
                  <a:pt x="41" y="56"/>
                  <a:pt x="40" y="54"/>
                  <a:pt x="40" y="52"/>
                </a:cubicBezTo>
                <a:cubicBezTo>
                  <a:pt x="40" y="49"/>
                  <a:pt x="41" y="48"/>
                  <a:pt x="44" y="48"/>
                </a:cubicBezTo>
                <a:cubicBezTo>
                  <a:pt x="82" y="48"/>
                  <a:pt x="82" y="48"/>
                  <a:pt x="82" y="48"/>
                </a:cubicBezTo>
                <a:cubicBezTo>
                  <a:pt x="83" y="46"/>
                  <a:pt x="85" y="45"/>
                  <a:pt x="88" y="45"/>
                </a:cubicBezTo>
                <a:cubicBezTo>
                  <a:pt x="90" y="45"/>
                  <a:pt x="92" y="46"/>
                  <a:pt x="94" y="48"/>
                </a:cubicBezTo>
                <a:cubicBezTo>
                  <a:pt x="100" y="48"/>
                  <a:pt x="100" y="48"/>
                  <a:pt x="100" y="48"/>
                </a:cubicBezTo>
                <a:cubicBezTo>
                  <a:pt x="102" y="48"/>
                  <a:pt x="104" y="49"/>
                  <a:pt x="104" y="52"/>
                </a:cubicBezTo>
                <a:cubicBezTo>
                  <a:pt x="104" y="54"/>
                  <a:pt x="102" y="56"/>
                  <a:pt x="100" y="56"/>
                </a:cubicBezTo>
                <a:close/>
              </a:path>
            </a:pathLst>
          </a:custGeom>
          <a:solidFill>
            <a:schemeClr val="lt2"/>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sp>
        <p:nvSpPr>
          <p:cNvPr id="440" name="Google Shape;440;p40"/>
          <p:cNvSpPr/>
          <p:nvPr/>
        </p:nvSpPr>
        <p:spPr>
          <a:xfrm>
            <a:off x="1121571" y="7219950"/>
            <a:ext cx="702000" cy="702000"/>
          </a:xfrm>
          <a:prstGeom prst="flowChartConnector">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grpSp>
        <p:nvGrpSpPr>
          <p:cNvPr id="441" name="Google Shape;441;p40"/>
          <p:cNvGrpSpPr/>
          <p:nvPr/>
        </p:nvGrpSpPr>
        <p:grpSpPr>
          <a:xfrm>
            <a:off x="1257402" y="7377575"/>
            <a:ext cx="436271" cy="434793"/>
            <a:chOff x="1768993" y="3149584"/>
            <a:chExt cx="767138" cy="764539"/>
          </a:xfrm>
        </p:grpSpPr>
        <p:sp>
          <p:nvSpPr>
            <p:cNvPr id="442" name="Google Shape;442;p40"/>
            <p:cNvSpPr/>
            <p:nvPr/>
          </p:nvSpPr>
          <p:spPr>
            <a:xfrm>
              <a:off x="2361384" y="3149584"/>
              <a:ext cx="174747" cy="167919"/>
            </a:xfrm>
            <a:custGeom>
              <a:rect b="b" l="l" r="r" t="t"/>
              <a:pathLst>
                <a:path extrusionOk="0" h="167919" w="174747">
                  <a:moveTo>
                    <a:pt x="170498" y="5042"/>
                  </a:moveTo>
                  <a:cubicBezTo>
                    <a:pt x="157163" y="-8293"/>
                    <a:pt x="71438" y="6947"/>
                    <a:pt x="0" y="25997"/>
                  </a:cubicBezTo>
                  <a:cubicBezTo>
                    <a:pt x="25717" y="41237"/>
                    <a:pt x="52388" y="62192"/>
                    <a:pt x="78105" y="87910"/>
                  </a:cubicBezTo>
                  <a:cubicBezTo>
                    <a:pt x="104775" y="114580"/>
                    <a:pt x="125730" y="141250"/>
                    <a:pt x="140970" y="167920"/>
                  </a:cubicBezTo>
                  <a:cubicBezTo>
                    <a:pt x="160020" y="94577"/>
                    <a:pt x="184785" y="18377"/>
                    <a:pt x="170498" y="5042"/>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43" name="Google Shape;443;p40"/>
            <p:cNvSpPr/>
            <p:nvPr/>
          </p:nvSpPr>
          <p:spPr>
            <a:xfrm>
              <a:off x="1768993" y="3411444"/>
              <a:ext cx="232345" cy="222232"/>
            </a:xfrm>
            <a:custGeom>
              <a:rect b="b" l="l" r="r" t="t"/>
              <a:pathLst>
                <a:path extrusionOk="0" h="222232" w="232345">
                  <a:moveTo>
                    <a:pt x="232346" y="14645"/>
                  </a:moveTo>
                  <a:lnTo>
                    <a:pt x="199961" y="2262"/>
                  </a:lnTo>
                  <a:cubicBezTo>
                    <a:pt x="186626" y="-2500"/>
                    <a:pt x="172338" y="357"/>
                    <a:pt x="161861" y="9882"/>
                  </a:cubicBezTo>
                  <a:lnTo>
                    <a:pt x="10413" y="161330"/>
                  </a:lnTo>
                  <a:cubicBezTo>
                    <a:pt x="-14352" y="186095"/>
                    <a:pt x="8508" y="228957"/>
                    <a:pt x="42798" y="221337"/>
                  </a:cubicBezTo>
                  <a:lnTo>
                    <a:pt x="169481" y="192762"/>
                  </a:lnTo>
                  <a:cubicBezTo>
                    <a:pt x="179958" y="145137"/>
                    <a:pt x="197103" y="81320"/>
                    <a:pt x="232346" y="14645"/>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44" name="Google Shape;444;p40"/>
            <p:cNvSpPr/>
            <p:nvPr/>
          </p:nvSpPr>
          <p:spPr>
            <a:xfrm>
              <a:off x="2049005" y="3674692"/>
              <a:ext cx="222671" cy="239431"/>
            </a:xfrm>
            <a:custGeom>
              <a:rect b="b" l="l" r="r" t="t"/>
              <a:pathLst>
                <a:path extrusionOk="0" h="239431" w="222671">
                  <a:moveTo>
                    <a:pt x="204747" y="0"/>
                  </a:moveTo>
                  <a:cubicBezTo>
                    <a:pt x="140929" y="33338"/>
                    <a:pt x="79969" y="51435"/>
                    <a:pt x="30439" y="60960"/>
                  </a:cubicBezTo>
                  <a:lnTo>
                    <a:pt x="912" y="196215"/>
                  </a:lnTo>
                  <a:cubicBezTo>
                    <a:pt x="-6708" y="230505"/>
                    <a:pt x="35202" y="254317"/>
                    <a:pt x="60919" y="228600"/>
                  </a:cubicBezTo>
                  <a:lnTo>
                    <a:pt x="212367" y="77152"/>
                  </a:lnTo>
                  <a:cubicBezTo>
                    <a:pt x="221892" y="67627"/>
                    <a:pt x="225702" y="52388"/>
                    <a:pt x="219987" y="39052"/>
                  </a:cubicBezTo>
                  <a:lnTo>
                    <a:pt x="204747" y="0"/>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45" name="Google Shape;445;p40"/>
            <p:cNvSpPr/>
            <p:nvPr/>
          </p:nvSpPr>
          <p:spPr>
            <a:xfrm>
              <a:off x="1971812" y="3192726"/>
              <a:ext cx="512445" cy="511492"/>
            </a:xfrm>
            <a:custGeom>
              <a:rect b="b" l="l" r="r" t="t"/>
              <a:pathLst>
                <a:path extrusionOk="0" h="511492" w="512445">
                  <a:moveTo>
                    <a:pt x="338138" y="0"/>
                  </a:moveTo>
                  <a:cubicBezTo>
                    <a:pt x="281940" y="22860"/>
                    <a:pt x="218123" y="61913"/>
                    <a:pt x="156210" y="123825"/>
                  </a:cubicBezTo>
                  <a:cubicBezTo>
                    <a:pt x="42863" y="237173"/>
                    <a:pt x="9525" y="374333"/>
                    <a:pt x="0" y="452438"/>
                  </a:cubicBezTo>
                  <a:lnTo>
                    <a:pt x="59055" y="511493"/>
                  </a:lnTo>
                  <a:cubicBezTo>
                    <a:pt x="137160" y="501968"/>
                    <a:pt x="275273" y="469583"/>
                    <a:pt x="388620" y="356235"/>
                  </a:cubicBezTo>
                  <a:cubicBezTo>
                    <a:pt x="450533" y="294323"/>
                    <a:pt x="489585" y="231458"/>
                    <a:pt x="512445" y="175260"/>
                  </a:cubicBezTo>
                  <a:cubicBezTo>
                    <a:pt x="500063" y="143828"/>
                    <a:pt x="475298" y="106680"/>
                    <a:pt x="440055" y="70485"/>
                  </a:cubicBezTo>
                  <a:cubicBezTo>
                    <a:pt x="405765" y="37147"/>
                    <a:pt x="369570" y="12383"/>
                    <a:pt x="338138" y="0"/>
                  </a:cubicBezTo>
                  <a:close/>
                  <a:moveTo>
                    <a:pt x="386715" y="205740"/>
                  </a:moveTo>
                  <a:cubicBezTo>
                    <a:pt x="364808" y="227648"/>
                    <a:pt x="328613" y="227648"/>
                    <a:pt x="305753" y="205740"/>
                  </a:cubicBezTo>
                  <a:cubicBezTo>
                    <a:pt x="283845" y="183833"/>
                    <a:pt x="283845" y="147638"/>
                    <a:pt x="305753" y="124778"/>
                  </a:cubicBezTo>
                  <a:cubicBezTo>
                    <a:pt x="327660" y="102870"/>
                    <a:pt x="363855" y="102870"/>
                    <a:pt x="386715" y="124778"/>
                  </a:cubicBezTo>
                  <a:cubicBezTo>
                    <a:pt x="408623" y="147638"/>
                    <a:pt x="408623" y="183833"/>
                    <a:pt x="386715" y="205740"/>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446" name="Google Shape;446;p40"/>
            <p:cNvSpPr/>
            <p:nvPr/>
          </p:nvSpPr>
          <p:spPr>
            <a:xfrm>
              <a:off x="1859624" y="3680744"/>
              <a:ext cx="135662" cy="135943"/>
            </a:xfrm>
            <a:custGeom>
              <a:rect b="b" l="l" r="r" t="t"/>
              <a:pathLst>
                <a:path extrusionOk="0" h="135943" w="135662">
                  <a:moveTo>
                    <a:pt x="111235" y="24428"/>
                  </a:moveTo>
                  <a:cubicBezTo>
                    <a:pt x="95995" y="9188"/>
                    <a:pt x="97900" y="-16530"/>
                    <a:pt x="66467" y="14903"/>
                  </a:cubicBezTo>
                  <a:cubicBezTo>
                    <a:pt x="35035" y="46335"/>
                    <a:pt x="-11638" y="117773"/>
                    <a:pt x="2650" y="133013"/>
                  </a:cubicBezTo>
                  <a:cubicBezTo>
                    <a:pt x="17890" y="148253"/>
                    <a:pt x="89327" y="100628"/>
                    <a:pt x="120760" y="69195"/>
                  </a:cubicBezTo>
                  <a:cubicBezTo>
                    <a:pt x="152192" y="36810"/>
                    <a:pt x="126475" y="38715"/>
                    <a:pt x="111235" y="24428"/>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grpSp>
      <p:sp>
        <p:nvSpPr>
          <p:cNvPr id="447" name="Google Shape;447;p40"/>
          <p:cNvSpPr/>
          <p:nvPr/>
        </p:nvSpPr>
        <p:spPr>
          <a:xfrm rot="10800000">
            <a:off x="10637055" y="1626327"/>
            <a:ext cx="1615888" cy="1054742"/>
          </a:xfrm>
          <a:custGeom>
            <a:rect b="b" l="l" r="r" t="t"/>
            <a:pathLst>
              <a:path extrusionOk="0" h="703161" w="1077259">
                <a:moveTo>
                  <a:pt x="981463" y="703161"/>
                </a:moveTo>
                <a:lnTo>
                  <a:pt x="95796" y="703161"/>
                </a:lnTo>
                <a:cubicBezTo>
                  <a:pt x="42889" y="703161"/>
                  <a:pt x="0" y="660272"/>
                  <a:pt x="0" y="607365"/>
                </a:cubicBezTo>
                <a:lnTo>
                  <a:pt x="0" y="224191"/>
                </a:lnTo>
                <a:cubicBezTo>
                  <a:pt x="0" y="171284"/>
                  <a:pt x="42889" y="128395"/>
                  <a:pt x="95796" y="128395"/>
                </a:cubicBezTo>
                <a:lnTo>
                  <a:pt x="464161" y="128395"/>
                </a:lnTo>
                <a:lnTo>
                  <a:pt x="538630" y="0"/>
                </a:lnTo>
                <a:lnTo>
                  <a:pt x="613099" y="128395"/>
                </a:lnTo>
                <a:lnTo>
                  <a:pt x="981463" y="128395"/>
                </a:lnTo>
                <a:cubicBezTo>
                  <a:pt x="1034370" y="128395"/>
                  <a:pt x="1077259" y="171284"/>
                  <a:pt x="1077259" y="224191"/>
                </a:cubicBezTo>
                <a:lnTo>
                  <a:pt x="1077259" y="607365"/>
                </a:lnTo>
                <a:cubicBezTo>
                  <a:pt x="1077259" y="660272"/>
                  <a:pt x="1034370" y="703161"/>
                  <a:pt x="981463" y="703161"/>
                </a:cubicBezTo>
                <a:close/>
              </a:path>
            </a:pathLst>
          </a:cu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48" name="Google Shape;448;p40"/>
          <p:cNvSpPr txBox="1"/>
          <p:nvPr/>
        </p:nvSpPr>
        <p:spPr>
          <a:xfrm>
            <a:off x="10536440" y="1711151"/>
            <a:ext cx="1817100" cy="6927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3600">
                <a:solidFill>
                  <a:schemeClr val="lt1"/>
                </a:solidFill>
                <a:latin typeface="Plus Jakarta Sans"/>
                <a:ea typeface="Plus Jakarta Sans"/>
                <a:cs typeface="Plus Jakarta Sans"/>
                <a:sym typeface="Plus Jakarta Sans"/>
              </a:rPr>
              <a:t>20%</a:t>
            </a:r>
            <a:endParaRPr b="1" sz="3600">
              <a:solidFill>
                <a:schemeClr val="lt1"/>
              </a:solidFill>
              <a:latin typeface="Plus Jakarta Sans"/>
              <a:ea typeface="Plus Jakarta Sans"/>
              <a:cs typeface="Plus Jakarta Sans"/>
              <a:sym typeface="Plus Jakarta Sans"/>
            </a:endParaRPr>
          </a:p>
        </p:txBody>
      </p:sp>
      <p:sp>
        <p:nvSpPr>
          <p:cNvPr id="449" name="Google Shape;449;p40"/>
          <p:cNvSpPr/>
          <p:nvPr/>
        </p:nvSpPr>
        <p:spPr>
          <a:xfrm>
            <a:off x="8859491" y="5441301"/>
            <a:ext cx="456000" cy="3235800"/>
          </a:xfrm>
          <a:prstGeom prst="rect">
            <a:avLst/>
          </a:prstGeom>
          <a:solidFill>
            <a:srgbClr val="7CC8E3">
              <a:alpha val="35290"/>
            </a:srgbClr>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50" name="Google Shape;450;p40"/>
          <p:cNvSpPr/>
          <p:nvPr/>
        </p:nvSpPr>
        <p:spPr>
          <a:xfrm>
            <a:off x="10924746" y="4578009"/>
            <a:ext cx="456000" cy="4099200"/>
          </a:xfrm>
          <a:prstGeom prst="rect">
            <a:avLst/>
          </a:prstGeom>
          <a:solidFill>
            <a:srgbClr val="49B2D9"/>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51" name="Google Shape;451;p40"/>
          <p:cNvSpPr/>
          <p:nvPr/>
        </p:nvSpPr>
        <p:spPr>
          <a:xfrm>
            <a:off x="13001250" y="3711180"/>
            <a:ext cx="456000" cy="4966200"/>
          </a:xfrm>
          <a:prstGeom prst="rect">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52" name="Google Shape;452;p40"/>
          <p:cNvSpPr/>
          <p:nvPr/>
        </p:nvSpPr>
        <p:spPr>
          <a:xfrm>
            <a:off x="15076598" y="2643188"/>
            <a:ext cx="456000" cy="6034200"/>
          </a:xfrm>
          <a:prstGeom prst="rect">
            <a:avLst/>
          </a:prstGeom>
          <a:solidFill>
            <a:srgbClr val="2B2E72"/>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grpSp>
        <p:nvGrpSpPr>
          <p:cNvPr id="453" name="Google Shape;453;p40"/>
          <p:cNvGrpSpPr/>
          <p:nvPr/>
        </p:nvGrpSpPr>
        <p:grpSpPr>
          <a:xfrm>
            <a:off x="9379743" y="2846070"/>
            <a:ext cx="6208427" cy="5831205"/>
            <a:chOff x="6253162" y="1897380"/>
            <a:chExt cx="4138951" cy="3887470"/>
          </a:xfrm>
        </p:grpSpPr>
        <p:cxnSp>
          <p:nvCxnSpPr>
            <p:cNvPr id="454" name="Google Shape;454;p40"/>
            <p:cNvCxnSpPr/>
            <p:nvPr/>
          </p:nvCxnSpPr>
          <p:spPr>
            <a:xfrm flipH="1" rot="10800000">
              <a:off x="6253162" y="1897450"/>
              <a:ext cx="1376700" cy="3887400"/>
            </a:xfrm>
            <a:prstGeom prst="straightConnector1">
              <a:avLst/>
            </a:prstGeom>
            <a:noFill/>
            <a:ln cap="rnd" cmpd="sng" w="57150">
              <a:solidFill>
                <a:srgbClr val="D13B5F"/>
              </a:solidFill>
              <a:prstDash val="solid"/>
              <a:round/>
              <a:headEnd len="sm" w="sm" type="none"/>
              <a:tailEnd len="sm" w="sm" type="none"/>
            </a:ln>
          </p:spPr>
        </p:cxnSp>
        <p:cxnSp>
          <p:nvCxnSpPr>
            <p:cNvPr id="455" name="Google Shape;455;p40"/>
            <p:cNvCxnSpPr/>
            <p:nvPr/>
          </p:nvCxnSpPr>
          <p:spPr>
            <a:xfrm>
              <a:off x="7629999" y="1897380"/>
              <a:ext cx="1385400" cy="869400"/>
            </a:xfrm>
            <a:prstGeom prst="straightConnector1">
              <a:avLst/>
            </a:prstGeom>
            <a:noFill/>
            <a:ln cap="rnd" cmpd="sng" w="57150">
              <a:solidFill>
                <a:srgbClr val="D13B5F"/>
              </a:solidFill>
              <a:prstDash val="solid"/>
              <a:round/>
              <a:headEnd len="sm" w="sm" type="none"/>
              <a:tailEnd len="sm" w="sm" type="none"/>
            </a:ln>
          </p:spPr>
        </p:cxnSp>
        <p:cxnSp>
          <p:nvCxnSpPr>
            <p:cNvPr id="456" name="Google Shape;456;p40"/>
            <p:cNvCxnSpPr/>
            <p:nvPr/>
          </p:nvCxnSpPr>
          <p:spPr>
            <a:xfrm flipH="1" rot="10800000">
              <a:off x="9015413" y="2619264"/>
              <a:ext cx="1376700" cy="147600"/>
            </a:xfrm>
            <a:prstGeom prst="straightConnector1">
              <a:avLst/>
            </a:prstGeom>
            <a:noFill/>
            <a:ln cap="rnd" cmpd="sng" w="57150">
              <a:solidFill>
                <a:srgbClr val="D13B5F"/>
              </a:solidFill>
              <a:prstDash val="solid"/>
              <a:round/>
              <a:headEnd len="sm" w="sm" type="none"/>
              <a:tailEnd len="sm" w="sm" type="none"/>
            </a:ln>
          </p:spPr>
        </p:cxnSp>
      </p:grpSp>
      <p:sp>
        <p:nvSpPr>
          <p:cNvPr id="457" name="Google Shape;457;p40"/>
          <p:cNvSpPr txBox="1"/>
          <p:nvPr/>
        </p:nvSpPr>
        <p:spPr>
          <a:xfrm>
            <a:off x="6891338" y="2011962"/>
            <a:ext cx="13353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$3.000.000</a:t>
            </a:r>
            <a:endParaRPr sz="1500">
              <a:solidFill>
                <a:srgbClr val="8A8A8A"/>
              </a:solidFill>
              <a:latin typeface="Instrument Sans"/>
              <a:ea typeface="Instrument Sans"/>
              <a:cs typeface="Instrument Sans"/>
              <a:sym typeface="Instrument Sans"/>
            </a:endParaRPr>
          </a:p>
        </p:txBody>
      </p:sp>
      <p:sp>
        <p:nvSpPr>
          <p:cNvPr id="458" name="Google Shape;458;p40"/>
          <p:cNvSpPr txBox="1"/>
          <p:nvPr/>
        </p:nvSpPr>
        <p:spPr>
          <a:xfrm>
            <a:off x="6891338" y="3092283"/>
            <a:ext cx="13353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$2.500.000</a:t>
            </a:r>
            <a:endParaRPr sz="1500">
              <a:solidFill>
                <a:srgbClr val="8A8A8A"/>
              </a:solidFill>
              <a:latin typeface="Instrument Sans"/>
              <a:ea typeface="Instrument Sans"/>
              <a:cs typeface="Instrument Sans"/>
              <a:sym typeface="Instrument Sans"/>
            </a:endParaRPr>
          </a:p>
        </p:txBody>
      </p:sp>
      <p:sp>
        <p:nvSpPr>
          <p:cNvPr id="459" name="Google Shape;459;p40"/>
          <p:cNvSpPr txBox="1"/>
          <p:nvPr/>
        </p:nvSpPr>
        <p:spPr>
          <a:xfrm>
            <a:off x="6891338" y="4175112"/>
            <a:ext cx="13353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$2.000.000</a:t>
            </a:r>
            <a:endParaRPr sz="1500">
              <a:solidFill>
                <a:srgbClr val="8A8A8A"/>
              </a:solidFill>
              <a:latin typeface="Instrument Sans"/>
              <a:ea typeface="Instrument Sans"/>
              <a:cs typeface="Instrument Sans"/>
              <a:sym typeface="Instrument Sans"/>
            </a:endParaRPr>
          </a:p>
        </p:txBody>
      </p:sp>
      <p:sp>
        <p:nvSpPr>
          <p:cNvPr id="460" name="Google Shape;460;p40"/>
          <p:cNvSpPr txBox="1"/>
          <p:nvPr/>
        </p:nvSpPr>
        <p:spPr>
          <a:xfrm>
            <a:off x="6891338" y="5266538"/>
            <a:ext cx="13353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$1.500.000</a:t>
            </a:r>
            <a:endParaRPr sz="1500">
              <a:solidFill>
                <a:srgbClr val="8A8A8A"/>
              </a:solidFill>
              <a:latin typeface="Instrument Sans"/>
              <a:ea typeface="Instrument Sans"/>
              <a:cs typeface="Instrument Sans"/>
              <a:sym typeface="Instrument Sans"/>
            </a:endParaRPr>
          </a:p>
        </p:txBody>
      </p:sp>
      <p:sp>
        <p:nvSpPr>
          <p:cNvPr id="461" name="Google Shape;461;p40"/>
          <p:cNvSpPr txBox="1"/>
          <p:nvPr/>
        </p:nvSpPr>
        <p:spPr>
          <a:xfrm>
            <a:off x="6891338" y="6349163"/>
            <a:ext cx="13353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$1.000.000</a:t>
            </a:r>
            <a:endParaRPr sz="1500">
              <a:solidFill>
                <a:srgbClr val="8A8A8A"/>
              </a:solidFill>
              <a:latin typeface="Instrument Sans"/>
              <a:ea typeface="Instrument Sans"/>
              <a:cs typeface="Instrument Sans"/>
              <a:sym typeface="Instrument Sans"/>
            </a:endParaRPr>
          </a:p>
        </p:txBody>
      </p:sp>
      <p:sp>
        <p:nvSpPr>
          <p:cNvPr id="462" name="Google Shape;462;p40"/>
          <p:cNvSpPr txBox="1"/>
          <p:nvPr/>
        </p:nvSpPr>
        <p:spPr>
          <a:xfrm>
            <a:off x="7062735" y="7427141"/>
            <a:ext cx="1159500" cy="600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$500.000</a:t>
            </a:r>
            <a:endParaRPr sz="1500">
              <a:solidFill>
                <a:srgbClr val="8A8A8A"/>
              </a:solidFill>
              <a:latin typeface="Instrument Sans"/>
              <a:ea typeface="Instrument Sans"/>
              <a:cs typeface="Instrument Sans"/>
              <a:sym typeface="Instrument Sans"/>
            </a:endParaRPr>
          </a:p>
        </p:txBody>
      </p:sp>
      <p:sp>
        <p:nvSpPr>
          <p:cNvPr id="463" name="Google Shape;463;p40"/>
          <p:cNvSpPr txBox="1"/>
          <p:nvPr/>
        </p:nvSpPr>
        <p:spPr>
          <a:xfrm>
            <a:off x="7749641" y="8509893"/>
            <a:ext cx="464400" cy="600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a:t>
            </a:r>
            <a:endParaRPr sz="1500">
              <a:solidFill>
                <a:srgbClr val="8A8A8A"/>
              </a:solidFill>
              <a:latin typeface="Instrument Sans"/>
              <a:ea typeface="Instrument Sans"/>
              <a:cs typeface="Instrument Sans"/>
              <a:sym typeface="Instrument Sans"/>
            </a:endParaRPr>
          </a:p>
        </p:txBody>
      </p:sp>
      <p:sp>
        <p:nvSpPr>
          <p:cNvPr id="464" name="Google Shape;464;p40"/>
          <p:cNvSpPr txBox="1"/>
          <p:nvPr/>
        </p:nvSpPr>
        <p:spPr>
          <a:xfrm>
            <a:off x="9005601" y="8815016"/>
            <a:ext cx="748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2023</a:t>
            </a:r>
            <a:endParaRPr sz="1500">
              <a:solidFill>
                <a:srgbClr val="8A8A8A"/>
              </a:solidFill>
              <a:latin typeface="Instrument Sans"/>
              <a:ea typeface="Instrument Sans"/>
              <a:cs typeface="Instrument Sans"/>
              <a:sym typeface="Instrument Sans"/>
            </a:endParaRPr>
          </a:p>
        </p:txBody>
      </p:sp>
      <p:sp>
        <p:nvSpPr>
          <p:cNvPr id="465" name="Google Shape;465;p40"/>
          <p:cNvSpPr txBox="1"/>
          <p:nvPr/>
        </p:nvSpPr>
        <p:spPr>
          <a:xfrm>
            <a:off x="11074428" y="8807870"/>
            <a:ext cx="748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2024</a:t>
            </a:r>
            <a:endParaRPr sz="1500">
              <a:solidFill>
                <a:srgbClr val="8A8A8A"/>
              </a:solidFill>
              <a:latin typeface="Instrument Sans"/>
              <a:ea typeface="Instrument Sans"/>
              <a:cs typeface="Instrument Sans"/>
              <a:sym typeface="Instrument Sans"/>
            </a:endParaRPr>
          </a:p>
        </p:txBody>
      </p:sp>
      <p:sp>
        <p:nvSpPr>
          <p:cNvPr id="466" name="Google Shape;466;p40"/>
          <p:cNvSpPr txBox="1"/>
          <p:nvPr/>
        </p:nvSpPr>
        <p:spPr>
          <a:xfrm>
            <a:off x="13148978" y="8807870"/>
            <a:ext cx="748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2025</a:t>
            </a:r>
            <a:endParaRPr sz="1500">
              <a:solidFill>
                <a:srgbClr val="8A8A8A"/>
              </a:solidFill>
              <a:latin typeface="Instrument Sans"/>
              <a:ea typeface="Instrument Sans"/>
              <a:cs typeface="Instrument Sans"/>
              <a:sym typeface="Instrument Sans"/>
            </a:endParaRPr>
          </a:p>
        </p:txBody>
      </p:sp>
      <p:sp>
        <p:nvSpPr>
          <p:cNvPr id="467" name="Google Shape;467;p40"/>
          <p:cNvSpPr txBox="1"/>
          <p:nvPr/>
        </p:nvSpPr>
        <p:spPr>
          <a:xfrm>
            <a:off x="15223527" y="8807870"/>
            <a:ext cx="748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2026</a:t>
            </a:r>
            <a:endParaRPr sz="1500">
              <a:solidFill>
                <a:srgbClr val="8A8A8A"/>
              </a:solidFill>
              <a:latin typeface="Instrument Sans"/>
              <a:ea typeface="Instrument Sans"/>
              <a:cs typeface="Instrument Sans"/>
              <a:sym typeface="Instrument Sans"/>
            </a:endParaRPr>
          </a:p>
        </p:txBody>
      </p:sp>
      <p:sp>
        <p:nvSpPr>
          <p:cNvPr id="468" name="Google Shape;468;p40"/>
          <p:cNvSpPr txBox="1"/>
          <p:nvPr/>
        </p:nvSpPr>
        <p:spPr>
          <a:xfrm>
            <a:off x="16712298" y="8511408"/>
            <a:ext cx="5607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0%</a:t>
            </a:r>
            <a:endParaRPr sz="1500">
              <a:solidFill>
                <a:srgbClr val="8A8A8A"/>
              </a:solidFill>
              <a:latin typeface="Instrument Sans"/>
              <a:ea typeface="Instrument Sans"/>
              <a:cs typeface="Instrument Sans"/>
              <a:sym typeface="Instrument Sans"/>
            </a:endParaRPr>
          </a:p>
        </p:txBody>
      </p:sp>
      <p:sp>
        <p:nvSpPr>
          <p:cNvPr id="469" name="Google Shape;469;p40"/>
          <p:cNvSpPr txBox="1"/>
          <p:nvPr/>
        </p:nvSpPr>
        <p:spPr>
          <a:xfrm>
            <a:off x="16712298" y="7429569"/>
            <a:ext cx="5607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5%</a:t>
            </a:r>
            <a:endParaRPr sz="1500">
              <a:solidFill>
                <a:srgbClr val="8A8A8A"/>
              </a:solidFill>
              <a:latin typeface="Instrument Sans"/>
              <a:ea typeface="Instrument Sans"/>
              <a:cs typeface="Instrument Sans"/>
              <a:sym typeface="Instrument Sans"/>
            </a:endParaRPr>
          </a:p>
        </p:txBody>
      </p:sp>
      <p:sp>
        <p:nvSpPr>
          <p:cNvPr id="470" name="Google Shape;470;p40"/>
          <p:cNvSpPr txBox="1"/>
          <p:nvPr/>
        </p:nvSpPr>
        <p:spPr>
          <a:xfrm>
            <a:off x="16712298" y="6347730"/>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10%</a:t>
            </a:r>
            <a:endParaRPr sz="1500">
              <a:solidFill>
                <a:srgbClr val="8A8A8A"/>
              </a:solidFill>
              <a:latin typeface="Instrument Sans"/>
              <a:ea typeface="Instrument Sans"/>
              <a:cs typeface="Instrument Sans"/>
              <a:sym typeface="Instrument Sans"/>
            </a:endParaRPr>
          </a:p>
        </p:txBody>
      </p:sp>
      <p:sp>
        <p:nvSpPr>
          <p:cNvPr id="471" name="Google Shape;471;p40"/>
          <p:cNvSpPr txBox="1"/>
          <p:nvPr/>
        </p:nvSpPr>
        <p:spPr>
          <a:xfrm>
            <a:off x="16712298" y="5257763"/>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15%</a:t>
            </a:r>
            <a:endParaRPr sz="1500">
              <a:solidFill>
                <a:srgbClr val="8A8A8A"/>
              </a:solidFill>
              <a:latin typeface="Instrument Sans"/>
              <a:ea typeface="Instrument Sans"/>
              <a:cs typeface="Instrument Sans"/>
              <a:sym typeface="Instrument Sans"/>
            </a:endParaRPr>
          </a:p>
        </p:txBody>
      </p:sp>
      <p:sp>
        <p:nvSpPr>
          <p:cNvPr id="472" name="Google Shape;472;p40"/>
          <p:cNvSpPr txBox="1"/>
          <p:nvPr/>
        </p:nvSpPr>
        <p:spPr>
          <a:xfrm>
            <a:off x="16712298" y="4175112"/>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a:t>
            </a:r>
            <a:endParaRPr sz="1500">
              <a:solidFill>
                <a:srgbClr val="8A8A8A"/>
              </a:solidFill>
              <a:latin typeface="Instrument Sans"/>
              <a:ea typeface="Instrument Sans"/>
              <a:cs typeface="Instrument Sans"/>
              <a:sym typeface="Instrument Sans"/>
            </a:endParaRPr>
          </a:p>
        </p:txBody>
      </p:sp>
      <p:sp>
        <p:nvSpPr>
          <p:cNvPr id="473" name="Google Shape;473;p40"/>
          <p:cNvSpPr txBox="1"/>
          <p:nvPr/>
        </p:nvSpPr>
        <p:spPr>
          <a:xfrm>
            <a:off x="16712298" y="3092283"/>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25%</a:t>
            </a:r>
            <a:endParaRPr sz="1500">
              <a:solidFill>
                <a:srgbClr val="8A8A8A"/>
              </a:solidFill>
              <a:latin typeface="Instrument Sans"/>
              <a:ea typeface="Instrument Sans"/>
              <a:cs typeface="Instrument Sans"/>
              <a:sym typeface="Instrument Sans"/>
            </a:endParaRPr>
          </a:p>
        </p:txBody>
      </p:sp>
      <p:sp>
        <p:nvSpPr>
          <p:cNvPr id="474" name="Google Shape;474;p40"/>
          <p:cNvSpPr txBox="1"/>
          <p:nvPr/>
        </p:nvSpPr>
        <p:spPr>
          <a:xfrm>
            <a:off x="16712298" y="2002316"/>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30%</a:t>
            </a:r>
            <a:endParaRPr sz="1500">
              <a:solidFill>
                <a:srgbClr val="8A8A8A"/>
              </a:solidFill>
              <a:latin typeface="Instrument Sans"/>
              <a:ea typeface="Instrument Sans"/>
              <a:cs typeface="Instrument Sans"/>
              <a:sym typeface="Instrument Sans"/>
            </a:endParaRPr>
          </a:p>
        </p:txBody>
      </p:sp>
      <p:pic>
        <p:nvPicPr>
          <p:cNvPr id="475" name="Google Shape;475;p40"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500"/>
                                        <p:tgtEl>
                                          <p:spTgt spid="438"/>
                                        </p:tgtEl>
                                        <p:attrNameLst>
                                          <p:attrName>ppt_w</p:attrName>
                                        </p:attrNameLst>
                                      </p:cBhvr>
                                      <p:tavLst>
                                        <p:tav fmla="" tm="0">
                                          <p:val>
                                            <p:strVal val="0"/>
                                          </p:val>
                                        </p:tav>
                                        <p:tav fmla="" tm="100000">
                                          <p:val>
                                            <p:strVal val="#ppt_w"/>
                                          </p:val>
                                        </p:tav>
                                      </p:tavLst>
                                    </p:anim>
                                    <p:anim calcmode="lin" valueType="num">
                                      <p:cBhvr additive="base">
                                        <p:cTn dur="500"/>
                                        <p:tgtEl>
                                          <p:spTgt spid="43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39"/>
                                        </p:tgtEl>
                                        <p:attrNameLst>
                                          <p:attrName>style.visibility</p:attrName>
                                        </p:attrNameLst>
                                      </p:cBhvr>
                                      <p:to>
                                        <p:strVal val="visible"/>
                                      </p:to>
                                    </p:set>
                                    <p:anim calcmode="lin" valueType="num">
                                      <p:cBhvr additive="base">
                                        <p:cTn dur="500"/>
                                        <p:tgtEl>
                                          <p:spTgt spid="439"/>
                                        </p:tgtEl>
                                        <p:attrNameLst>
                                          <p:attrName>ppt_w</p:attrName>
                                        </p:attrNameLst>
                                      </p:cBhvr>
                                      <p:tavLst>
                                        <p:tav fmla="" tm="0">
                                          <p:val>
                                            <p:strVal val="0"/>
                                          </p:val>
                                        </p:tav>
                                        <p:tav fmla="" tm="100000">
                                          <p:val>
                                            <p:strVal val="#ppt_w"/>
                                          </p:val>
                                        </p:tav>
                                      </p:tavLst>
                                    </p:anim>
                                    <p:anim calcmode="lin" valueType="num">
                                      <p:cBhvr additive="base">
                                        <p:cTn dur="500"/>
                                        <p:tgtEl>
                                          <p:spTgt spid="439"/>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440"/>
                                        </p:tgtEl>
                                        <p:attrNameLst>
                                          <p:attrName>style.visibility</p:attrName>
                                        </p:attrNameLst>
                                      </p:cBhvr>
                                      <p:to>
                                        <p:strVal val="visible"/>
                                      </p:to>
                                    </p:set>
                                    <p:anim calcmode="lin" valueType="num">
                                      <p:cBhvr additive="base">
                                        <p:cTn dur="500"/>
                                        <p:tgtEl>
                                          <p:spTgt spid="440"/>
                                        </p:tgtEl>
                                        <p:attrNameLst>
                                          <p:attrName>ppt_w</p:attrName>
                                        </p:attrNameLst>
                                      </p:cBhvr>
                                      <p:tavLst>
                                        <p:tav fmla="" tm="0">
                                          <p:val>
                                            <p:strVal val="0"/>
                                          </p:val>
                                        </p:tav>
                                        <p:tav fmla="" tm="100000">
                                          <p:val>
                                            <p:strVal val="#ppt_w"/>
                                          </p:val>
                                        </p:tav>
                                      </p:tavLst>
                                    </p:anim>
                                    <p:anim calcmode="lin" valueType="num">
                                      <p:cBhvr additive="base">
                                        <p:cTn dur="500"/>
                                        <p:tgtEl>
                                          <p:spTgt spid="4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ppt_w</p:attrName>
                                        </p:attrNameLst>
                                      </p:cBhvr>
                                      <p:tavLst>
                                        <p:tav fmla="" tm="0">
                                          <p:val>
                                            <p:strVal val="0"/>
                                          </p:val>
                                        </p:tav>
                                        <p:tav fmla="" tm="100000">
                                          <p:val>
                                            <p:strVal val="#ppt_w"/>
                                          </p:val>
                                        </p:tav>
                                      </p:tavLst>
                                    </p:anim>
                                    <p:anim calcmode="lin" valueType="num">
                                      <p:cBhvr additive="base">
                                        <p:cTn dur="500"/>
                                        <p:tgtEl>
                                          <p:spTgt spid="441"/>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500"/>
                                        <p:tgtEl>
                                          <p:spTgt spid="447"/>
                                        </p:tgtEl>
                                        <p:attrNameLst>
                                          <p:attrName>ppt_w</p:attrName>
                                        </p:attrNameLst>
                                      </p:cBhvr>
                                      <p:tavLst>
                                        <p:tav fmla="" tm="0">
                                          <p:val>
                                            <p:strVal val="0"/>
                                          </p:val>
                                        </p:tav>
                                        <p:tav fmla="" tm="100000">
                                          <p:val>
                                            <p:strVal val="#ppt_w"/>
                                          </p:val>
                                        </p:tav>
                                      </p:tavLst>
                                    </p:anim>
                                    <p:anim calcmode="lin" valueType="num">
                                      <p:cBhvr additive="base">
                                        <p:cTn dur="500"/>
                                        <p:tgtEl>
                                          <p:spTgt spid="4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500"/>
                                        <p:tgtEl>
                                          <p:spTgt spid="448"/>
                                        </p:tgtEl>
                                        <p:attrNameLst>
                                          <p:attrName>ppt_w</p:attrName>
                                        </p:attrNameLst>
                                      </p:cBhvr>
                                      <p:tavLst>
                                        <p:tav fmla="" tm="0">
                                          <p:val>
                                            <p:strVal val="0"/>
                                          </p:val>
                                        </p:tav>
                                        <p:tav fmla="" tm="100000">
                                          <p:val>
                                            <p:strVal val="#ppt_w"/>
                                          </p:val>
                                        </p:tav>
                                      </p:tavLst>
                                    </p:anim>
                                    <p:anim calcmode="lin" valueType="num">
                                      <p:cBhvr additive="base">
                                        <p:cTn dur="500"/>
                                        <p:tgtEl>
                                          <p:spTgt spid="44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1"/>
          <p:cNvSpPr/>
          <p:nvPr/>
        </p:nvSpPr>
        <p:spPr>
          <a:xfrm>
            <a:off x="10158425" y="-4875"/>
            <a:ext cx="8129400" cy="10287000"/>
          </a:xfrm>
          <a:prstGeom prst="rect">
            <a:avLst/>
          </a:prstGeom>
          <a:gradFill>
            <a:gsLst>
              <a:gs pos="0">
                <a:srgbClr val="217BEE"/>
              </a:gs>
              <a:gs pos="85000">
                <a:schemeClr val="lt1"/>
              </a:gs>
              <a:gs pos="100000">
                <a:schemeClr val="lt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81" name="Google Shape;481;p41"/>
          <p:cNvCxnSpPr/>
          <p:nvPr/>
        </p:nvCxnSpPr>
        <p:spPr>
          <a:xfrm>
            <a:off x="1775462" y="4465662"/>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2" name="Google Shape;482;p41"/>
          <p:cNvCxnSpPr/>
          <p:nvPr/>
        </p:nvCxnSpPr>
        <p:spPr>
          <a:xfrm>
            <a:off x="1775462" y="5167679"/>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3" name="Google Shape;483;p41"/>
          <p:cNvCxnSpPr/>
          <p:nvPr/>
        </p:nvCxnSpPr>
        <p:spPr>
          <a:xfrm>
            <a:off x="1775462" y="5872529"/>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4" name="Google Shape;484;p41"/>
          <p:cNvCxnSpPr/>
          <p:nvPr/>
        </p:nvCxnSpPr>
        <p:spPr>
          <a:xfrm>
            <a:off x="1775462" y="6577379"/>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5" name="Google Shape;485;p41"/>
          <p:cNvCxnSpPr/>
          <p:nvPr/>
        </p:nvCxnSpPr>
        <p:spPr>
          <a:xfrm>
            <a:off x="1775462" y="7291754"/>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6" name="Google Shape;486;p41"/>
          <p:cNvCxnSpPr/>
          <p:nvPr/>
        </p:nvCxnSpPr>
        <p:spPr>
          <a:xfrm>
            <a:off x="1775462" y="7996604"/>
            <a:ext cx="7128000" cy="0"/>
          </a:xfrm>
          <a:prstGeom prst="straightConnector1">
            <a:avLst/>
          </a:prstGeom>
          <a:noFill/>
          <a:ln cap="flat" cmpd="sng" w="14300">
            <a:solidFill>
              <a:srgbClr val="D8D8D8"/>
            </a:solidFill>
            <a:prstDash val="solid"/>
            <a:miter lim="800000"/>
            <a:headEnd len="sm" w="sm" type="none"/>
            <a:tailEnd len="sm" w="sm" type="none"/>
          </a:ln>
        </p:spPr>
      </p:cxnSp>
      <p:cxnSp>
        <p:nvCxnSpPr>
          <p:cNvPr id="487" name="Google Shape;487;p41"/>
          <p:cNvCxnSpPr/>
          <p:nvPr/>
        </p:nvCxnSpPr>
        <p:spPr>
          <a:xfrm>
            <a:off x="1775462" y="8710979"/>
            <a:ext cx="7128000" cy="0"/>
          </a:xfrm>
          <a:prstGeom prst="straightConnector1">
            <a:avLst/>
          </a:prstGeom>
          <a:noFill/>
          <a:ln cap="flat" cmpd="sng" w="14300">
            <a:solidFill>
              <a:srgbClr val="D8D8D8"/>
            </a:solidFill>
            <a:prstDash val="solid"/>
            <a:miter lim="800000"/>
            <a:headEnd len="sm" w="sm" type="none"/>
            <a:tailEnd len="sm" w="sm" type="none"/>
          </a:ln>
        </p:spPr>
      </p:cxnSp>
      <p:sp>
        <p:nvSpPr>
          <p:cNvPr id="488" name="Google Shape;488;p41"/>
          <p:cNvSpPr/>
          <p:nvPr/>
        </p:nvSpPr>
        <p:spPr>
          <a:xfrm>
            <a:off x="7533902" y="5711429"/>
            <a:ext cx="414600" cy="2996100"/>
          </a:xfrm>
          <a:prstGeom prst="rect">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89" name="Google Shape;489;p41"/>
          <p:cNvSpPr/>
          <p:nvPr/>
        </p:nvSpPr>
        <p:spPr>
          <a:xfrm>
            <a:off x="8044682" y="5597129"/>
            <a:ext cx="414600" cy="3110400"/>
          </a:xfrm>
          <a:prstGeom prst="rect">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0" name="Google Shape;490;p41"/>
          <p:cNvSpPr/>
          <p:nvPr/>
        </p:nvSpPr>
        <p:spPr>
          <a:xfrm>
            <a:off x="5756555" y="5522120"/>
            <a:ext cx="414600" cy="3185100"/>
          </a:xfrm>
          <a:prstGeom prst="rect">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1" name="Google Shape;491;p41"/>
          <p:cNvSpPr/>
          <p:nvPr/>
        </p:nvSpPr>
        <p:spPr>
          <a:xfrm>
            <a:off x="6267335" y="5872529"/>
            <a:ext cx="414600" cy="2835000"/>
          </a:xfrm>
          <a:prstGeom prst="rect">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2" name="Google Shape;492;p41"/>
          <p:cNvSpPr/>
          <p:nvPr/>
        </p:nvSpPr>
        <p:spPr>
          <a:xfrm>
            <a:off x="3981779" y="5167679"/>
            <a:ext cx="414600" cy="3543300"/>
          </a:xfrm>
          <a:prstGeom prst="rect">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3" name="Google Shape;493;p41"/>
          <p:cNvSpPr/>
          <p:nvPr/>
        </p:nvSpPr>
        <p:spPr>
          <a:xfrm>
            <a:off x="4488987" y="5450682"/>
            <a:ext cx="414600" cy="3256800"/>
          </a:xfrm>
          <a:prstGeom prst="rect">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4" name="Google Shape;494;p41"/>
          <p:cNvSpPr/>
          <p:nvPr/>
        </p:nvSpPr>
        <p:spPr>
          <a:xfrm>
            <a:off x="2206562" y="5167679"/>
            <a:ext cx="414600" cy="3543300"/>
          </a:xfrm>
          <a:prstGeom prst="rect">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5" name="Google Shape;495;p41"/>
          <p:cNvSpPr/>
          <p:nvPr/>
        </p:nvSpPr>
        <p:spPr>
          <a:xfrm>
            <a:off x="2713770" y="5339955"/>
            <a:ext cx="414600" cy="3367500"/>
          </a:xfrm>
          <a:prstGeom prst="rect">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6" name="Google Shape;496;p41"/>
          <p:cNvSpPr/>
          <p:nvPr/>
        </p:nvSpPr>
        <p:spPr>
          <a:xfrm>
            <a:off x="9601203" y="5653755"/>
            <a:ext cx="7317600" cy="3672000"/>
          </a:xfrm>
          <a:prstGeom prst="roundRect">
            <a:avLst>
              <a:gd fmla="val 0" name="adj"/>
            </a:avLst>
          </a:prstGeom>
          <a:solidFill>
            <a:srgbClr val="EDF8FB"/>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7" name="Google Shape;497;p41"/>
          <p:cNvSpPr txBox="1"/>
          <p:nvPr>
            <p:ph type="title"/>
          </p:nvPr>
        </p:nvSpPr>
        <p:spPr>
          <a:xfrm>
            <a:off x="998125" y="794382"/>
            <a:ext cx="6381900" cy="2264400"/>
          </a:xfrm>
          <a:prstGeom prst="rect">
            <a:avLst/>
          </a:prstGeom>
          <a:noFill/>
          <a:ln>
            <a:noFill/>
          </a:ln>
        </p:spPr>
        <p:txBody>
          <a:bodyPr anchorCtr="0" anchor="t" bIns="68550" lIns="137150" spcFirstLastPara="1" rIns="137150" wrap="square" tIns="68550">
            <a:normAutofit/>
          </a:bodyPr>
          <a:lstStyle/>
          <a:p>
            <a:pPr indent="0" lvl="0" marL="0" rtl="0" algn="l">
              <a:lnSpc>
                <a:spcPct val="90000"/>
              </a:lnSpc>
              <a:spcBef>
                <a:spcPts val="0"/>
              </a:spcBef>
              <a:spcAft>
                <a:spcPts val="0"/>
              </a:spcAft>
              <a:buClr>
                <a:schemeClr val="accent1"/>
              </a:buClr>
              <a:buSzPts val="6600"/>
              <a:buFont typeface="Plus Jakarta Sans"/>
              <a:buNone/>
            </a:pPr>
            <a:r>
              <a:rPr b="0" lang="en-US">
                <a:solidFill>
                  <a:srgbClr val="217BEE"/>
                </a:solidFill>
                <a:latin typeface="Sora SemiBold"/>
                <a:ea typeface="Sora SemiBold"/>
                <a:cs typeface="Sora SemiBold"/>
                <a:sym typeface="Sora SemiBold"/>
              </a:rPr>
              <a:t>Performance Metrics</a:t>
            </a:r>
            <a:endParaRPr b="0">
              <a:solidFill>
                <a:srgbClr val="217BEE"/>
              </a:solidFill>
              <a:latin typeface="Sora SemiBold"/>
              <a:ea typeface="Sora SemiBold"/>
              <a:cs typeface="Sora SemiBold"/>
              <a:sym typeface="Sora SemiBold"/>
            </a:endParaRPr>
          </a:p>
        </p:txBody>
      </p:sp>
      <p:sp>
        <p:nvSpPr>
          <p:cNvPr id="498" name="Google Shape;498;p41"/>
          <p:cNvSpPr/>
          <p:nvPr/>
        </p:nvSpPr>
        <p:spPr>
          <a:xfrm>
            <a:off x="9601203" y="1514729"/>
            <a:ext cx="7317600" cy="3672000"/>
          </a:xfrm>
          <a:prstGeom prst="roundRect">
            <a:avLst>
              <a:gd fmla="val 0" name="adj"/>
            </a:avLst>
          </a:prstGeom>
          <a:solidFill>
            <a:srgbClr val="EDF8FB"/>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499" name="Google Shape;499;p41"/>
          <p:cNvSpPr txBox="1"/>
          <p:nvPr/>
        </p:nvSpPr>
        <p:spPr>
          <a:xfrm>
            <a:off x="10694669" y="2958313"/>
            <a:ext cx="1721400" cy="785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lang="en-US" sz="4200">
                <a:solidFill>
                  <a:schemeClr val="accent1"/>
                </a:solidFill>
                <a:latin typeface="Sora Medium"/>
                <a:ea typeface="Sora Medium"/>
                <a:cs typeface="Sora Medium"/>
                <a:sym typeface="Sora Medium"/>
              </a:rPr>
              <a:t>95%</a:t>
            </a:r>
            <a:endParaRPr sz="4200">
              <a:solidFill>
                <a:schemeClr val="accent1"/>
              </a:solidFill>
              <a:latin typeface="Sora Medium"/>
              <a:ea typeface="Sora Medium"/>
              <a:cs typeface="Sora Medium"/>
              <a:sym typeface="Sora Medium"/>
            </a:endParaRPr>
          </a:p>
        </p:txBody>
      </p:sp>
      <p:sp>
        <p:nvSpPr>
          <p:cNvPr id="500" name="Google Shape;500;p41"/>
          <p:cNvSpPr txBox="1"/>
          <p:nvPr/>
        </p:nvSpPr>
        <p:spPr>
          <a:xfrm>
            <a:off x="10694669" y="7097340"/>
            <a:ext cx="1721400" cy="785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lang="en-US" sz="4200">
                <a:solidFill>
                  <a:schemeClr val="accent2"/>
                </a:solidFill>
                <a:latin typeface="Sora Medium"/>
                <a:ea typeface="Sora Medium"/>
                <a:cs typeface="Sora Medium"/>
                <a:sym typeface="Sora Medium"/>
              </a:rPr>
              <a:t>88%</a:t>
            </a:r>
            <a:endParaRPr sz="4200">
              <a:solidFill>
                <a:schemeClr val="accent2"/>
              </a:solidFill>
              <a:latin typeface="Sora Medium"/>
              <a:ea typeface="Sora Medium"/>
              <a:cs typeface="Sora Medium"/>
              <a:sym typeface="Sora Medium"/>
            </a:endParaRPr>
          </a:p>
        </p:txBody>
      </p:sp>
      <p:sp>
        <p:nvSpPr>
          <p:cNvPr id="501" name="Google Shape;501;p41"/>
          <p:cNvSpPr txBox="1"/>
          <p:nvPr/>
        </p:nvSpPr>
        <p:spPr>
          <a:xfrm>
            <a:off x="13219302" y="1898891"/>
            <a:ext cx="2580900" cy="785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4200">
                <a:solidFill>
                  <a:srgbClr val="217BEE"/>
                </a:solidFill>
                <a:latin typeface="Sora Medium"/>
                <a:ea typeface="Sora Medium"/>
                <a:cs typeface="Sora Medium"/>
                <a:sym typeface="Sora Medium"/>
              </a:rPr>
              <a:t>$20 M</a:t>
            </a:r>
            <a:endParaRPr sz="4200">
              <a:solidFill>
                <a:srgbClr val="217BEE"/>
              </a:solidFill>
              <a:latin typeface="Sora Medium"/>
              <a:ea typeface="Sora Medium"/>
              <a:cs typeface="Sora Medium"/>
              <a:sym typeface="Sora Medium"/>
            </a:endParaRPr>
          </a:p>
        </p:txBody>
      </p:sp>
      <p:sp>
        <p:nvSpPr>
          <p:cNvPr id="502" name="Google Shape;502;p41"/>
          <p:cNvSpPr txBox="1"/>
          <p:nvPr/>
        </p:nvSpPr>
        <p:spPr>
          <a:xfrm>
            <a:off x="13219302" y="2574008"/>
            <a:ext cx="3456900" cy="4617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lang="en-US" sz="2100">
                <a:solidFill>
                  <a:srgbClr val="217BEE"/>
                </a:solidFill>
                <a:latin typeface="Sora Medium"/>
                <a:ea typeface="Sora Medium"/>
                <a:cs typeface="Sora Medium"/>
                <a:sym typeface="Sora Medium"/>
              </a:rPr>
              <a:t>Target for This Quarter</a:t>
            </a:r>
            <a:endParaRPr sz="2100">
              <a:solidFill>
                <a:srgbClr val="217BEE"/>
              </a:solidFill>
              <a:latin typeface="Sora Medium"/>
              <a:ea typeface="Sora Medium"/>
              <a:cs typeface="Sora Medium"/>
              <a:sym typeface="Sora Medium"/>
            </a:endParaRPr>
          </a:p>
        </p:txBody>
      </p:sp>
      <p:sp>
        <p:nvSpPr>
          <p:cNvPr id="503" name="Google Shape;503;p41"/>
          <p:cNvSpPr txBox="1"/>
          <p:nvPr/>
        </p:nvSpPr>
        <p:spPr>
          <a:xfrm>
            <a:off x="13219302" y="3696964"/>
            <a:ext cx="2580900" cy="785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4200">
                <a:solidFill>
                  <a:srgbClr val="23B3FF"/>
                </a:solidFill>
                <a:latin typeface="Sora Medium"/>
                <a:ea typeface="Sora Medium"/>
                <a:cs typeface="Sora Medium"/>
                <a:sym typeface="Sora Medium"/>
              </a:rPr>
              <a:t>$19 M</a:t>
            </a:r>
            <a:endParaRPr sz="4200">
              <a:solidFill>
                <a:srgbClr val="23B3FF"/>
              </a:solidFill>
              <a:latin typeface="Sora Medium"/>
              <a:ea typeface="Sora Medium"/>
              <a:cs typeface="Sora Medium"/>
              <a:sym typeface="Sora Medium"/>
            </a:endParaRPr>
          </a:p>
        </p:txBody>
      </p:sp>
      <p:sp>
        <p:nvSpPr>
          <p:cNvPr id="504" name="Google Shape;504;p41"/>
          <p:cNvSpPr txBox="1"/>
          <p:nvPr/>
        </p:nvSpPr>
        <p:spPr>
          <a:xfrm>
            <a:off x="13219302" y="4340901"/>
            <a:ext cx="4089000" cy="4617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lang="en-US" sz="2100">
                <a:solidFill>
                  <a:srgbClr val="23B3FF"/>
                </a:solidFill>
                <a:latin typeface="Sora Medium"/>
                <a:ea typeface="Sora Medium"/>
                <a:cs typeface="Sora Medium"/>
                <a:sym typeface="Sora Medium"/>
              </a:rPr>
              <a:t>Current Achievement</a:t>
            </a:r>
            <a:endParaRPr sz="2100">
              <a:latin typeface="Sora Medium"/>
              <a:ea typeface="Sora Medium"/>
              <a:cs typeface="Sora Medium"/>
              <a:sym typeface="Sora Medium"/>
            </a:endParaRPr>
          </a:p>
        </p:txBody>
      </p:sp>
      <p:cxnSp>
        <p:nvCxnSpPr>
          <p:cNvPr id="505" name="Google Shape;505;p41"/>
          <p:cNvCxnSpPr/>
          <p:nvPr/>
        </p:nvCxnSpPr>
        <p:spPr>
          <a:xfrm>
            <a:off x="13324812" y="3417602"/>
            <a:ext cx="2975400" cy="0"/>
          </a:xfrm>
          <a:prstGeom prst="straightConnector1">
            <a:avLst/>
          </a:prstGeom>
          <a:noFill/>
          <a:ln cap="flat" cmpd="sng" w="38100">
            <a:solidFill>
              <a:schemeClr val="accent1"/>
            </a:solidFill>
            <a:prstDash val="solid"/>
            <a:miter lim="800000"/>
            <a:headEnd len="sm" w="sm" type="none"/>
            <a:tailEnd len="sm" w="sm" type="none"/>
          </a:ln>
        </p:spPr>
      </p:cxnSp>
      <p:sp>
        <p:nvSpPr>
          <p:cNvPr id="506" name="Google Shape;506;p41"/>
          <p:cNvSpPr txBox="1"/>
          <p:nvPr/>
        </p:nvSpPr>
        <p:spPr>
          <a:xfrm>
            <a:off x="13219302" y="6015377"/>
            <a:ext cx="2051700" cy="785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4200">
                <a:solidFill>
                  <a:srgbClr val="D13B5F"/>
                </a:solidFill>
                <a:latin typeface="Sora Medium"/>
                <a:ea typeface="Sora Medium"/>
                <a:cs typeface="Sora Medium"/>
                <a:sym typeface="Sora Medium"/>
              </a:rPr>
              <a:t>$25 M</a:t>
            </a:r>
            <a:endParaRPr sz="4200">
              <a:solidFill>
                <a:srgbClr val="D13B5F"/>
              </a:solidFill>
              <a:latin typeface="Sora Medium"/>
              <a:ea typeface="Sora Medium"/>
              <a:cs typeface="Sora Medium"/>
              <a:sym typeface="Sora Medium"/>
            </a:endParaRPr>
          </a:p>
        </p:txBody>
      </p:sp>
      <p:sp>
        <p:nvSpPr>
          <p:cNvPr id="507" name="Google Shape;507;p41"/>
          <p:cNvSpPr txBox="1"/>
          <p:nvPr/>
        </p:nvSpPr>
        <p:spPr>
          <a:xfrm>
            <a:off x="13219302" y="6734199"/>
            <a:ext cx="3406500" cy="4617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lang="en-US" sz="2100">
                <a:solidFill>
                  <a:srgbClr val="D13B5F"/>
                </a:solidFill>
                <a:latin typeface="Sora Medium"/>
                <a:ea typeface="Sora Medium"/>
                <a:cs typeface="Sora Medium"/>
                <a:sym typeface="Sora Medium"/>
              </a:rPr>
              <a:t>Target for This Quarter</a:t>
            </a:r>
            <a:endParaRPr sz="2100">
              <a:solidFill>
                <a:srgbClr val="D13B5F"/>
              </a:solidFill>
              <a:latin typeface="Sora Medium"/>
              <a:ea typeface="Sora Medium"/>
              <a:cs typeface="Sora Medium"/>
              <a:sym typeface="Sora Medium"/>
            </a:endParaRPr>
          </a:p>
        </p:txBody>
      </p:sp>
      <p:sp>
        <p:nvSpPr>
          <p:cNvPr id="508" name="Google Shape;508;p41"/>
          <p:cNvSpPr txBox="1"/>
          <p:nvPr/>
        </p:nvSpPr>
        <p:spPr>
          <a:xfrm>
            <a:off x="13219302" y="7780412"/>
            <a:ext cx="2051700" cy="785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4200">
                <a:solidFill>
                  <a:srgbClr val="EC683E"/>
                </a:solidFill>
                <a:latin typeface="Sora Medium"/>
                <a:ea typeface="Sora Medium"/>
                <a:cs typeface="Sora Medium"/>
                <a:sym typeface="Sora Medium"/>
              </a:rPr>
              <a:t>$22 M</a:t>
            </a:r>
            <a:endParaRPr sz="4200">
              <a:solidFill>
                <a:srgbClr val="EC683E"/>
              </a:solidFill>
              <a:latin typeface="Sora Medium"/>
              <a:ea typeface="Sora Medium"/>
              <a:cs typeface="Sora Medium"/>
              <a:sym typeface="Sora Medium"/>
            </a:endParaRPr>
          </a:p>
        </p:txBody>
      </p:sp>
      <p:sp>
        <p:nvSpPr>
          <p:cNvPr id="509" name="Google Shape;509;p41"/>
          <p:cNvSpPr txBox="1"/>
          <p:nvPr/>
        </p:nvSpPr>
        <p:spPr>
          <a:xfrm>
            <a:off x="13219302" y="8502470"/>
            <a:ext cx="3192000" cy="7851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lang="en-US" sz="2100">
                <a:solidFill>
                  <a:srgbClr val="EC683E"/>
                </a:solidFill>
                <a:latin typeface="Sora Medium"/>
                <a:ea typeface="Sora Medium"/>
                <a:cs typeface="Sora Medium"/>
                <a:sym typeface="Sora Medium"/>
              </a:rPr>
              <a:t>Current Achievement</a:t>
            </a:r>
            <a:endParaRPr sz="2100">
              <a:solidFill>
                <a:srgbClr val="EC683E"/>
              </a:solidFill>
              <a:latin typeface="Sora Medium"/>
              <a:ea typeface="Sora Medium"/>
              <a:cs typeface="Sora Medium"/>
              <a:sym typeface="Sora Medium"/>
            </a:endParaRPr>
          </a:p>
        </p:txBody>
      </p:sp>
      <p:cxnSp>
        <p:nvCxnSpPr>
          <p:cNvPr id="510" name="Google Shape;510;p41"/>
          <p:cNvCxnSpPr/>
          <p:nvPr/>
        </p:nvCxnSpPr>
        <p:spPr>
          <a:xfrm>
            <a:off x="13324812" y="7513382"/>
            <a:ext cx="2975400" cy="0"/>
          </a:xfrm>
          <a:prstGeom prst="straightConnector1">
            <a:avLst/>
          </a:prstGeom>
          <a:noFill/>
          <a:ln cap="flat" cmpd="sng" w="38100">
            <a:solidFill>
              <a:srgbClr val="D13B5F"/>
            </a:solidFill>
            <a:prstDash val="solid"/>
            <a:miter lim="800000"/>
            <a:headEnd len="sm" w="sm" type="none"/>
            <a:tailEnd len="sm" w="sm" type="none"/>
          </a:ln>
        </p:spPr>
      </p:cxnSp>
      <p:sp>
        <p:nvSpPr>
          <p:cNvPr id="511" name="Google Shape;511;p41"/>
          <p:cNvSpPr/>
          <p:nvPr/>
        </p:nvSpPr>
        <p:spPr>
          <a:xfrm>
            <a:off x="10158414" y="1964531"/>
            <a:ext cx="2796900" cy="2782200"/>
          </a:xfrm>
          <a:prstGeom prst="blockArc">
            <a:avLst>
              <a:gd fmla="val 16201993" name="adj1"/>
              <a:gd fmla="val 15120986" name="adj2"/>
              <a:gd fmla="val 20368" name="adj3"/>
            </a:avLst>
          </a:prstGeom>
          <a:solidFill>
            <a:srgbClr val="217BEE"/>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12" name="Google Shape;512;p41"/>
          <p:cNvSpPr/>
          <p:nvPr/>
        </p:nvSpPr>
        <p:spPr>
          <a:xfrm>
            <a:off x="10158414" y="1964531"/>
            <a:ext cx="2796900" cy="2782200"/>
          </a:xfrm>
          <a:prstGeom prst="blockArc">
            <a:avLst>
              <a:gd fmla="val 15126560" name="adj1"/>
              <a:gd fmla="val 16195191" name="adj2"/>
              <a:gd fmla="val 20020" name="adj3"/>
            </a:avLst>
          </a:prstGeom>
          <a:solidFill>
            <a:srgbClr val="23B3FF"/>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13" name="Google Shape;513;p41"/>
          <p:cNvSpPr/>
          <p:nvPr/>
        </p:nvSpPr>
        <p:spPr>
          <a:xfrm>
            <a:off x="10158414" y="6112611"/>
            <a:ext cx="2796900" cy="2782200"/>
          </a:xfrm>
          <a:prstGeom prst="blockArc">
            <a:avLst>
              <a:gd fmla="val 16201993" name="adj1"/>
              <a:gd fmla="val 13626201" name="adj2"/>
              <a:gd fmla="val 20165" name="adj3"/>
            </a:avLst>
          </a:prstGeom>
          <a:solidFill>
            <a:srgbClr val="D13B5F"/>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14" name="Google Shape;514;p41"/>
          <p:cNvSpPr/>
          <p:nvPr/>
        </p:nvSpPr>
        <p:spPr>
          <a:xfrm>
            <a:off x="10158414" y="6112611"/>
            <a:ext cx="2796900" cy="2782200"/>
          </a:xfrm>
          <a:prstGeom prst="blockArc">
            <a:avLst>
              <a:gd fmla="val 13641451" name="adj1"/>
              <a:gd fmla="val 16195191" name="adj2"/>
              <a:gd fmla="val 20020" name="adj3"/>
            </a:avLst>
          </a:prstGeom>
          <a:solidFill>
            <a:srgbClr val="EC683E"/>
          </a:solidFill>
          <a:ln cap="flat" cmpd="sng" w="28575">
            <a:solidFill>
              <a:schemeClr val="lt2"/>
            </a:solidFill>
            <a:prstDash val="solid"/>
            <a:miter lim="800000"/>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15" name="Google Shape;515;p41"/>
          <p:cNvSpPr txBox="1"/>
          <p:nvPr/>
        </p:nvSpPr>
        <p:spPr>
          <a:xfrm>
            <a:off x="1148201" y="8490491"/>
            <a:ext cx="5607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0%</a:t>
            </a:r>
            <a:endParaRPr sz="1500">
              <a:solidFill>
                <a:srgbClr val="8A8A8A"/>
              </a:solidFill>
              <a:latin typeface="Instrument Sans"/>
              <a:ea typeface="Instrument Sans"/>
              <a:cs typeface="Instrument Sans"/>
              <a:sym typeface="Instrument Sans"/>
            </a:endParaRPr>
          </a:p>
        </p:txBody>
      </p:sp>
      <p:sp>
        <p:nvSpPr>
          <p:cNvPr id="516" name="Google Shape;516;p41"/>
          <p:cNvSpPr txBox="1"/>
          <p:nvPr/>
        </p:nvSpPr>
        <p:spPr>
          <a:xfrm>
            <a:off x="2227991" y="8791259"/>
            <a:ext cx="8829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Data 1</a:t>
            </a:r>
            <a:endParaRPr sz="1500">
              <a:solidFill>
                <a:srgbClr val="8A8A8A"/>
              </a:solidFill>
              <a:latin typeface="Instrument Sans"/>
              <a:ea typeface="Instrument Sans"/>
              <a:cs typeface="Instrument Sans"/>
              <a:sym typeface="Instrument Sans"/>
            </a:endParaRPr>
          </a:p>
        </p:txBody>
      </p:sp>
      <p:sp>
        <p:nvSpPr>
          <p:cNvPr id="517" name="Google Shape;517;p41"/>
          <p:cNvSpPr txBox="1"/>
          <p:nvPr/>
        </p:nvSpPr>
        <p:spPr>
          <a:xfrm>
            <a:off x="4003212" y="8791259"/>
            <a:ext cx="8829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Data 2</a:t>
            </a:r>
            <a:endParaRPr sz="1500">
              <a:solidFill>
                <a:srgbClr val="8A8A8A"/>
              </a:solidFill>
              <a:latin typeface="Instrument Sans"/>
              <a:ea typeface="Instrument Sans"/>
              <a:cs typeface="Instrument Sans"/>
              <a:sym typeface="Instrument Sans"/>
            </a:endParaRPr>
          </a:p>
        </p:txBody>
      </p:sp>
      <p:sp>
        <p:nvSpPr>
          <p:cNvPr id="518" name="Google Shape;518;p41"/>
          <p:cNvSpPr txBox="1"/>
          <p:nvPr/>
        </p:nvSpPr>
        <p:spPr>
          <a:xfrm>
            <a:off x="5784387" y="8796021"/>
            <a:ext cx="8829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Data 3</a:t>
            </a:r>
            <a:endParaRPr sz="1500">
              <a:solidFill>
                <a:srgbClr val="8A8A8A"/>
              </a:solidFill>
              <a:latin typeface="Instrument Sans"/>
              <a:ea typeface="Instrument Sans"/>
              <a:cs typeface="Instrument Sans"/>
              <a:sym typeface="Instrument Sans"/>
            </a:endParaRPr>
          </a:p>
        </p:txBody>
      </p:sp>
      <p:sp>
        <p:nvSpPr>
          <p:cNvPr id="519" name="Google Shape;519;p41"/>
          <p:cNvSpPr txBox="1"/>
          <p:nvPr/>
        </p:nvSpPr>
        <p:spPr>
          <a:xfrm>
            <a:off x="7559609" y="8788878"/>
            <a:ext cx="8829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Data 4</a:t>
            </a:r>
            <a:endParaRPr sz="1500">
              <a:solidFill>
                <a:srgbClr val="8A8A8A"/>
              </a:solidFill>
              <a:latin typeface="Instrument Sans"/>
              <a:ea typeface="Instrument Sans"/>
              <a:cs typeface="Instrument Sans"/>
              <a:sym typeface="Instrument Sans"/>
            </a:endParaRPr>
          </a:p>
        </p:txBody>
      </p:sp>
      <p:sp>
        <p:nvSpPr>
          <p:cNvPr id="520" name="Google Shape;520;p41"/>
          <p:cNvSpPr txBox="1"/>
          <p:nvPr/>
        </p:nvSpPr>
        <p:spPr>
          <a:xfrm>
            <a:off x="1033898" y="7781543"/>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20%</a:t>
            </a:r>
            <a:endParaRPr sz="1500">
              <a:solidFill>
                <a:srgbClr val="8A8A8A"/>
              </a:solidFill>
              <a:latin typeface="Instrument Sans"/>
              <a:ea typeface="Instrument Sans"/>
              <a:cs typeface="Instrument Sans"/>
              <a:sym typeface="Instrument Sans"/>
            </a:endParaRPr>
          </a:p>
        </p:txBody>
      </p:sp>
      <p:sp>
        <p:nvSpPr>
          <p:cNvPr id="521" name="Google Shape;521;p41"/>
          <p:cNvSpPr txBox="1"/>
          <p:nvPr/>
        </p:nvSpPr>
        <p:spPr>
          <a:xfrm>
            <a:off x="1033898" y="7076449"/>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40%</a:t>
            </a:r>
            <a:endParaRPr sz="1500">
              <a:solidFill>
                <a:srgbClr val="8A8A8A"/>
              </a:solidFill>
              <a:latin typeface="Instrument Sans"/>
              <a:ea typeface="Instrument Sans"/>
              <a:cs typeface="Instrument Sans"/>
              <a:sym typeface="Instrument Sans"/>
            </a:endParaRPr>
          </a:p>
        </p:txBody>
      </p:sp>
      <p:sp>
        <p:nvSpPr>
          <p:cNvPr id="522" name="Google Shape;522;p41"/>
          <p:cNvSpPr txBox="1"/>
          <p:nvPr/>
        </p:nvSpPr>
        <p:spPr>
          <a:xfrm>
            <a:off x="1033898" y="6369629"/>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60%</a:t>
            </a:r>
            <a:endParaRPr sz="1500">
              <a:solidFill>
                <a:srgbClr val="8A8A8A"/>
              </a:solidFill>
              <a:latin typeface="Instrument Sans"/>
              <a:ea typeface="Instrument Sans"/>
              <a:cs typeface="Instrument Sans"/>
              <a:sym typeface="Instrument Sans"/>
            </a:endParaRPr>
          </a:p>
        </p:txBody>
      </p:sp>
      <p:sp>
        <p:nvSpPr>
          <p:cNvPr id="523" name="Google Shape;523;p41"/>
          <p:cNvSpPr txBox="1"/>
          <p:nvPr/>
        </p:nvSpPr>
        <p:spPr>
          <a:xfrm>
            <a:off x="1033898" y="5664779"/>
            <a:ext cx="6786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80%</a:t>
            </a:r>
            <a:endParaRPr sz="1500">
              <a:solidFill>
                <a:srgbClr val="8A8A8A"/>
              </a:solidFill>
              <a:latin typeface="Instrument Sans"/>
              <a:ea typeface="Instrument Sans"/>
              <a:cs typeface="Instrument Sans"/>
              <a:sym typeface="Instrument Sans"/>
            </a:endParaRPr>
          </a:p>
        </p:txBody>
      </p:sp>
      <p:sp>
        <p:nvSpPr>
          <p:cNvPr id="524" name="Google Shape;524;p41"/>
          <p:cNvSpPr txBox="1"/>
          <p:nvPr/>
        </p:nvSpPr>
        <p:spPr>
          <a:xfrm>
            <a:off x="919598" y="4952786"/>
            <a:ext cx="796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100%</a:t>
            </a:r>
            <a:endParaRPr sz="1500">
              <a:solidFill>
                <a:srgbClr val="8A8A8A"/>
              </a:solidFill>
              <a:latin typeface="Instrument Sans"/>
              <a:ea typeface="Instrument Sans"/>
              <a:cs typeface="Instrument Sans"/>
              <a:sym typeface="Instrument Sans"/>
            </a:endParaRPr>
          </a:p>
        </p:txBody>
      </p:sp>
      <p:sp>
        <p:nvSpPr>
          <p:cNvPr id="525" name="Google Shape;525;p41"/>
          <p:cNvSpPr txBox="1"/>
          <p:nvPr/>
        </p:nvSpPr>
        <p:spPr>
          <a:xfrm>
            <a:off x="919598" y="4247198"/>
            <a:ext cx="796500" cy="3693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1500">
                <a:solidFill>
                  <a:srgbClr val="8A8A8A"/>
                </a:solidFill>
                <a:latin typeface="Instrument Sans"/>
                <a:ea typeface="Instrument Sans"/>
                <a:cs typeface="Instrument Sans"/>
                <a:sym typeface="Instrument Sans"/>
              </a:rPr>
              <a:t>120%</a:t>
            </a:r>
            <a:endParaRPr sz="1500">
              <a:solidFill>
                <a:srgbClr val="8A8A8A"/>
              </a:solidFill>
              <a:latin typeface="Instrument Sans"/>
              <a:ea typeface="Instrument Sans"/>
              <a:cs typeface="Instrument Sans"/>
              <a:sym typeface="Instrument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99"/>
                                        </p:tgtEl>
                                        <p:attrNameLst>
                                          <p:attrName>style.visibility</p:attrName>
                                        </p:attrNameLst>
                                      </p:cBhvr>
                                      <p:to>
                                        <p:strVal val="visible"/>
                                      </p:to>
                                    </p:set>
                                    <p:anim calcmode="lin" valueType="num">
                                      <p:cBhvr additive="base">
                                        <p:cTn dur="500"/>
                                        <p:tgtEl>
                                          <p:spTgt spid="499"/>
                                        </p:tgtEl>
                                        <p:attrNameLst>
                                          <p:attrName>ppt_w</p:attrName>
                                        </p:attrNameLst>
                                      </p:cBhvr>
                                      <p:tavLst>
                                        <p:tav fmla="" tm="0">
                                          <p:val>
                                            <p:strVal val="0"/>
                                          </p:val>
                                        </p:tav>
                                        <p:tav fmla="" tm="100000">
                                          <p:val>
                                            <p:strVal val="#ppt_w"/>
                                          </p:val>
                                        </p:tav>
                                      </p:tavLst>
                                    </p:anim>
                                    <p:anim calcmode="lin" valueType="num">
                                      <p:cBhvr additive="base">
                                        <p:cTn dur="500"/>
                                        <p:tgtEl>
                                          <p:spTgt spid="499"/>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500"/>
                                        </p:tgtEl>
                                        <p:attrNameLst>
                                          <p:attrName>style.visibility</p:attrName>
                                        </p:attrNameLst>
                                      </p:cBhvr>
                                      <p:to>
                                        <p:strVal val="visible"/>
                                      </p:to>
                                    </p:set>
                                    <p:anim calcmode="lin" valueType="num">
                                      <p:cBhvr additive="base">
                                        <p:cTn dur="500"/>
                                        <p:tgtEl>
                                          <p:spTgt spid="500"/>
                                        </p:tgtEl>
                                        <p:attrNameLst>
                                          <p:attrName>ppt_w</p:attrName>
                                        </p:attrNameLst>
                                      </p:cBhvr>
                                      <p:tavLst>
                                        <p:tav fmla="" tm="0">
                                          <p:val>
                                            <p:strVal val="0"/>
                                          </p:val>
                                        </p:tav>
                                        <p:tav fmla="" tm="100000">
                                          <p:val>
                                            <p:strVal val="#ppt_w"/>
                                          </p:val>
                                        </p:tav>
                                      </p:tavLst>
                                    </p:anim>
                                    <p:anim calcmode="lin" valueType="num">
                                      <p:cBhvr additive="base">
                                        <p:cTn dur="500"/>
                                        <p:tgtEl>
                                          <p:spTgt spid="500"/>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2"/>
          <p:cNvSpPr/>
          <p:nvPr/>
        </p:nvSpPr>
        <p:spPr>
          <a:xfrm>
            <a:off x="13247975" y="5344563"/>
            <a:ext cx="3810000" cy="2484000"/>
          </a:xfrm>
          <a:prstGeom prst="rect">
            <a:avLst/>
          </a:prstGeom>
          <a:solidFill>
            <a:srgbClr val="F0F4FA"/>
          </a:solidFill>
          <a:ln cap="flat" cmpd="sng" w="9525">
            <a:solidFill>
              <a:srgbClr val="F4F4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1" name="Google Shape;531;p42"/>
          <p:cNvSpPr/>
          <p:nvPr/>
        </p:nvSpPr>
        <p:spPr>
          <a:xfrm>
            <a:off x="7238925" y="3608013"/>
            <a:ext cx="3810000" cy="2484000"/>
          </a:xfrm>
          <a:prstGeom prst="rect">
            <a:avLst/>
          </a:prstGeom>
          <a:solidFill>
            <a:srgbClr val="F0F4FA"/>
          </a:solidFill>
          <a:ln cap="flat" cmpd="sng" w="9525">
            <a:solidFill>
              <a:srgbClr val="F4F4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2" name="Google Shape;532;p42"/>
          <p:cNvSpPr/>
          <p:nvPr/>
        </p:nvSpPr>
        <p:spPr>
          <a:xfrm>
            <a:off x="1217075" y="5344575"/>
            <a:ext cx="3810000" cy="2484000"/>
          </a:xfrm>
          <a:prstGeom prst="rect">
            <a:avLst/>
          </a:prstGeom>
          <a:solidFill>
            <a:srgbClr val="F0F4FA"/>
          </a:solidFill>
          <a:ln cap="flat" cmpd="sng" w="9525">
            <a:solidFill>
              <a:srgbClr val="F4F4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3" name="Google Shape;533;p42"/>
          <p:cNvSpPr/>
          <p:nvPr/>
        </p:nvSpPr>
        <p:spPr>
          <a:xfrm>
            <a:off x="5142257" y="7004372"/>
            <a:ext cx="8003700" cy="8003700"/>
          </a:xfrm>
          <a:prstGeom prst="blockArc">
            <a:avLst>
              <a:gd fmla="val 17976543" name="adj1"/>
              <a:gd fmla="val 0" name="adj2"/>
              <a:gd fmla="val 23096" name="adj3"/>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34" name="Google Shape;534;p42"/>
          <p:cNvSpPr/>
          <p:nvPr/>
        </p:nvSpPr>
        <p:spPr>
          <a:xfrm>
            <a:off x="5142257" y="7004372"/>
            <a:ext cx="8003700" cy="8003700"/>
          </a:xfrm>
          <a:prstGeom prst="blockArc">
            <a:avLst>
              <a:gd fmla="val 14396835" name="adj1"/>
              <a:gd fmla="val 18006348" name="adj2"/>
              <a:gd fmla="val 23174" name="adj3"/>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35" name="Google Shape;535;p42"/>
          <p:cNvSpPr/>
          <p:nvPr/>
        </p:nvSpPr>
        <p:spPr>
          <a:xfrm>
            <a:off x="5142257" y="7004372"/>
            <a:ext cx="8003700" cy="8003700"/>
          </a:xfrm>
          <a:prstGeom prst="blockArc">
            <a:avLst>
              <a:gd fmla="val 10800000" name="adj1"/>
              <a:gd fmla="val 14399152" name="adj2"/>
              <a:gd fmla="val 23130" name="adj3"/>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36" name="Google Shape;536;p42"/>
          <p:cNvSpPr txBox="1"/>
          <p:nvPr>
            <p:ph type="title"/>
          </p:nvPr>
        </p:nvSpPr>
        <p:spPr>
          <a:xfrm>
            <a:off x="4113609" y="1050132"/>
            <a:ext cx="10060800" cy="1350000"/>
          </a:xfrm>
          <a:prstGeom prst="rect">
            <a:avLst/>
          </a:prstGeom>
          <a:noFill/>
          <a:ln>
            <a:noFill/>
          </a:ln>
        </p:spPr>
        <p:txBody>
          <a:bodyPr anchorCtr="0" anchor="t" bIns="68550" lIns="137150" spcFirstLastPara="1" rIns="137150" wrap="square" tIns="68550">
            <a:normAutofit/>
          </a:bodyPr>
          <a:lstStyle/>
          <a:p>
            <a:pPr indent="0" lvl="0" marL="0" rtl="0" algn="ctr">
              <a:lnSpc>
                <a:spcPct val="90000"/>
              </a:lnSpc>
              <a:spcBef>
                <a:spcPts val="0"/>
              </a:spcBef>
              <a:spcAft>
                <a:spcPts val="0"/>
              </a:spcAft>
              <a:buClr>
                <a:schemeClr val="accent1"/>
              </a:buClr>
              <a:buSzPts val="6600"/>
              <a:buFont typeface="Plus Jakarta Sans"/>
              <a:buNone/>
            </a:pPr>
            <a:r>
              <a:rPr b="0" lang="en-US">
                <a:solidFill>
                  <a:srgbClr val="217BEE"/>
                </a:solidFill>
                <a:latin typeface="Sora Medium"/>
                <a:ea typeface="Sora Medium"/>
                <a:cs typeface="Sora Medium"/>
                <a:sym typeface="Sora Medium"/>
              </a:rPr>
              <a:t>Final Summary</a:t>
            </a:r>
            <a:endParaRPr b="0">
              <a:solidFill>
                <a:srgbClr val="217BEE"/>
              </a:solidFill>
              <a:latin typeface="Sora Medium"/>
              <a:ea typeface="Sora Medium"/>
              <a:cs typeface="Sora Medium"/>
              <a:sym typeface="Sora Medium"/>
            </a:endParaRPr>
          </a:p>
        </p:txBody>
      </p:sp>
      <p:sp>
        <p:nvSpPr>
          <p:cNvPr id="537" name="Google Shape;537;p42"/>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p>
            <a:pPr indent="0" lvl="0" marL="0" rtl="0" algn="ctr">
              <a:spcBef>
                <a:spcPts val="0"/>
              </a:spcBef>
              <a:spcAft>
                <a:spcPts val="0"/>
              </a:spcAft>
              <a:buNone/>
            </a:pPr>
            <a:fld id="{00000000-1234-1234-1234-123412341234}" type="slidenum">
              <a:rPr lang="en-US"/>
              <a:t>‹#›</a:t>
            </a:fld>
            <a:endParaRPr/>
          </a:p>
        </p:txBody>
      </p:sp>
      <p:sp>
        <p:nvSpPr>
          <p:cNvPr id="538" name="Google Shape;538;p42"/>
          <p:cNvSpPr txBox="1"/>
          <p:nvPr>
            <p:ph idx="1" type="body"/>
          </p:nvPr>
        </p:nvSpPr>
        <p:spPr>
          <a:xfrm>
            <a:off x="4129791" y="2000250"/>
            <a:ext cx="10028400" cy="695400"/>
          </a:xfrm>
          <a:prstGeom prst="rect">
            <a:avLst/>
          </a:prstGeom>
          <a:noFill/>
          <a:ln>
            <a:noFill/>
          </a:ln>
        </p:spPr>
        <p:txBody>
          <a:bodyPr anchorCtr="0" anchor="t" bIns="68550" lIns="137150" spcFirstLastPara="1" rIns="137150" wrap="square" tIns="68550">
            <a:noAutofit/>
          </a:bodyPr>
          <a:lstStyle/>
          <a:p>
            <a:pPr indent="0" lvl="0" marL="0" rtl="0" algn="ctr">
              <a:lnSpc>
                <a:spcPct val="140000"/>
              </a:lnSpc>
              <a:spcBef>
                <a:spcPts val="0"/>
              </a:spcBef>
              <a:spcAft>
                <a:spcPts val="0"/>
              </a:spcAft>
              <a:buClr>
                <a:schemeClr val="dk1"/>
              </a:buClr>
              <a:buSzPts val="998"/>
              <a:buNone/>
            </a:pPr>
            <a:r>
              <a:rPr lang="en-US" sz="1297">
                <a:latin typeface="Instrument Sans"/>
                <a:ea typeface="Instrument Sans"/>
                <a:cs typeface="Instrument Sans"/>
                <a:sym typeface="Instrument Sans"/>
              </a:rPr>
              <a:t>Diam in arcu cursus euismode quis viverra nibh pulvu ut aliqui purusa sit amet luctus</a:t>
            </a:r>
            <a:endParaRPr sz="1297">
              <a:latin typeface="Instrument Sans"/>
              <a:ea typeface="Instrument Sans"/>
              <a:cs typeface="Instrument Sans"/>
              <a:sym typeface="Instrument Sans"/>
            </a:endParaRPr>
          </a:p>
          <a:p>
            <a:pPr indent="0" lvl="0" marL="0" rtl="0" algn="ctr">
              <a:lnSpc>
                <a:spcPct val="140000"/>
              </a:lnSpc>
              <a:spcBef>
                <a:spcPts val="1500"/>
              </a:spcBef>
              <a:spcAft>
                <a:spcPts val="0"/>
              </a:spcAft>
              <a:buClr>
                <a:schemeClr val="dk1"/>
              </a:buClr>
              <a:buSzPts val="998"/>
              <a:buNone/>
            </a:pPr>
            <a:r>
              <a:t/>
            </a:r>
            <a:endParaRPr sz="1297">
              <a:latin typeface="Instrument Sans"/>
              <a:ea typeface="Instrument Sans"/>
              <a:cs typeface="Instrument Sans"/>
              <a:sym typeface="Instrument Sans"/>
            </a:endParaRPr>
          </a:p>
        </p:txBody>
      </p:sp>
      <p:sp>
        <p:nvSpPr>
          <p:cNvPr id="539" name="Google Shape;539;p42"/>
          <p:cNvSpPr/>
          <p:nvPr/>
        </p:nvSpPr>
        <p:spPr>
          <a:xfrm>
            <a:off x="8422484" y="7249665"/>
            <a:ext cx="1443300" cy="1443300"/>
          </a:xfrm>
          <a:prstGeom prst="ellipse">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40" name="Google Shape;540;p42"/>
          <p:cNvSpPr/>
          <p:nvPr/>
        </p:nvSpPr>
        <p:spPr>
          <a:xfrm>
            <a:off x="8540438" y="5389944"/>
            <a:ext cx="1207200" cy="1207200"/>
          </a:xfrm>
          <a:prstGeom prst="ellipse">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41" name="Google Shape;541;p42"/>
          <p:cNvSpPr/>
          <p:nvPr/>
        </p:nvSpPr>
        <p:spPr>
          <a:xfrm>
            <a:off x="1497330" y="5040941"/>
            <a:ext cx="3200400" cy="648000"/>
          </a:xfrm>
          <a:prstGeom prst="roundRect">
            <a:avLst>
              <a:gd fmla="val 0" name="adj"/>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42" name="Google Shape;542;p42"/>
          <p:cNvSpPr txBox="1"/>
          <p:nvPr/>
        </p:nvSpPr>
        <p:spPr>
          <a:xfrm>
            <a:off x="1662589" y="5106404"/>
            <a:ext cx="2870100" cy="5079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2400">
                <a:solidFill>
                  <a:schemeClr val="lt1"/>
                </a:solidFill>
                <a:latin typeface="Instrument Sans Medium"/>
                <a:ea typeface="Instrument Sans Medium"/>
                <a:cs typeface="Instrument Sans Medium"/>
                <a:sym typeface="Instrument Sans Medium"/>
              </a:rPr>
              <a:t>Smart Allocation</a:t>
            </a:r>
            <a:endParaRPr sz="2100">
              <a:solidFill>
                <a:schemeClr val="lt1"/>
              </a:solidFill>
              <a:latin typeface="Instrument Sans Medium"/>
              <a:ea typeface="Instrument Sans Medium"/>
              <a:cs typeface="Instrument Sans Medium"/>
              <a:sym typeface="Instrument Sans Medium"/>
            </a:endParaRPr>
          </a:p>
        </p:txBody>
      </p:sp>
      <p:sp>
        <p:nvSpPr>
          <p:cNvPr id="543" name="Google Shape;543;p42"/>
          <p:cNvSpPr/>
          <p:nvPr/>
        </p:nvSpPr>
        <p:spPr>
          <a:xfrm>
            <a:off x="2493967" y="7232755"/>
            <a:ext cx="1207200" cy="1207200"/>
          </a:xfrm>
          <a:prstGeom prst="ellipse">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44" name="Google Shape;544;p42"/>
          <p:cNvSpPr/>
          <p:nvPr/>
        </p:nvSpPr>
        <p:spPr>
          <a:xfrm>
            <a:off x="14586908" y="7232755"/>
            <a:ext cx="1207200" cy="1207200"/>
          </a:xfrm>
          <a:prstGeom prst="ellipse">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45" name="Google Shape;545;p42"/>
          <p:cNvSpPr txBox="1"/>
          <p:nvPr/>
        </p:nvSpPr>
        <p:spPr>
          <a:xfrm>
            <a:off x="7305677" y="3950927"/>
            <a:ext cx="3676500" cy="16623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 elit. Fusce ut augue in enim elem congue fuce sa est In intd.</a:t>
            </a:r>
            <a:endParaRPr sz="2100">
              <a:latin typeface="Instrument Sans"/>
              <a:ea typeface="Instrument Sans"/>
              <a:cs typeface="Instrument Sans"/>
              <a:sym typeface="Instrument Sans"/>
            </a:endParaRPr>
          </a:p>
        </p:txBody>
      </p:sp>
      <p:sp>
        <p:nvSpPr>
          <p:cNvPr id="546" name="Google Shape;546;p42"/>
          <p:cNvSpPr txBox="1"/>
          <p:nvPr/>
        </p:nvSpPr>
        <p:spPr>
          <a:xfrm>
            <a:off x="1259207" y="5793738"/>
            <a:ext cx="3676500" cy="16623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rgbClr val="595959"/>
                </a:solidFill>
                <a:latin typeface="Instrument Sans"/>
                <a:ea typeface="Instrument Sans"/>
                <a:cs typeface="Instrument Sans"/>
                <a:sym typeface="Instrument Sans"/>
              </a:rPr>
              <a:t>Lorem ipsum dolor sit amet, conscur adicing elit. Fusce ut augue in enim elem congue fuce sa est In intd.</a:t>
            </a:r>
            <a:endParaRPr sz="2100">
              <a:solidFill>
                <a:srgbClr val="595959"/>
              </a:solidFill>
              <a:latin typeface="Instrument Sans"/>
              <a:ea typeface="Instrument Sans"/>
              <a:cs typeface="Instrument Sans"/>
              <a:sym typeface="Instrument Sans"/>
            </a:endParaRPr>
          </a:p>
        </p:txBody>
      </p:sp>
      <p:sp>
        <p:nvSpPr>
          <p:cNvPr id="547" name="Google Shape;547;p42"/>
          <p:cNvSpPr txBox="1"/>
          <p:nvPr/>
        </p:nvSpPr>
        <p:spPr>
          <a:xfrm>
            <a:off x="13352147" y="5793738"/>
            <a:ext cx="3676500" cy="16623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2"/>
                </a:solidFill>
                <a:latin typeface="Instrument Sans"/>
                <a:ea typeface="Instrument Sans"/>
                <a:cs typeface="Instrument Sans"/>
                <a:sym typeface="Instrument Sans"/>
              </a:rPr>
              <a:t>Lorem ipsum dolor sit amet, conscur adicing elit. Fusce ut augue in enim elem congue fuce sa est In intd.</a:t>
            </a:r>
            <a:endParaRPr sz="2100">
              <a:latin typeface="Instrument Sans"/>
              <a:ea typeface="Instrument Sans"/>
              <a:cs typeface="Instrument Sans"/>
              <a:sym typeface="Instrument Sans"/>
            </a:endParaRPr>
          </a:p>
        </p:txBody>
      </p:sp>
      <p:cxnSp>
        <p:nvCxnSpPr>
          <p:cNvPr id="548" name="Google Shape;548;p42"/>
          <p:cNvCxnSpPr/>
          <p:nvPr/>
        </p:nvCxnSpPr>
        <p:spPr>
          <a:xfrm rot="10800000">
            <a:off x="9144000" y="6605530"/>
            <a:ext cx="0" cy="434100"/>
          </a:xfrm>
          <a:prstGeom prst="straightConnector1">
            <a:avLst/>
          </a:prstGeom>
          <a:noFill/>
          <a:ln cap="flat" cmpd="sng" w="23825">
            <a:solidFill>
              <a:schemeClr val="accent2"/>
            </a:solidFill>
            <a:prstDash val="dash"/>
            <a:miter lim="800000"/>
            <a:headEnd len="med" w="med" type="oval"/>
            <a:tailEnd len="med" w="med" type="oval"/>
          </a:ln>
        </p:spPr>
      </p:cxnSp>
      <p:sp>
        <p:nvSpPr>
          <p:cNvPr id="549" name="Google Shape;549;p42"/>
          <p:cNvSpPr/>
          <p:nvPr/>
        </p:nvSpPr>
        <p:spPr>
          <a:xfrm>
            <a:off x="5829300" y="8694608"/>
            <a:ext cx="1443300" cy="1443300"/>
          </a:xfrm>
          <a:prstGeom prst="ellipse">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50" name="Google Shape;550;p42"/>
          <p:cNvSpPr/>
          <p:nvPr/>
        </p:nvSpPr>
        <p:spPr>
          <a:xfrm>
            <a:off x="11015663" y="8694608"/>
            <a:ext cx="1443300" cy="1443300"/>
          </a:xfrm>
          <a:prstGeom prst="ellipse">
            <a:avLst/>
          </a:prstGeom>
          <a:solidFill>
            <a:schemeClr val="lt1"/>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51" name="Google Shape;551;p42"/>
          <p:cNvSpPr/>
          <p:nvPr/>
        </p:nvSpPr>
        <p:spPr>
          <a:xfrm>
            <a:off x="3096225" y="8469734"/>
            <a:ext cx="2396570" cy="830885"/>
          </a:xfrm>
          <a:custGeom>
            <a:rect b="b" l="l" r="r" t="t"/>
            <a:pathLst>
              <a:path extrusionOk="0" h="425005" w="1225867">
                <a:moveTo>
                  <a:pt x="948" y="-390"/>
                </a:moveTo>
                <a:lnTo>
                  <a:pt x="948" y="232496"/>
                </a:lnTo>
                <a:cubicBezTo>
                  <a:pt x="948" y="338604"/>
                  <a:pt x="86959" y="424615"/>
                  <a:pt x="193067" y="424615"/>
                </a:cubicBezTo>
                <a:lnTo>
                  <a:pt x="1226815" y="424615"/>
                </a:lnTo>
              </a:path>
            </a:pathLst>
          </a:custGeom>
          <a:noFill/>
          <a:ln cap="flat" cmpd="sng" w="23825">
            <a:solidFill>
              <a:schemeClr val="accent1"/>
            </a:solidFill>
            <a:prstDash val="dash"/>
            <a:miter lim="8000"/>
            <a:headEnd len="sm" w="sm" type="none"/>
            <a:tailEnd len="sm" w="sm" type="none"/>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52" name="Google Shape;552;p42"/>
          <p:cNvSpPr/>
          <p:nvPr/>
        </p:nvSpPr>
        <p:spPr>
          <a:xfrm flipH="1">
            <a:off x="12798271" y="8469734"/>
            <a:ext cx="2393505" cy="830885"/>
          </a:xfrm>
          <a:custGeom>
            <a:rect b="b" l="l" r="r" t="t"/>
            <a:pathLst>
              <a:path extrusionOk="0" h="425005" w="1225867">
                <a:moveTo>
                  <a:pt x="948" y="-390"/>
                </a:moveTo>
                <a:lnTo>
                  <a:pt x="948" y="232496"/>
                </a:lnTo>
                <a:cubicBezTo>
                  <a:pt x="948" y="338604"/>
                  <a:pt x="86959" y="424615"/>
                  <a:pt x="193067" y="424615"/>
                </a:cubicBezTo>
                <a:lnTo>
                  <a:pt x="1226815" y="424615"/>
                </a:lnTo>
              </a:path>
            </a:pathLst>
          </a:custGeom>
          <a:noFill/>
          <a:ln cap="flat" cmpd="sng" w="23825">
            <a:solidFill>
              <a:schemeClr val="accent3"/>
            </a:solidFill>
            <a:prstDash val="dash"/>
            <a:miter lim="8000"/>
            <a:headEnd len="sm" w="sm" type="none"/>
            <a:tailEnd len="sm" w="sm" type="none"/>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53" name="Google Shape;553;p42"/>
          <p:cNvSpPr/>
          <p:nvPr/>
        </p:nvSpPr>
        <p:spPr>
          <a:xfrm>
            <a:off x="7543800" y="3323640"/>
            <a:ext cx="3200400" cy="648000"/>
          </a:xfrm>
          <a:prstGeom prst="roundRect">
            <a:avLst>
              <a:gd fmla="val 0" name="adj"/>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54" name="Google Shape;554;p42"/>
          <p:cNvSpPr txBox="1"/>
          <p:nvPr/>
        </p:nvSpPr>
        <p:spPr>
          <a:xfrm>
            <a:off x="7709060" y="3389103"/>
            <a:ext cx="2870100" cy="5079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2400">
                <a:solidFill>
                  <a:schemeClr val="lt1"/>
                </a:solidFill>
                <a:latin typeface="Instrument Sans Medium"/>
                <a:ea typeface="Instrument Sans Medium"/>
                <a:cs typeface="Instrument Sans Medium"/>
                <a:sym typeface="Instrument Sans Medium"/>
              </a:rPr>
              <a:t>Risk Prepared</a:t>
            </a:r>
            <a:endParaRPr sz="2100">
              <a:solidFill>
                <a:schemeClr val="lt1"/>
              </a:solidFill>
              <a:latin typeface="Instrument Sans Medium"/>
              <a:ea typeface="Instrument Sans Medium"/>
              <a:cs typeface="Instrument Sans Medium"/>
              <a:sym typeface="Instrument Sans Medium"/>
            </a:endParaRPr>
          </a:p>
        </p:txBody>
      </p:sp>
      <p:sp>
        <p:nvSpPr>
          <p:cNvPr id="555" name="Google Shape;555;p42"/>
          <p:cNvSpPr/>
          <p:nvPr/>
        </p:nvSpPr>
        <p:spPr>
          <a:xfrm>
            <a:off x="13590270" y="5046288"/>
            <a:ext cx="3200400" cy="648000"/>
          </a:xfrm>
          <a:prstGeom prst="roundRect">
            <a:avLst>
              <a:gd fmla="val 0" name="adj"/>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556" name="Google Shape;556;p42"/>
          <p:cNvSpPr txBox="1"/>
          <p:nvPr/>
        </p:nvSpPr>
        <p:spPr>
          <a:xfrm>
            <a:off x="13755530" y="5111751"/>
            <a:ext cx="2870100" cy="5079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2400">
                <a:solidFill>
                  <a:schemeClr val="lt1"/>
                </a:solidFill>
                <a:latin typeface="Instrument Sans Medium"/>
                <a:ea typeface="Instrument Sans Medium"/>
                <a:cs typeface="Instrument Sans Medium"/>
                <a:sym typeface="Instrument Sans Medium"/>
              </a:rPr>
              <a:t>Ready to Launch</a:t>
            </a:r>
            <a:endParaRPr sz="2100">
              <a:solidFill>
                <a:schemeClr val="lt1"/>
              </a:solidFill>
              <a:latin typeface="Instrument Sans Medium"/>
              <a:ea typeface="Instrument Sans Medium"/>
              <a:cs typeface="Instrument Sans Medium"/>
              <a:sym typeface="Instrument Sans Medium"/>
            </a:endParaRPr>
          </a:p>
        </p:txBody>
      </p:sp>
      <p:sp>
        <p:nvSpPr>
          <p:cNvPr id="557" name="Google Shape;557;p42"/>
          <p:cNvSpPr txBox="1"/>
          <p:nvPr/>
        </p:nvSpPr>
        <p:spPr>
          <a:xfrm>
            <a:off x="5936208" y="8839046"/>
            <a:ext cx="1247100" cy="11082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b="1" lang="en-US" sz="6300">
                <a:solidFill>
                  <a:srgbClr val="217BEE"/>
                </a:solidFill>
                <a:latin typeface="Sora"/>
                <a:ea typeface="Sora"/>
                <a:cs typeface="Sora"/>
                <a:sym typeface="Sora"/>
              </a:rPr>
              <a:t>01</a:t>
            </a:r>
            <a:endParaRPr b="1" sz="6300">
              <a:solidFill>
                <a:srgbClr val="217BEE"/>
              </a:solidFill>
              <a:latin typeface="Sora"/>
              <a:ea typeface="Sora"/>
              <a:cs typeface="Sora"/>
              <a:sym typeface="Sora"/>
            </a:endParaRPr>
          </a:p>
        </p:txBody>
      </p:sp>
      <p:sp>
        <p:nvSpPr>
          <p:cNvPr id="558" name="Google Shape;558;p42"/>
          <p:cNvSpPr txBox="1"/>
          <p:nvPr/>
        </p:nvSpPr>
        <p:spPr>
          <a:xfrm>
            <a:off x="8340413" y="7396272"/>
            <a:ext cx="1518000" cy="11082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b="1" lang="en-US" sz="6300">
                <a:solidFill>
                  <a:srgbClr val="EC683E"/>
                </a:solidFill>
                <a:latin typeface="Sora"/>
                <a:ea typeface="Sora"/>
                <a:cs typeface="Sora"/>
                <a:sym typeface="Sora"/>
              </a:rPr>
              <a:t>02</a:t>
            </a:r>
            <a:endParaRPr b="1" sz="6300">
              <a:solidFill>
                <a:srgbClr val="EC683E"/>
              </a:solidFill>
              <a:latin typeface="Sora"/>
              <a:ea typeface="Sora"/>
              <a:cs typeface="Sora"/>
              <a:sym typeface="Sora"/>
            </a:endParaRPr>
          </a:p>
        </p:txBody>
      </p:sp>
      <p:sp>
        <p:nvSpPr>
          <p:cNvPr id="559" name="Google Shape;559;p42"/>
          <p:cNvSpPr txBox="1"/>
          <p:nvPr/>
        </p:nvSpPr>
        <p:spPr>
          <a:xfrm>
            <a:off x="10958811" y="8839046"/>
            <a:ext cx="1518000" cy="11082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b="1" lang="en-US" sz="6300">
                <a:solidFill>
                  <a:srgbClr val="D13B5F"/>
                </a:solidFill>
                <a:latin typeface="Sora"/>
                <a:ea typeface="Sora"/>
                <a:cs typeface="Sora"/>
                <a:sym typeface="Sora"/>
              </a:rPr>
              <a:t>03</a:t>
            </a:r>
            <a:endParaRPr b="1" sz="6300">
              <a:solidFill>
                <a:srgbClr val="D13B5F"/>
              </a:solidFill>
              <a:latin typeface="Sora"/>
              <a:ea typeface="Sora"/>
              <a:cs typeface="Sora"/>
              <a:sym typeface="Sora"/>
            </a:endParaRPr>
          </a:p>
        </p:txBody>
      </p:sp>
      <p:grpSp>
        <p:nvGrpSpPr>
          <p:cNvPr id="560" name="Google Shape;560;p42"/>
          <p:cNvGrpSpPr/>
          <p:nvPr/>
        </p:nvGrpSpPr>
        <p:grpSpPr>
          <a:xfrm>
            <a:off x="14915128" y="7584621"/>
            <a:ext cx="550498" cy="548633"/>
            <a:chOff x="1768993" y="3149584"/>
            <a:chExt cx="767138" cy="764539"/>
          </a:xfrm>
        </p:grpSpPr>
        <p:sp>
          <p:nvSpPr>
            <p:cNvPr id="561" name="Google Shape;561;p42"/>
            <p:cNvSpPr/>
            <p:nvPr/>
          </p:nvSpPr>
          <p:spPr>
            <a:xfrm>
              <a:off x="2361384" y="3149584"/>
              <a:ext cx="174747" cy="167919"/>
            </a:xfrm>
            <a:custGeom>
              <a:rect b="b" l="l" r="r" t="t"/>
              <a:pathLst>
                <a:path extrusionOk="0" h="167919" w="174747">
                  <a:moveTo>
                    <a:pt x="170498" y="5042"/>
                  </a:moveTo>
                  <a:cubicBezTo>
                    <a:pt x="157163" y="-8293"/>
                    <a:pt x="71438" y="6947"/>
                    <a:pt x="0" y="25997"/>
                  </a:cubicBezTo>
                  <a:cubicBezTo>
                    <a:pt x="25717" y="41237"/>
                    <a:pt x="52388" y="62192"/>
                    <a:pt x="78105" y="87910"/>
                  </a:cubicBezTo>
                  <a:cubicBezTo>
                    <a:pt x="104775" y="114580"/>
                    <a:pt x="125730" y="141250"/>
                    <a:pt x="140970" y="167920"/>
                  </a:cubicBezTo>
                  <a:cubicBezTo>
                    <a:pt x="160020" y="94577"/>
                    <a:pt x="184785" y="18377"/>
                    <a:pt x="170498" y="5042"/>
                  </a:cubicBez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62" name="Google Shape;562;p42"/>
            <p:cNvSpPr/>
            <p:nvPr/>
          </p:nvSpPr>
          <p:spPr>
            <a:xfrm>
              <a:off x="1768993" y="3411444"/>
              <a:ext cx="232345" cy="222232"/>
            </a:xfrm>
            <a:custGeom>
              <a:rect b="b" l="l" r="r" t="t"/>
              <a:pathLst>
                <a:path extrusionOk="0" h="222232" w="232345">
                  <a:moveTo>
                    <a:pt x="232346" y="14645"/>
                  </a:moveTo>
                  <a:lnTo>
                    <a:pt x="199961" y="2262"/>
                  </a:lnTo>
                  <a:cubicBezTo>
                    <a:pt x="186626" y="-2500"/>
                    <a:pt x="172338" y="357"/>
                    <a:pt x="161861" y="9882"/>
                  </a:cubicBezTo>
                  <a:lnTo>
                    <a:pt x="10413" y="161330"/>
                  </a:lnTo>
                  <a:cubicBezTo>
                    <a:pt x="-14352" y="186095"/>
                    <a:pt x="8508" y="228957"/>
                    <a:pt x="42798" y="221337"/>
                  </a:cubicBezTo>
                  <a:lnTo>
                    <a:pt x="169481" y="192762"/>
                  </a:lnTo>
                  <a:cubicBezTo>
                    <a:pt x="179958" y="145137"/>
                    <a:pt x="197103" y="81320"/>
                    <a:pt x="232346" y="14645"/>
                  </a:cubicBez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63" name="Google Shape;563;p42"/>
            <p:cNvSpPr/>
            <p:nvPr/>
          </p:nvSpPr>
          <p:spPr>
            <a:xfrm>
              <a:off x="2049005" y="3674692"/>
              <a:ext cx="222671" cy="239431"/>
            </a:xfrm>
            <a:custGeom>
              <a:rect b="b" l="l" r="r" t="t"/>
              <a:pathLst>
                <a:path extrusionOk="0" h="239431" w="222671">
                  <a:moveTo>
                    <a:pt x="204747" y="0"/>
                  </a:moveTo>
                  <a:cubicBezTo>
                    <a:pt x="140929" y="33338"/>
                    <a:pt x="79969" y="51435"/>
                    <a:pt x="30439" y="60960"/>
                  </a:cubicBezTo>
                  <a:lnTo>
                    <a:pt x="912" y="196215"/>
                  </a:lnTo>
                  <a:cubicBezTo>
                    <a:pt x="-6708" y="230505"/>
                    <a:pt x="35202" y="254317"/>
                    <a:pt x="60919" y="228600"/>
                  </a:cubicBezTo>
                  <a:lnTo>
                    <a:pt x="212367" y="77152"/>
                  </a:lnTo>
                  <a:cubicBezTo>
                    <a:pt x="221892" y="67627"/>
                    <a:pt x="225702" y="52388"/>
                    <a:pt x="219987" y="39052"/>
                  </a:cubicBezTo>
                  <a:lnTo>
                    <a:pt x="204747" y="0"/>
                  </a:ln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64" name="Google Shape;564;p42"/>
            <p:cNvSpPr/>
            <p:nvPr/>
          </p:nvSpPr>
          <p:spPr>
            <a:xfrm>
              <a:off x="1971812" y="3192726"/>
              <a:ext cx="512445" cy="511492"/>
            </a:xfrm>
            <a:custGeom>
              <a:rect b="b" l="l" r="r" t="t"/>
              <a:pathLst>
                <a:path extrusionOk="0" h="511492" w="512445">
                  <a:moveTo>
                    <a:pt x="338138" y="0"/>
                  </a:moveTo>
                  <a:cubicBezTo>
                    <a:pt x="281940" y="22860"/>
                    <a:pt x="218123" y="61913"/>
                    <a:pt x="156210" y="123825"/>
                  </a:cubicBezTo>
                  <a:cubicBezTo>
                    <a:pt x="42863" y="237173"/>
                    <a:pt x="9525" y="374333"/>
                    <a:pt x="0" y="452438"/>
                  </a:cubicBezTo>
                  <a:lnTo>
                    <a:pt x="59055" y="511493"/>
                  </a:lnTo>
                  <a:cubicBezTo>
                    <a:pt x="137160" y="501968"/>
                    <a:pt x="275273" y="469583"/>
                    <a:pt x="388620" y="356235"/>
                  </a:cubicBezTo>
                  <a:cubicBezTo>
                    <a:pt x="450533" y="294323"/>
                    <a:pt x="489585" y="231458"/>
                    <a:pt x="512445" y="175260"/>
                  </a:cubicBezTo>
                  <a:cubicBezTo>
                    <a:pt x="500063" y="143828"/>
                    <a:pt x="475298" y="106680"/>
                    <a:pt x="440055" y="70485"/>
                  </a:cubicBezTo>
                  <a:cubicBezTo>
                    <a:pt x="405765" y="37147"/>
                    <a:pt x="369570" y="12383"/>
                    <a:pt x="338138" y="0"/>
                  </a:cubicBezTo>
                  <a:close/>
                  <a:moveTo>
                    <a:pt x="386715" y="205740"/>
                  </a:moveTo>
                  <a:cubicBezTo>
                    <a:pt x="364808" y="227648"/>
                    <a:pt x="328613" y="227648"/>
                    <a:pt x="305753" y="205740"/>
                  </a:cubicBezTo>
                  <a:cubicBezTo>
                    <a:pt x="283845" y="183833"/>
                    <a:pt x="283845" y="147638"/>
                    <a:pt x="305753" y="124778"/>
                  </a:cubicBezTo>
                  <a:cubicBezTo>
                    <a:pt x="327660" y="102870"/>
                    <a:pt x="363855" y="102870"/>
                    <a:pt x="386715" y="124778"/>
                  </a:cubicBezTo>
                  <a:cubicBezTo>
                    <a:pt x="408623" y="147638"/>
                    <a:pt x="408623" y="183833"/>
                    <a:pt x="386715" y="205740"/>
                  </a:cubicBez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sp>
          <p:nvSpPr>
            <p:cNvPr id="565" name="Google Shape;565;p42"/>
            <p:cNvSpPr/>
            <p:nvPr/>
          </p:nvSpPr>
          <p:spPr>
            <a:xfrm>
              <a:off x="1859624" y="3680744"/>
              <a:ext cx="135662" cy="135943"/>
            </a:xfrm>
            <a:custGeom>
              <a:rect b="b" l="l" r="r" t="t"/>
              <a:pathLst>
                <a:path extrusionOk="0" h="135943" w="135662">
                  <a:moveTo>
                    <a:pt x="111235" y="24428"/>
                  </a:moveTo>
                  <a:cubicBezTo>
                    <a:pt x="95995" y="9188"/>
                    <a:pt x="97900" y="-16530"/>
                    <a:pt x="66467" y="14903"/>
                  </a:cubicBezTo>
                  <a:cubicBezTo>
                    <a:pt x="35035" y="46335"/>
                    <a:pt x="-11638" y="117773"/>
                    <a:pt x="2650" y="133013"/>
                  </a:cubicBezTo>
                  <a:cubicBezTo>
                    <a:pt x="17890" y="148253"/>
                    <a:pt x="89327" y="100628"/>
                    <a:pt x="120760" y="69195"/>
                  </a:cubicBezTo>
                  <a:cubicBezTo>
                    <a:pt x="152192" y="36810"/>
                    <a:pt x="126475" y="38715"/>
                    <a:pt x="111235" y="24428"/>
                  </a:cubicBez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Source Sans 3 ExtraLight"/>
                <a:ea typeface="Source Sans 3 ExtraLight"/>
                <a:cs typeface="Source Sans 3 ExtraLight"/>
                <a:sym typeface="Source Sans 3 ExtraLight"/>
              </a:endParaRPr>
            </a:p>
          </p:txBody>
        </p:sp>
      </p:grpSp>
      <p:sp>
        <p:nvSpPr>
          <p:cNvPr id="566" name="Google Shape;566;p42"/>
          <p:cNvSpPr/>
          <p:nvPr/>
        </p:nvSpPr>
        <p:spPr>
          <a:xfrm>
            <a:off x="8812025" y="5672305"/>
            <a:ext cx="663951" cy="622140"/>
          </a:xfrm>
          <a:custGeom>
            <a:rect b="b" l="l" r="r" t="t"/>
            <a:pathLst>
              <a:path extrusionOk="0" h="157" w="168">
                <a:moveTo>
                  <a:pt x="146" y="52"/>
                </a:moveTo>
                <a:cubicBezTo>
                  <a:pt x="151" y="43"/>
                  <a:pt x="151" y="43"/>
                  <a:pt x="151" y="43"/>
                </a:cubicBezTo>
                <a:cubicBezTo>
                  <a:pt x="152" y="42"/>
                  <a:pt x="153" y="42"/>
                  <a:pt x="155" y="42"/>
                </a:cubicBezTo>
                <a:cubicBezTo>
                  <a:pt x="156" y="43"/>
                  <a:pt x="156" y="45"/>
                  <a:pt x="156" y="46"/>
                </a:cubicBezTo>
                <a:cubicBezTo>
                  <a:pt x="151" y="55"/>
                  <a:pt x="151" y="55"/>
                  <a:pt x="151" y="55"/>
                </a:cubicBezTo>
                <a:cubicBezTo>
                  <a:pt x="150" y="56"/>
                  <a:pt x="149" y="56"/>
                  <a:pt x="148" y="56"/>
                </a:cubicBezTo>
                <a:cubicBezTo>
                  <a:pt x="147" y="56"/>
                  <a:pt x="147" y="56"/>
                  <a:pt x="147" y="56"/>
                </a:cubicBezTo>
                <a:cubicBezTo>
                  <a:pt x="146" y="55"/>
                  <a:pt x="146" y="54"/>
                  <a:pt x="146" y="52"/>
                </a:cubicBezTo>
                <a:close/>
                <a:moveTo>
                  <a:pt x="135" y="78"/>
                </a:moveTo>
                <a:cubicBezTo>
                  <a:pt x="134" y="77"/>
                  <a:pt x="132" y="77"/>
                  <a:pt x="131" y="78"/>
                </a:cubicBezTo>
                <a:cubicBezTo>
                  <a:pt x="126" y="87"/>
                  <a:pt x="126" y="87"/>
                  <a:pt x="126" y="87"/>
                </a:cubicBezTo>
                <a:cubicBezTo>
                  <a:pt x="125" y="88"/>
                  <a:pt x="126" y="90"/>
                  <a:pt x="127" y="90"/>
                </a:cubicBezTo>
                <a:cubicBezTo>
                  <a:pt x="127" y="91"/>
                  <a:pt x="128" y="91"/>
                  <a:pt x="128" y="91"/>
                </a:cubicBezTo>
                <a:cubicBezTo>
                  <a:pt x="130" y="91"/>
                  <a:pt x="130" y="90"/>
                  <a:pt x="130" y="89"/>
                </a:cubicBezTo>
                <a:cubicBezTo>
                  <a:pt x="135" y="81"/>
                  <a:pt x="135" y="81"/>
                  <a:pt x="135" y="81"/>
                </a:cubicBezTo>
                <a:cubicBezTo>
                  <a:pt x="136" y="79"/>
                  <a:pt x="136" y="78"/>
                  <a:pt x="135" y="78"/>
                </a:cubicBezTo>
                <a:close/>
                <a:moveTo>
                  <a:pt x="151" y="61"/>
                </a:moveTo>
                <a:cubicBezTo>
                  <a:pt x="152" y="61"/>
                  <a:pt x="153" y="62"/>
                  <a:pt x="154" y="62"/>
                </a:cubicBezTo>
                <a:cubicBezTo>
                  <a:pt x="155" y="62"/>
                  <a:pt x="155" y="62"/>
                  <a:pt x="155" y="62"/>
                </a:cubicBezTo>
                <a:cubicBezTo>
                  <a:pt x="164" y="56"/>
                  <a:pt x="164" y="56"/>
                  <a:pt x="164" y="56"/>
                </a:cubicBezTo>
                <a:cubicBezTo>
                  <a:pt x="165" y="56"/>
                  <a:pt x="166" y="54"/>
                  <a:pt x="165" y="52"/>
                </a:cubicBezTo>
                <a:cubicBezTo>
                  <a:pt x="164" y="51"/>
                  <a:pt x="162" y="51"/>
                  <a:pt x="161" y="51"/>
                </a:cubicBezTo>
                <a:cubicBezTo>
                  <a:pt x="152" y="56"/>
                  <a:pt x="152" y="56"/>
                  <a:pt x="152" y="56"/>
                </a:cubicBezTo>
                <a:cubicBezTo>
                  <a:pt x="151" y="57"/>
                  <a:pt x="151" y="59"/>
                  <a:pt x="151" y="61"/>
                </a:cubicBezTo>
                <a:close/>
                <a:moveTo>
                  <a:pt x="130" y="72"/>
                </a:moveTo>
                <a:cubicBezTo>
                  <a:pt x="130" y="72"/>
                  <a:pt x="128" y="71"/>
                  <a:pt x="127" y="72"/>
                </a:cubicBezTo>
                <a:cubicBezTo>
                  <a:pt x="118" y="77"/>
                  <a:pt x="118" y="77"/>
                  <a:pt x="118" y="77"/>
                </a:cubicBezTo>
                <a:cubicBezTo>
                  <a:pt x="117" y="78"/>
                  <a:pt x="116" y="79"/>
                  <a:pt x="117" y="80"/>
                </a:cubicBezTo>
                <a:cubicBezTo>
                  <a:pt x="117" y="81"/>
                  <a:pt x="119" y="82"/>
                  <a:pt x="120" y="82"/>
                </a:cubicBezTo>
                <a:cubicBezTo>
                  <a:pt x="120" y="82"/>
                  <a:pt x="120" y="82"/>
                  <a:pt x="120" y="81"/>
                </a:cubicBezTo>
                <a:cubicBezTo>
                  <a:pt x="130" y="76"/>
                  <a:pt x="130" y="76"/>
                  <a:pt x="130" y="76"/>
                </a:cubicBezTo>
                <a:cubicBezTo>
                  <a:pt x="130" y="75"/>
                  <a:pt x="131" y="74"/>
                  <a:pt x="130" y="72"/>
                </a:cubicBezTo>
                <a:close/>
                <a:moveTo>
                  <a:pt x="166" y="64"/>
                </a:moveTo>
                <a:cubicBezTo>
                  <a:pt x="156" y="64"/>
                  <a:pt x="156" y="64"/>
                  <a:pt x="156" y="64"/>
                </a:cubicBezTo>
                <a:cubicBezTo>
                  <a:pt x="154" y="64"/>
                  <a:pt x="153" y="65"/>
                  <a:pt x="153" y="67"/>
                </a:cubicBezTo>
                <a:cubicBezTo>
                  <a:pt x="153" y="68"/>
                  <a:pt x="154" y="69"/>
                  <a:pt x="156" y="69"/>
                </a:cubicBezTo>
                <a:cubicBezTo>
                  <a:pt x="166" y="69"/>
                  <a:pt x="166" y="69"/>
                  <a:pt x="166" y="69"/>
                </a:cubicBezTo>
                <a:cubicBezTo>
                  <a:pt x="167" y="69"/>
                  <a:pt x="168" y="68"/>
                  <a:pt x="168" y="67"/>
                </a:cubicBezTo>
                <a:cubicBezTo>
                  <a:pt x="168" y="65"/>
                  <a:pt x="167" y="64"/>
                  <a:pt x="166" y="64"/>
                </a:cubicBezTo>
                <a:close/>
                <a:moveTo>
                  <a:pt x="164" y="77"/>
                </a:moveTo>
                <a:cubicBezTo>
                  <a:pt x="155" y="72"/>
                  <a:pt x="155" y="72"/>
                  <a:pt x="155" y="72"/>
                </a:cubicBezTo>
                <a:cubicBezTo>
                  <a:pt x="154" y="71"/>
                  <a:pt x="152" y="72"/>
                  <a:pt x="151" y="72"/>
                </a:cubicBezTo>
                <a:cubicBezTo>
                  <a:pt x="151" y="74"/>
                  <a:pt x="151" y="75"/>
                  <a:pt x="152" y="76"/>
                </a:cubicBezTo>
                <a:cubicBezTo>
                  <a:pt x="161" y="81"/>
                  <a:pt x="161" y="81"/>
                  <a:pt x="161" y="81"/>
                </a:cubicBezTo>
                <a:cubicBezTo>
                  <a:pt x="161" y="82"/>
                  <a:pt x="162" y="82"/>
                  <a:pt x="162" y="82"/>
                </a:cubicBezTo>
                <a:cubicBezTo>
                  <a:pt x="163" y="82"/>
                  <a:pt x="164" y="81"/>
                  <a:pt x="165" y="80"/>
                </a:cubicBezTo>
                <a:cubicBezTo>
                  <a:pt x="166" y="79"/>
                  <a:pt x="165" y="78"/>
                  <a:pt x="164" y="77"/>
                </a:cubicBezTo>
                <a:close/>
                <a:moveTo>
                  <a:pt x="151" y="78"/>
                </a:moveTo>
                <a:cubicBezTo>
                  <a:pt x="150" y="77"/>
                  <a:pt x="148" y="77"/>
                  <a:pt x="147" y="78"/>
                </a:cubicBezTo>
                <a:cubicBezTo>
                  <a:pt x="146" y="78"/>
                  <a:pt x="146" y="79"/>
                  <a:pt x="146" y="81"/>
                </a:cubicBezTo>
                <a:cubicBezTo>
                  <a:pt x="151" y="89"/>
                  <a:pt x="151" y="89"/>
                  <a:pt x="151" y="89"/>
                </a:cubicBezTo>
                <a:cubicBezTo>
                  <a:pt x="151" y="90"/>
                  <a:pt x="152" y="91"/>
                  <a:pt x="153" y="91"/>
                </a:cubicBezTo>
                <a:cubicBezTo>
                  <a:pt x="154" y="91"/>
                  <a:pt x="154" y="91"/>
                  <a:pt x="155" y="90"/>
                </a:cubicBezTo>
                <a:cubicBezTo>
                  <a:pt x="156" y="90"/>
                  <a:pt x="156" y="88"/>
                  <a:pt x="156" y="87"/>
                </a:cubicBezTo>
                <a:cubicBezTo>
                  <a:pt x="151" y="78"/>
                  <a:pt x="151" y="78"/>
                  <a:pt x="151" y="78"/>
                </a:cubicBezTo>
                <a:cubicBezTo>
                  <a:pt x="151" y="78"/>
                  <a:pt x="151" y="78"/>
                  <a:pt x="151" y="78"/>
                </a:cubicBezTo>
                <a:close/>
                <a:moveTo>
                  <a:pt x="140" y="54"/>
                </a:moveTo>
                <a:cubicBezTo>
                  <a:pt x="142" y="54"/>
                  <a:pt x="143" y="53"/>
                  <a:pt x="143" y="51"/>
                </a:cubicBezTo>
                <a:cubicBezTo>
                  <a:pt x="143" y="41"/>
                  <a:pt x="143" y="41"/>
                  <a:pt x="143" y="41"/>
                </a:cubicBezTo>
                <a:cubicBezTo>
                  <a:pt x="143" y="40"/>
                  <a:pt x="142" y="39"/>
                  <a:pt x="140" y="39"/>
                </a:cubicBezTo>
                <a:cubicBezTo>
                  <a:pt x="140" y="39"/>
                  <a:pt x="138" y="40"/>
                  <a:pt x="138" y="41"/>
                </a:cubicBezTo>
                <a:cubicBezTo>
                  <a:pt x="138" y="51"/>
                  <a:pt x="138" y="51"/>
                  <a:pt x="138" y="51"/>
                </a:cubicBezTo>
                <a:cubicBezTo>
                  <a:pt x="138" y="53"/>
                  <a:pt x="140" y="54"/>
                  <a:pt x="140" y="54"/>
                </a:cubicBezTo>
                <a:close/>
                <a:moveTo>
                  <a:pt x="140" y="78"/>
                </a:moveTo>
                <a:cubicBezTo>
                  <a:pt x="140" y="78"/>
                  <a:pt x="138" y="80"/>
                  <a:pt x="138" y="81"/>
                </a:cubicBezTo>
                <a:cubicBezTo>
                  <a:pt x="138" y="92"/>
                  <a:pt x="138" y="92"/>
                  <a:pt x="138" y="92"/>
                </a:cubicBezTo>
                <a:cubicBezTo>
                  <a:pt x="138" y="93"/>
                  <a:pt x="140" y="94"/>
                  <a:pt x="140" y="94"/>
                </a:cubicBezTo>
                <a:cubicBezTo>
                  <a:pt x="142" y="94"/>
                  <a:pt x="143" y="93"/>
                  <a:pt x="143" y="92"/>
                </a:cubicBezTo>
                <a:cubicBezTo>
                  <a:pt x="143" y="81"/>
                  <a:pt x="143" y="81"/>
                  <a:pt x="143" y="81"/>
                </a:cubicBezTo>
                <a:cubicBezTo>
                  <a:pt x="143" y="80"/>
                  <a:pt x="142" y="78"/>
                  <a:pt x="140" y="78"/>
                </a:cubicBezTo>
                <a:close/>
                <a:moveTo>
                  <a:pt x="147" y="67"/>
                </a:moveTo>
                <a:cubicBezTo>
                  <a:pt x="146" y="66"/>
                  <a:pt x="145" y="65"/>
                  <a:pt x="143" y="65"/>
                </a:cubicBezTo>
                <a:cubicBezTo>
                  <a:pt x="143" y="65"/>
                  <a:pt x="135" y="67"/>
                  <a:pt x="128" y="46"/>
                </a:cubicBezTo>
                <a:cubicBezTo>
                  <a:pt x="118" y="14"/>
                  <a:pt x="91" y="0"/>
                  <a:pt x="73" y="6"/>
                </a:cubicBezTo>
                <a:cubicBezTo>
                  <a:pt x="59" y="10"/>
                  <a:pt x="54" y="21"/>
                  <a:pt x="52" y="27"/>
                </a:cubicBezTo>
                <a:cubicBezTo>
                  <a:pt x="35" y="27"/>
                  <a:pt x="35" y="27"/>
                  <a:pt x="35" y="27"/>
                </a:cubicBezTo>
                <a:cubicBezTo>
                  <a:pt x="35" y="50"/>
                  <a:pt x="35" y="50"/>
                  <a:pt x="35" y="50"/>
                </a:cubicBezTo>
                <a:cubicBezTo>
                  <a:pt x="14" y="58"/>
                  <a:pt x="0" y="78"/>
                  <a:pt x="0" y="101"/>
                </a:cubicBezTo>
                <a:cubicBezTo>
                  <a:pt x="0" y="132"/>
                  <a:pt x="25" y="157"/>
                  <a:pt x="56" y="157"/>
                </a:cubicBezTo>
                <a:cubicBezTo>
                  <a:pt x="86" y="157"/>
                  <a:pt x="111" y="132"/>
                  <a:pt x="111" y="101"/>
                </a:cubicBezTo>
                <a:cubicBezTo>
                  <a:pt x="111" y="78"/>
                  <a:pt x="97" y="58"/>
                  <a:pt x="76" y="50"/>
                </a:cubicBezTo>
                <a:cubicBezTo>
                  <a:pt x="76" y="27"/>
                  <a:pt x="76" y="27"/>
                  <a:pt x="76" y="27"/>
                </a:cubicBezTo>
                <a:cubicBezTo>
                  <a:pt x="59" y="27"/>
                  <a:pt x="59" y="27"/>
                  <a:pt x="59" y="27"/>
                </a:cubicBezTo>
                <a:cubicBezTo>
                  <a:pt x="61" y="22"/>
                  <a:pt x="65" y="15"/>
                  <a:pt x="74" y="13"/>
                </a:cubicBezTo>
                <a:cubicBezTo>
                  <a:pt x="90" y="8"/>
                  <a:pt x="113" y="19"/>
                  <a:pt x="121" y="47"/>
                </a:cubicBezTo>
                <a:cubicBezTo>
                  <a:pt x="125" y="60"/>
                  <a:pt x="130" y="67"/>
                  <a:pt x="136" y="71"/>
                </a:cubicBezTo>
                <a:cubicBezTo>
                  <a:pt x="139" y="72"/>
                  <a:pt x="140" y="72"/>
                  <a:pt x="142" y="72"/>
                </a:cubicBezTo>
                <a:cubicBezTo>
                  <a:pt x="144" y="72"/>
                  <a:pt x="145" y="72"/>
                  <a:pt x="145" y="72"/>
                </a:cubicBezTo>
                <a:cubicBezTo>
                  <a:pt x="146" y="71"/>
                  <a:pt x="147" y="69"/>
                  <a:pt x="147" y="67"/>
                </a:cubicBezTo>
                <a:close/>
              </a:path>
            </a:pathLst>
          </a:custGeom>
          <a:solidFill>
            <a:schemeClr val="lt1"/>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sp>
        <p:nvSpPr>
          <p:cNvPr id="567" name="Google Shape;567;p42"/>
          <p:cNvSpPr/>
          <p:nvPr/>
        </p:nvSpPr>
        <p:spPr>
          <a:xfrm>
            <a:off x="2820977" y="7539515"/>
            <a:ext cx="553107" cy="551784"/>
          </a:xfrm>
          <a:custGeom>
            <a:rect b="b" l="l" r="r" t="t"/>
            <a:pathLst>
              <a:path extrusionOk="0" h="176" w="177">
                <a:moveTo>
                  <a:pt x="161" y="88"/>
                </a:moveTo>
                <a:cubicBezTo>
                  <a:pt x="161" y="77"/>
                  <a:pt x="167" y="68"/>
                  <a:pt x="177" y="64"/>
                </a:cubicBezTo>
                <a:cubicBezTo>
                  <a:pt x="175" y="56"/>
                  <a:pt x="172" y="49"/>
                  <a:pt x="168" y="42"/>
                </a:cubicBezTo>
                <a:cubicBezTo>
                  <a:pt x="158" y="46"/>
                  <a:pt x="147" y="45"/>
                  <a:pt x="139" y="37"/>
                </a:cubicBezTo>
                <a:cubicBezTo>
                  <a:pt x="132" y="29"/>
                  <a:pt x="130" y="18"/>
                  <a:pt x="134" y="9"/>
                </a:cubicBezTo>
                <a:cubicBezTo>
                  <a:pt x="128" y="5"/>
                  <a:pt x="120" y="2"/>
                  <a:pt x="112" y="0"/>
                </a:cubicBezTo>
                <a:cubicBezTo>
                  <a:pt x="109" y="9"/>
                  <a:pt x="100" y="16"/>
                  <a:pt x="89" y="16"/>
                </a:cubicBezTo>
                <a:cubicBezTo>
                  <a:pt x="78" y="16"/>
                  <a:pt x="69" y="9"/>
                  <a:pt x="65" y="0"/>
                </a:cubicBezTo>
                <a:cubicBezTo>
                  <a:pt x="57" y="2"/>
                  <a:pt x="50" y="5"/>
                  <a:pt x="43" y="9"/>
                </a:cubicBezTo>
                <a:cubicBezTo>
                  <a:pt x="47" y="18"/>
                  <a:pt x="46" y="29"/>
                  <a:pt x="38" y="37"/>
                </a:cubicBezTo>
                <a:cubicBezTo>
                  <a:pt x="30" y="45"/>
                  <a:pt x="19" y="46"/>
                  <a:pt x="10" y="42"/>
                </a:cubicBezTo>
                <a:cubicBezTo>
                  <a:pt x="6" y="49"/>
                  <a:pt x="3" y="56"/>
                  <a:pt x="0" y="64"/>
                </a:cubicBezTo>
                <a:cubicBezTo>
                  <a:pt x="10" y="68"/>
                  <a:pt x="17" y="77"/>
                  <a:pt x="17" y="88"/>
                </a:cubicBezTo>
                <a:cubicBezTo>
                  <a:pt x="17" y="99"/>
                  <a:pt x="10" y="108"/>
                  <a:pt x="0" y="111"/>
                </a:cubicBezTo>
                <a:cubicBezTo>
                  <a:pt x="3" y="119"/>
                  <a:pt x="6" y="127"/>
                  <a:pt x="10" y="134"/>
                </a:cubicBezTo>
                <a:cubicBezTo>
                  <a:pt x="19" y="129"/>
                  <a:pt x="30" y="131"/>
                  <a:pt x="38" y="139"/>
                </a:cubicBezTo>
                <a:cubicBezTo>
                  <a:pt x="46" y="146"/>
                  <a:pt x="47" y="158"/>
                  <a:pt x="43" y="167"/>
                </a:cubicBezTo>
                <a:cubicBezTo>
                  <a:pt x="50" y="171"/>
                  <a:pt x="57" y="174"/>
                  <a:pt x="65" y="176"/>
                </a:cubicBezTo>
                <a:cubicBezTo>
                  <a:pt x="69" y="166"/>
                  <a:pt x="78" y="160"/>
                  <a:pt x="89" y="160"/>
                </a:cubicBezTo>
                <a:cubicBezTo>
                  <a:pt x="100" y="160"/>
                  <a:pt x="109" y="166"/>
                  <a:pt x="112" y="176"/>
                </a:cubicBezTo>
                <a:cubicBezTo>
                  <a:pt x="120" y="174"/>
                  <a:pt x="128" y="171"/>
                  <a:pt x="134" y="167"/>
                </a:cubicBezTo>
                <a:cubicBezTo>
                  <a:pt x="130" y="158"/>
                  <a:pt x="132" y="146"/>
                  <a:pt x="139" y="139"/>
                </a:cubicBezTo>
                <a:cubicBezTo>
                  <a:pt x="147" y="131"/>
                  <a:pt x="158" y="129"/>
                  <a:pt x="168" y="134"/>
                </a:cubicBezTo>
                <a:cubicBezTo>
                  <a:pt x="172" y="127"/>
                  <a:pt x="175" y="119"/>
                  <a:pt x="177" y="111"/>
                </a:cubicBezTo>
                <a:cubicBezTo>
                  <a:pt x="167" y="108"/>
                  <a:pt x="161" y="99"/>
                  <a:pt x="161" y="88"/>
                </a:cubicBezTo>
                <a:moveTo>
                  <a:pt x="89" y="132"/>
                </a:moveTo>
                <a:cubicBezTo>
                  <a:pt x="64" y="132"/>
                  <a:pt x="45" y="112"/>
                  <a:pt x="45" y="88"/>
                </a:cubicBezTo>
                <a:cubicBezTo>
                  <a:pt x="45" y="64"/>
                  <a:pt x="64" y="44"/>
                  <a:pt x="89" y="44"/>
                </a:cubicBezTo>
                <a:cubicBezTo>
                  <a:pt x="113" y="44"/>
                  <a:pt x="133" y="64"/>
                  <a:pt x="133" y="88"/>
                </a:cubicBezTo>
                <a:cubicBezTo>
                  <a:pt x="133" y="112"/>
                  <a:pt x="113" y="132"/>
                  <a:pt x="89" y="132"/>
                </a:cubicBezTo>
                <a:moveTo>
                  <a:pt x="89" y="48"/>
                </a:moveTo>
                <a:cubicBezTo>
                  <a:pt x="67" y="48"/>
                  <a:pt x="49" y="66"/>
                  <a:pt x="49" y="88"/>
                </a:cubicBezTo>
                <a:cubicBezTo>
                  <a:pt x="49" y="110"/>
                  <a:pt x="67" y="128"/>
                  <a:pt x="89" y="128"/>
                </a:cubicBezTo>
                <a:cubicBezTo>
                  <a:pt x="111" y="128"/>
                  <a:pt x="128" y="110"/>
                  <a:pt x="128" y="88"/>
                </a:cubicBezTo>
                <a:cubicBezTo>
                  <a:pt x="128" y="66"/>
                  <a:pt x="111" y="48"/>
                  <a:pt x="89" y="48"/>
                </a:cubicBezTo>
                <a:moveTo>
                  <a:pt x="89" y="115"/>
                </a:moveTo>
                <a:cubicBezTo>
                  <a:pt x="74" y="115"/>
                  <a:pt x="62" y="103"/>
                  <a:pt x="62" y="88"/>
                </a:cubicBezTo>
                <a:cubicBezTo>
                  <a:pt x="62" y="73"/>
                  <a:pt x="74" y="61"/>
                  <a:pt x="89" y="61"/>
                </a:cubicBezTo>
                <a:cubicBezTo>
                  <a:pt x="103" y="61"/>
                  <a:pt x="115" y="73"/>
                  <a:pt x="115" y="88"/>
                </a:cubicBezTo>
                <a:cubicBezTo>
                  <a:pt x="115" y="103"/>
                  <a:pt x="103" y="115"/>
                  <a:pt x="89" y="115"/>
                </a:cubicBezTo>
              </a:path>
            </a:pathLst>
          </a:custGeom>
          <a:solidFill>
            <a:schemeClr val="lt1"/>
          </a:solidFill>
          <a:ln>
            <a:noFill/>
          </a:ln>
        </p:spPr>
        <p:txBody>
          <a:bodyPr anchorCtr="0" anchor="ctr" bIns="34275" lIns="68550" spcFirstLastPara="1" rIns="68550" wrap="square" tIns="34275">
            <a:noAutofit/>
          </a:bodyPr>
          <a:lstStyle/>
          <a:p>
            <a:pPr indent="0" lvl="0" marL="0" marR="0" rtl="0" algn="l">
              <a:spcBef>
                <a:spcPts val="0"/>
              </a:spcBef>
              <a:spcAft>
                <a:spcPts val="0"/>
              </a:spcAft>
              <a:buNone/>
            </a:pPr>
            <a:r>
              <a:t/>
            </a:r>
            <a:endParaRPr sz="1400">
              <a:solidFill>
                <a:schemeClr val="dk1"/>
              </a:solidFill>
              <a:latin typeface="Source Sans 3 ExtraLight"/>
              <a:ea typeface="Source Sans 3 ExtraLight"/>
              <a:cs typeface="Source Sans 3 ExtraLight"/>
              <a:sym typeface="Source Sans 3 ExtraLight"/>
            </a:endParaRPr>
          </a:p>
        </p:txBody>
      </p:sp>
      <p:pic>
        <p:nvPicPr>
          <p:cNvPr id="568" name="Google Shape;568;p42" title="N Isotype.png"/>
          <p:cNvPicPr preferRelativeResize="0"/>
          <p:nvPr/>
        </p:nvPicPr>
        <p:blipFill>
          <a:blip r:embed="rId3">
            <a:alphaModFix/>
          </a:blip>
          <a:stretch>
            <a:fillRect/>
          </a:stretch>
        </p:blipFill>
        <p:spPr>
          <a:xfrm>
            <a:off x="17140951" y="3571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8">
                                            <p:txEl>
                                              <p:pRg end="0" st="0"/>
                                            </p:txEl>
                                          </p:spTgt>
                                        </p:tgtEl>
                                        <p:attrNameLst>
                                          <p:attrName>style.visibility</p:attrName>
                                        </p:attrNameLst>
                                      </p:cBhvr>
                                      <p:to>
                                        <p:strVal val="visible"/>
                                      </p:to>
                                    </p:set>
                                    <p:animEffect filter="fade" transition="in">
                                      <p:cBhvr>
                                        <p:cTn dur="500"/>
                                        <p:tgtEl>
                                          <p:spTgt spid="53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8">
                                            <p:txEl>
                                              <p:pRg end="1" st="1"/>
                                            </p:txEl>
                                          </p:spTgt>
                                        </p:tgtEl>
                                        <p:attrNameLst>
                                          <p:attrName>style.visibility</p:attrName>
                                        </p:attrNameLst>
                                      </p:cBhvr>
                                      <p:to>
                                        <p:strVal val="visible"/>
                                      </p:to>
                                    </p:set>
                                    <p:animEffect filter="fade" transition="in">
                                      <p:cBhvr>
                                        <p:cTn dur="500"/>
                                        <p:tgtEl>
                                          <p:spTgt spid="538">
                                            <p:txEl>
                                              <p:pRg end="1" st="1"/>
                                            </p:txEl>
                                          </p:spTgt>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549"/>
                                        </p:tgtEl>
                                        <p:attrNameLst>
                                          <p:attrName>style.visibility</p:attrName>
                                        </p:attrNameLst>
                                      </p:cBhvr>
                                      <p:to>
                                        <p:strVal val="visible"/>
                                      </p:to>
                                    </p:set>
                                    <p:anim calcmode="lin" valueType="num">
                                      <p:cBhvr additive="base">
                                        <p:cTn dur="500"/>
                                        <p:tgtEl>
                                          <p:spTgt spid="549"/>
                                        </p:tgtEl>
                                        <p:attrNameLst>
                                          <p:attrName>ppt_w</p:attrName>
                                        </p:attrNameLst>
                                      </p:cBhvr>
                                      <p:tavLst>
                                        <p:tav fmla="" tm="0">
                                          <p:val>
                                            <p:strVal val="0"/>
                                          </p:val>
                                        </p:tav>
                                        <p:tav fmla="" tm="100000">
                                          <p:val>
                                            <p:strVal val="#ppt_w"/>
                                          </p:val>
                                        </p:tav>
                                      </p:tavLst>
                                    </p:anim>
                                    <p:anim calcmode="lin" valueType="num">
                                      <p:cBhvr additive="base">
                                        <p:cTn dur="500"/>
                                        <p:tgtEl>
                                          <p:spTgt spid="54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500"/>
                                        <p:tgtEl>
                                          <p:spTgt spid="557"/>
                                        </p:tgtEl>
                                        <p:attrNameLst>
                                          <p:attrName>ppt_w</p:attrName>
                                        </p:attrNameLst>
                                      </p:cBhvr>
                                      <p:tavLst>
                                        <p:tav fmla="" tm="0">
                                          <p:val>
                                            <p:strVal val="0"/>
                                          </p:val>
                                        </p:tav>
                                        <p:tav fmla="" tm="100000">
                                          <p:val>
                                            <p:strVal val="#ppt_w"/>
                                          </p:val>
                                        </p:tav>
                                      </p:tavLst>
                                    </p:anim>
                                    <p:anim calcmode="lin" valueType="num">
                                      <p:cBhvr additive="base">
                                        <p:cTn dur="500"/>
                                        <p:tgtEl>
                                          <p:spTgt spid="557"/>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543"/>
                                        </p:tgtEl>
                                        <p:attrNameLst>
                                          <p:attrName>style.visibility</p:attrName>
                                        </p:attrNameLst>
                                      </p:cBhvr>
                                      <p:to>
                                        <p:strVal val="visible"/>
                                      </p:to>
                                    </p:set>
                                    <p:anim calcmode="lin" valueType="num">
                                      <p:cBhvr additive="base">
                                        <p:cTn dur="500"/>
                                        <p:tgtEl>
                                          <p:spTgt spid="543"/>
                                        </p:tgtEl>
                                        <p:attrNameLst>
                                          <p:attrName>ppt_w</p:attrName>
                                        </p:attrNameLst>
                                      </p:cBhvr>
                                      <p:tavLst>
                                        <p:tav fmla="" tm="0">
                                          <p:val>
                                            <p:strVal val="0"/>
                                          </p:val>
                                        </p:tav>
                                        <p:tav fmla="" tm="100000">
                                          <p:val>
                                            <p:strVal val="#ppt_w"/>
                                          </p:val>
                                        </p:tav>
                                      </p:tavLst>
                                    </p:anim>
                                    <p:anim calcmode="lin" valueType="num">
                                      <p:cBhvr additive="base">
                                        <p:cTn dur="500"/>
                                        <p:tgtEl>
                                          <p:spTgt spid="5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67"/>
                                        </p:tgtEl>
                                        <p:attrNameLst>
                                          <p:attrName>style.visibility</p:attrName>
                                        </p:attrNameLst>
                                      </p:cBhvr>
                                      <p:to>
                                        <p:strVal val="visible"/>
                                      </p:to>
                                    </p:set>
                                    <p:anim calcmode="lin" valueType="num">
                                      <p:cBhvr additive="base">
                                        <p:cTn dur="500"/>
                                        <p:tgtEl>
                                          <p:spTgt spid="567"/>
                                        </p:tgtEl>
                                        <p:attrNameLst>
                                          <p:attrName>ppt_w</p:attrName>
                                        </p:attrNameLst>
                                      </p:cBhvr>
                                      <p:tavLst>
                                        <p:tav fmla="" tm="0">
                                          <p:val>
                                            <p:strVal val="0"/>
                                          </p:val>
                                        </p:tav>
                                        <p:tav fmla="" tm="100000">
                                          <p:val>
                                            <p:strVal val="#ppt_w"/>
                                          </p:val>
                                        </p:tav>
                                      </p:tavLst>
                                    </p:anim>
                                    <p:anim calcmode="lin" valueType="num">
                                      <p:cBhvr additive="base">
                                        <p:cTn dur="500"/>
                                        <p:tgtEl>
                                          <p:spTgt spid="567"/>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541"/>
                                        </p:tgtEl>
                                        <p:attrNameLst>
                                          <p:attrName>style.visibility</p:attrName>
                                        </p:attrNameLst>
                                      </p:cBhvr>
                                      <p:to>
                                        <p:strVal val="visible"/>
                                      </p:to>
                                    </p:set>
                                    <p:anim calcmode="lin" valueType="num">
                                      <p:cBhvr additive="base">
                                        <p:cTn dur="500"/>
                                        <p:tgtEl>
                                          <p:spTgt spid="541"/>
                                        </p:tgtEl>
                                        <p:attrNameLst>
                                          <p:attrName>ppt_w</p:attrName>
                                        </p:attrNameLst>
                                      </p:cBhvr>
                                      <p:tavLst>
                                        <p:tav fmla="" tm="0">
                                          <p:val>
                                            <p:strVal val="0"/>
                                          </p:val>
                                        </p:tav>
                                        <p:tav fmla="" tm="100000">
                                          <p:val>
                                            <p:strVal val="#ppt_w"/>
                                          </p:val>
                                        </p:tav>
                                      </p:tavLst>
                                    </p:anim>
                                    <p:anim calcmode="lin" valueType="num">
                                      <p:cBhvr additive="base">
                                        <p:cTn dur="500"/>
                                        <p:tgtEl>
                                          <p:spTgt spid="54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500"/>
                                        <p:tgtEl>
                                          <p:spTgt spid="542"/>
                                        </p:tgtEl>
                                        <p:attrNameLst>
                                          <p:attrName>ppt_w</p:attrName>
                                        </p:attrNameLst>
                                      </p:cBhvr>
                                      <p:tavLst>
                                        <p:tav fmla="" tm="0">
                                          <p:val>
                                            <p:strVal val="0"/>
                                          </p:val>
                                        </p:tav>
                                        <p:tav fmla="" tm="100000">
                                          <p:val>
                                            <p:strVal val="#ppt_w"/>
                                          </p:val>
                                        </p:tav>
                                      </p:tavLst>
                                    </p:anim>
                                    <p:anim calcmode="lin" valueType="num">
                                      <p:cBhvr additive="base">
                                        <p:cTn dur="500"/>
                                        <p:tgtEl>
                                          <p:spTgt spid="542"/>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539"/>
                                        </p:tgtEl>
                                        <p:attrNameLst>
                                          <p:attrName>style.visibility</p:attrName>
                                        </p:attrNameLst>
                                      </p:cBhvr>
                                      <p:to>
                                        <p:strVal val="visible"/>
                                      </p:to>
                                    </p:set>
                                    <p:anim calcmode="lin" valueType="num">
                                      <p:cBhvr additive="base">
                                        <p:cTn dur="500"/>
                                        <p:tgtEl>
                                          <p:spTgt spid="539"/>
                                        </p:tgtEl>
                                        <p:attrNameLst>
                                          <p:attrName>ppt_w</p:attrName>
                                        </p:attrNameLst>
                                      </p:cBhvr>
                                      <p:tavLst>
                                        <p:tav fmla="" tm="0">
                                          <p:val>
                                            <p:strVal val="0"/>
                                          </p:val>
                                        </p:tav>
                                        <p:tav fmla="" tm="100000">
                                          <p:val>
                                            <p:strVal val="#ppt_w"/>
                                          </p:val>
                                        </p:tav>
                                      </p:tavLst>
                                    </p:anim>
                                    <p:anim calcmode="lin" valueType="num">
                                      <p:cBhvr additive="base">
                                        <p:cTn dur="500"/>
                                        <p:tgtEl>
                                          <p:spTgt spid="5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ppt_w</p:attrName>
                                        </p:attrNameLst>
                                      </p:cBhvr>
                                      <p:tavLst>
                                        <p:tav fmla="" tm="0">
                                          <p:val>
                                            <p:strVal val="0"/>
                                          </p:val>
                                        </p:tav>
                                        <p:tav fmla="" tm="100000">
                                          <p:val>
                                            <p:strVal val="#ppt_w"/>
                                          </p:val>
                                        </p:tav>
                                      </p:tavLst>
                                    </p:anim>
                                    <p:anim calcmode="lin" valueType="num">
                                      <p:cBhvr additive="base">
                                        <p:cTn dur="500"/>
                                        <p:tgtEl>
                                          <p:spTgt spid="558"/>
                                        </p:tgtEl>
                                        <p:attrNameLst>
                                          <p:attrName>ppt_h</p:attrName>
                                        </p:attrNameLst>
                                      </p:cBhvr>
                                      <p:tavLst>
                                        <p:tav fmla="" tm="0">
                                          <p:val>
                                            <p:strVal val="0"/>
                                          </p:val>
                                        </p:tav>
                                        <p:tav fmla="" tm="100000">
                                          <p:val>
                                            <p:strVal val="#ppt_h"/>
                                          </p:val>
                                        </p:tav>
                                      </p:tavLst>
                                    </p:anim>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540"/>
                                        </p:tgtEl>
                                        <p:attrNameLst>
                                          <p:attrName>style.visibility</p:attrName>
                                        </p:attrNameLst>
                                      </p:cBhvr>
                                      <p:to>
                                        <p:strVal val="visible"/>
                                      </p:to>
                                    </p:set>
                                    <p:anim calcmode="lin" valueType="num">
                                      <p:cBhvr additive="base">
                                        <p:cTn dur="500"/>
                                        <p:tgtEl>
                                          <p:spTgt spid="540"/>
                                        </p:tgtEl>
                                        <p:attrNameLst>
                                          <p:attrName>ppt_w</p:attrName>
                                        </p:attrNameLst>
                                      </p:cBhvr>
                                      <p:tavLst>
                                        <p:tav fmla="" tm="0">
                                          <p:val>
                                            <p:strVal val="0"/>
                                          </p:val>
                                        </p:tav>
                                        <p:tav fmla="" tm="100000">
                                          <p:val>
                                            <p:strVal val="#ppt_w"/>
                                          </p:val>
                                        </p:tav>
                                      </p:tavLst>
                                    </p:anim>
                                    <p:anim calcmode="lin" valueType="num">
                                      <p:cBhvr additive="base">
                                        <p:cTn dur="500"/>
                                        <p:tgtEl>
                                          <p:spTgt spid="5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ppt_w</p:attrName>
                                        </p:attrNameLst>
                                      </p:cBhvr>
                                      <p:tavLst>
                                        <p:tav fmla="" tm="0">
                                          <p:val>
                                            <p:strVal val="0"/>
                                          </p:val>
                                        </p:tav>
                                        <p:tav fmla="" tm="100000">
                                          <p:val>
                                            <p:strVal val="#ppt_w"/>
                                          </p:val>
                                        </p:tav>
                                      </p:tavLst>
                                    </p:anim>
                                    <p:anim calcmode="lin" valueType="num">
                                      <p:cBhvr additive="base">
                                        <p:cTn dur="500"/>
                                        <p:tgtEl>
                                          <p:spTgt spid="566"/>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23" presetSubtype="16">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500"/>
                                        <p:tgtEl>
                                          <p:spTgt spid="553"/>
                                        </p:tgtEl>
                                        <p:attrNameLst>
                                          <p:attrName>ppt_w</p:attrName>
                                        </p:attrNameLst>
                                      </p:cBhvr>
                                      <p:tavLst>
                                        <p:tav fmla="" tm="0">
                                          <p:val>
                                            <p:strVal val="0"/>
                                          </p:val>
                                        </p:tav>
                                        <p:tav fmla="" tm="100000">
                                          <p:val>
                                            <p:strVal val="#ppt_w"/>
                                          </p:val>
                                        </p:tav>
                                      </p:tavLst>
                                    </p:anim>
                                    <p:anim calcmode="lin" valueType="num">
                                      <p:cBhvr additive="base">
                                        <p:cTn dur="500"/>
                                        <p:tgtEl>
                                          <p:spTgt spid="55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4"/>
                                        </p:tgtEl>
                                        <p:attrNameLst>
                                          <p:attrName>style.visibility</p:attrName>
                                        </p:attrNameLst>
                                      </p:cBhvr>
                                      <p:to>
                                        <p:strVal val="visible"/>
                                      </p:to>
                                    </p:set>
                                    <p:anim calcmode="lin" valueType="num">
                                      <p:cBhvr additive="base">
                                        <p:cTn dur="500"/>
                                        <p:tgtEl>
                                          <p:spTgt spid="554"/>
                                        </p:tgtEl>
                                        <p:attrNameLst>
                                          <p:attrName>ppt_w</p:attrName>
                                        </p:attrNameLst>
                                      </p:cBhvr>
                                      <p:tavLst>
                                        <p:tav fmla="" tm="0">
                                          <p:val>
                                            <p:strVal val="0"/>
                                          </p:val>
                                        </p:tav>
                                        <p:tav fmla="" tm="100000">
                                          <p:val>
                                            <p:strVal val="#ppt_w"/>
                                          </p:val>
                                        </p:tav>
                                      </p:tavLst>
                                    </p:anim>
                                    <p:anim calcmode="lin" valueType="num">
                                      <p:cBhvr additive="base">
                                        <p:cTn dur="500"/>
                                        <p:tgtEl>
                                          <p:spTgt spid="554"/>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childTnLst>
                          </p:cTn>
                        </p:par>
                        <p:par>
                          <p:cTn fill="hold">
                            <p:stCondLst>
                              <p:cond delay="6500"/>
                            </p:stCondLst>
                            <p:childTnLst>
                              <p:par>
                                <p:cTn fill="hold" nodeType="afterEffect" presetClass="entr" presetID="23" presetSubtype="16">
                                  <p:stCondLst>
                                    <p:cond delay="0"/>
                                  </p:stCondLst>
                                  <p:childTnLst>
                                    <p:set>
                                      <p:cBhvr>
                                        <p:cTn dur="1" fill="hold">
                                          <p:stCondLst>
                                            <p:cond delay="0"/>
                                          </p:stCondLst>
                                        </p:cTn>
                                        <p:tgtEl>
                                          <p:spTgt spid="550"/>
                                        </p:tgtEl>
                                        <p:attrNameLst>
                                          <p:attrName>style.visibility</p:attrName>
                                        </p:attrNameLst>
                                      </p:cBhvr>
                                      <p:to>
                                        <p:strVal val="visible"/>
                                      </p:to>
                                    </p:set>
                                    <p:anim calcmode="lin" valueType="num">
                                      <p:cBhvr additive="base">
                                        <p:cTn dur="500"/>
                                        <p:tgtEl>
                                          <p:spTgt spid="550"/>
                                        </p:tgtEl>
                                        <p:attrNameLst>
                                          <p:attrName>ppt_w</p:attrName>
                                        </p:attrNameLst>
                                      </p:cBhvr>
                                      <p:tavLst>
                                        <p:tav fmla="" tm="0">
                                          <p:val>
                                            <p:strVal val="0"/>
                                          </p:val>
                                        </p:tav>
                                        <p:tav fmla="" tm="100000">
                                          <p:val>
                                            <p:strVal val="#ppt_w"/>
                                          </p:val>
                                        </p:tav>
                                      </p:tavLst>
                                    </p:anim>
                                    <p:anim calcmode="lin" valueType="num">
                                      <p:cBhvr additive="base">
                                        <p:cTn dur="500"/>
                                        <p:tgtEl>
                                          <p:spTgt spid="5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ppt_w</p:attrName>
                                        </p:attrNameLst>
                                      </p:cBhvr>
                                      <p:tavLst>
                                        <p:tav fmla="" tm="0">
                                          <p:val>
                                            <p:strVal val="0"/>
                                          </p:val>
                                        </p:tav>
                                        <p:tav fmla="" tm="100000">
                                          <p:val>
                                            <p:strVal val="#ppt_w"/>
                                          </p:val>
                                        </p:tav>
                                      </p:tavLst>
                                    </p:anim>
                                    <p:anim calcmode="lin" valueType="num">
                                      <p:cBhvr additive="base">
                                        <p:cTn dur="500"/>
                                        <p:tgtEl>
                                          <p:spTgt spid="559"/>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par>
                          <p:cTn fill="hold">
                            <p:stCondLst>
                              <p:cond delay="7500"/>
                            </p:stCondLst>
                            <p:childTnLst>
                              <p:par>
                                <p:cTn fill="hold" nodeType="afterEffect" presetClass="entr" presetID="23" presetSubtype="16">
                                  <p:stCondLst>
                                    <p:cond delay="0"/>
                                  </p:stCondLst>
                                  <p:childTnLst>
                                    <p:set>
                                      <p:cBhvr>
                                        <p:cTn dur="1" fill="hold">
                                          <p:stCondLst>
                                            <p:cond delay="0"/>
                                          </p:stCondLst>
                                        </p:cTn>
                                        <p:tgtEl>
                                          <p:spTgt spid="544"/>
                                        </p:tgtEl>
                                        <p:attrNameLst>
                                          <p:attrName>style.visibility</p:attrName>
                                        </p:attrNameLst>
                                      </p:cBhvr>
                                      <p:to>
                                        <p:strVal val="visible"/>
                                      </p:to>
                                    </p:set>
                                    <p:anim calcmode="lin" valueType="num">
                                      <p:cBhvr additive="base">
                                        <p:cTn dur="500"/>
                                        <p:tgtEl>
                                          <p:spTgt spid="544"/>
                                        </p:tgtEl>
                                        <p:attrNameLst>
                                          <p:attrName>ppt_w</p:attrName>
                                        </p:attrNameLst>
                                      </p:cBhvr>
                                      <p:tavLst>
                                        <p:tav fmla="" tm="0">
                                          <p:val>
                                            <p:strVal val="0"/>
                                          </p:val>
                                        </p:tav>
                                        <p:tav fmla="" tm="100000">
                                          <p:val>
                                            <p:strVal val="#ppt_w"/>
                                          </p:val>
                                        </p:tav>
                                      </p:tavLst>
                                    </p:anim>
                                    <p:anim calcmode="lin" valueType="num">
                                      <p:cBhvr additive="base">
                                        <p:cTn dur="500"/>
                                        <p:tgtEl>
                                          <p:spTgt spid="54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60"/>
                                        </p:tgtEl>
                                        <p:attrNameLst>
                                          <p:attrName>style.visibility</p:attrName>
                                        </p:attrNameLst>
                                      </p:cBhvr>
                                      <p:to>
                                        <p:strVal val="visible"/>
                                      </p:to>
                                    </p:set>
                                    <p:anim calcmode="lin" valueType="num">
                                      <p:cBhvr additive="base">
                                        <p:cTn dur="500"/>
                                        <p:tgtEl>
                                          <p:spTgt spid="560"/>
                                        </p:tgtEl>
                                        <p:attrNameLst>
                                          <p:attrName>ppt_w</p:attrName>
                                        </p:attrNameLst>
                                      </p:cBhvr>
                                      <p:tavLst>
                                        <p:tav fmla="" tm="0">
                                          <p:val>
                                            <p:strVal val="0"/>
                                          </p:val>
                                        </p:tav>
                                        <p:tav fmla="" tm="100000">
                                          <p:val>
                                            <p:strVal val="#ppt_w"/>
                                          </p:val>
                                        </p:tav>
                                      </p:tavLst>
                                    </p:anim>
                                    <p:anim calcmode="lin" valueType="num">
                                      <p:cBhvr additive="base">
                                        <p:cTn dur="500"/>
                                        <p:tgtEl>
                                          <p:spTgt spid="560"/>
                                        </p:tgtEl>
                                        <p:attrNameLst>
                                          <p:attrName>ppt_h</p:attrName>
                                        </p:attrNameLst>
                                      </p:cBhvr>
                                      <p:tavLst>
                                        <p:tav fmla="" tm="0">
                                          <p:val>
                                            <p:strVal val="0"/>
                                          </p:val>
                                        </p:tav>
                                        <p:tav fmla="" tm="100000">
                                          <p:val>
                                            <p:strVal val="#ppt_h"/>
                                          </p:val>
                                        </p:tav>
                                      </p:tavLst>
                                    </p:anim>
                                  </p:childTnLst>
                                </p:cTn>
                              </p:par>
                            </p:childTnLst>
                          </p:cTn>
                        </p:par>
                        <p:par>
                          <p:cTn fill="hold">
                            <p:stCondLst>
                              <p:cond delay="8000"/>
                            </p:stCondLst>
                            <p:childTnLst>
                              <p:par>
                                <p:cTn fill="hold" nodeType="afterEffect" presetClass="entr" presetID="23" presetSubtype="16">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ppt_w</p:attrName>
                                        </p:attrNameLst>
                                      </p:cBhvr>
                                      <p:tavLst>
                                        <p:tav fmla="" tm="0">
                                          <p:val>
                                            <p:strVal val="0"/>
                                          </p:val>
                                        </p:tav>
                                        <p:tav fmla="" tm="100000">
                                          <p:val>
                                            <p:strVal val="#ppt_w"/>
                                          </p:val>
                                        </p:tav>
                                      </p:tavLst>
                                    </p:anim>
                                    <p:anim calcmode="lin" valueType="num">
                                      <p:cBhvr additive="base">
                                        <p:cTn dur="500"/>
                                        <p:tgtEl>
                                          <p:spTgt spid="5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6"/>
                                        </p:tgtEl>
                                        <p:attrNameLst>
                                          <p:attrName>style.visibility</p:attrName>
                                        </p:attrNameLst>
                                      </p:cBhvr>
                                      <p:to>
                                        <p:strVal val="visible"/>
                                      </p:to>
                                    </p:set>
                                    <p:anim calcmode="lin" valueType="num">
                                      <p:cBhvr additive="base">
                                        <p:cTn dur="500"/>
                                        <p:tgtEl>
                                          <p:spTgt spid="556"/>
                                        </p:tgtEl>
                                        <p:attrNameLst>
                                          <p:attrName>ppt_w</p:attrName>
                                        </p:attrNameLst>
                                      </p:cBhvr>
                                      <p:tavLst>
                                        <p:tav fmla="" tm="0">
                                          <p:val>
                                            <p:strVal val="0"/>
                                          </p:val>
                                        </p:tav>
                                        <p:tav fmla="" tm="100000">
                                          <p:val>
                                            <p:strVal val="#ppt_w"/>
                                          </p:val>
                                        </p:tav>
                                      </p:tavLst>
                                    </p:anim>
                                    <p:anim calcmode="lin" valueType="num">
                                      <p:cBhvr additive="base">
                                        <p:cTn dur="500"/>
                                        <p:tgtEl>
                                          <p:spTgt spid="556"/>
                                        </p:tgtEl>
                                        <p:attrNameLst>
                                          <p:attrName>ppt_h</p:attrName>
                                        </p:attrNameLst>
                                      </p:cBhvr>
                                      <p:tavLst>
                                        <p:tav fmla="" tm="0">
                                          <p:val>
                                            <p:strVal val="0"/>
                                          </p:val>
                                        </p:tav>
                                        <p:tav fmla="" tm="100000">
                                          <p:val>
                                            <p:strVal val="#ppt_h"/>
                                          </p:val>
                                        </p:tav>
                                      </p:tavLst>
                                    </p:anim>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3"/>
          <p:cNvSpPr/>
          <p:nvPr/>
        </p:nvSpPr>
        <p:spPr>
          <a:xfrm>
            <a:off x="12684600" y="4586220"/>
            <a:ext cx="1262539" cy="1189672"/>
          </a:xfrm>
          <a:custGeom>
            <a:rect b="b" l="l" r="r" t="t"/>
            <a:pathLst>
              <a:path extrusionOk="0" h="1586230" w="1683385">
                <a:moveTo>
                  <a:pt x="1525016" y="0"/>
                </a:moveTo>
                <a:lnTo>
                  <a:pt x="0" y="1415542"/>
                </a:lnTo>
                <a:lnTo>
                  <a:pt x="157734" y="1586230"/>
                </a:lnTo>
                <a:lnTo>
                  <a:pt x="1683385" y="169926"/>
                </a:lnTo>
                <a:lnTo>
                  <a:pt x="1525016" y="0"/>
                </a:lnTo>
                <a:close/>
              </a:path>
            </a:pathLst>
          </a:custGeom>
          <a:gradFill>
            <a:gsLst>
              <a:gs pos="0">
                <a:srgbClr val="49B2D9"/>
              </a:gs>
              <a:gs pos="100000">
                <a:schemeClr val="lt1"/>
              </a:gs>
            </a:gsLst>
            <a:lin ang="0" scaled="0"/>
          </a:gradFill>
          <a:ln>
            <a:noFill/>
          </a:ln>
        </p:spPr>
      </p:sp>
      <p:sp>
        <p:nvSpPr>
          <p:cNvPr id="574" name="Google Shape;574;p43"/>
          <p:cNvSpPr/>
          <p:nvPr/>
        </p:nvSpPr>
        <p:spPr>
          <a:xfrm>
            <a:off x="13806225" y="3588325"/>
            <a:ext cx="1955400" cy="1955400"/>
          </a:xfrm>
          <a:prstGeom prst="rect">
            <a:avLst/>
          </a:prstGeom>
          <a:solidFill>
            <a:srgbClr val="5255B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5" name="Google Shape;575;p43"/>
          <p:cNvSpPr/>
          <p:nvPr/>
        </p:nvSpPr>
        <p:spPr>
          <a:xfrm>
            <a:off x="9691380" y="4586220"/>
            <a:ext cx="1262539" cy="1189672"/>
          </a:xfrm>
          <a:custGeom>
            <a:rect b="b" l="l" r="r" t="t"/>
            <a:pathLst>
              <a:path extrusionOk="0" h="1586230" w="1683385">
                <a:moveTo>
                  <a:pt x="157734" y="0"/>
                </a:moveTo>
                <a:lnTo>
                  <a:pt x="1683385" y="1415542"/>
                </a:lnTo>
                <a:lnTo>
                  <a:pt x="1525016" y="1586230"/>
                </a:lnTo>
                <a:lnTo>
                  <a:pt x="0" y="169926"/>
                </a:lnTo>
                <a:lnTo>
                  <a:pt x="157734" y="0"/>
                </a:lnTo>
                <a:close/>
              </a:path>
            </a:pathLst>
          </a:custGeom>
          <a:gradFill>
            <a:gsLst>
              <a:gs pos="0">
                <a:srgbClr val="217BEE"/>
              </a:gs>
              <a:gs pos="100000">
                <a:schemeClr val="lt1"/>
              </a:gs>
            </a:gsLst>
            <a:lin ang="0" scaled="0"/>
          </a:gradFill>
          <a:ln>
            <a:noFill/>
          </a:ln>
        </p:spPr>
      </p:sp>
      <p:sp>
        <p:nvSpPr>
          <p:cNvPr id="576" name="Google Shape;576;p43"/>
          <p:cNvSpPr/>
          <p:nvPr/>
        </p:nvSpPr>
        <p:spPr>
          <a:xfrm>
            <a:off x="10846150" y="4901700"/>
            <a:ext cx="1955400" cy="1955400"/>
          </a:xfrm>
          <a:prstGeom prst="rect">
            <a:avLst/>
          </a:prstGeom>
          <a:solidFill>
            <a:srgbClr val="49B2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7" name="Google Shape;577;p43"/>
          <p:cNvSpPr/>
          <p:nvPr/>
        </p:nvSpPr>
        <p:spPr>
          <a:xfrm>
            <a:off x="7180920" y="4586220"/>
            <a:ext cx="1262539" cy="1189672"/>
          </a:xfrm>
          <a:custGeom>
            <a:rect b="b" l="l" r="r" t="t"/>
            <a:pathLst>
              <a:path extrusionOk="0" h="1586230" w="1683385">
                <a:moveTo>
                  <a:pt x="1525016" y="0"/>
                </a:moveTo>
                <a:lnTo>
                  <a:pt x="0" y="1415542"/>
                </a:lnTo>
                <a:lnTo>
                  <a:pt x="157734" y="1586230"/>
                </a:lnTo>
                <a:lnTo>
                  <a:pt x="1683385" y="169926"/>
                </a:lnTo>
                <a:lnTo>
                  <a:pt x="1525016" y="0"/>
                </a:lnTo>
                <a:close/>
              </a:path>
            </a:pathLst>
          </a:custGeom>
          <a:gradFill>
            <a:gsLst>
              <a:gs pos="0">
                <a:srgbClr val="EC683E"/>
              </a:gs>
              <a:gs pos="100000">
                <a:schemeClr val="lt1"/>
              </a:gs>
            </a:gsLst>
            <a:lin ang="0" scaled="0"/>
          </a:gradFill>
          <a:ln>
            <a:noFill/>
          </a:ln>
        </p:spPr>
      </p:sp>
      <p:sp>
        <p:nvSpPr>
          <p:cNvPr id="578" name="Google Shape;578;p43"/>
          <p:cNvSpPr/>
          <p:nvPr/>
        </p:nvSpPr>
        <p:spPr>
          <a:xfrm>
            <a:off x="8146450" y="3512025"/>
            <a:ext cx="2006100" cy="2006100"/>
          </a:xfrm>
          <a:prstGeom prst="rect">
            <a:avLst/>
          </a:prstGeom>
          <a:solidFill>
            <a:srgbClr val="217BEE"/>
          </a:solidFill>
          <a:ln cap="flat" cmpd="sng" w="9525">
            <a:solidFill>
              <a:srgbClr val="217B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9" name="Google Shape;579;p43"/>
          <p:cNvSpPr/>
          <p:nvPr/>
        </p:nvSpPr>
        <p:spPr>
          <a:xfrm>
            <a:off x="4351860" y="4521960"/>
            <a:ext cx="1262539" cy="1189672"/>
          </a:xfrm>
          <a:custGeom>
            <a:rect b="b" l="l" r="r" t="t"/>
            <a:pathLst>
              <a:path extrusionOk="0" h="1586230" w="1683385">
                <a:moveTo>
                  <a:pt x="157734" y="0"/>
                </a:moveTo>
                <a:lnTo>
                  <a:pt x="1683385" y="1415542"/>
                </a:lnTo>
                <a:lnTo>
                  <a:pt x="1525016" y="1586230"/>
                </a:lnTo>
                <a:lnTo>
                  <a:pt x="0" y="169926"/>
                </a:lnTo>
                <a:lnTo>
                  <a:pt x="157734" y="0"/>
                </a:lnTo>
                <a:close/>
              </a:path>
            </a:pathLst>
          </a:custGeom>
          <a:gradFill>
            <a:gsLst>
              <a:gs pos="0">
                <a:srgbClr val="D13B5F"/>
              </a:gs>
              <a:gs pos="100000">
                <a:schemeClr val="lt1"/>
              </a:gs>
            </a:gsLst>
            <a:lin ang="0" scaled="0"/>
          </a:gradFill>
          <a:ln>
            <a:noFill/>
          </a:ln>
        </p:spPr>
      </p:sp>
      <p:sp>
        <p:nvSpPr>
          <p:cNvPr id="580" name="Google Shape;580;p43"/>
          <p:cNvSpPr/>
          <p:nvPr/>
        </p:nvSpPr>
        <p:spPr>
          <a:xfrm>
            <a:off x="5337173" y="4901700"/>
            <a:ext cx="2006100" cy="2006100"/>
          </a:xfrm>
          <a:prstGeom prst="rect">
            <a:avLst/>
          </a:prstGeom>
          <a:solidFill>
            <a:srgbClr val="EC683E"/>
          </a:solidFill>
          <a:ln cap="flat" cmpd="sng" w="9525">
            <a:solidFill>
              <a:srgbClr val="D13B5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1" name="Google Shape;581;p43"/>
          <p:cNvSpPr/>
          <p:nvPr/>
        </p:nvSpPr>
        <p:spPr>
          <a:xfrm>
            <a:off x="0" y="4586220"/>
            <a:ext cx="3075813" cy="2982944"/>
          </a:xfrm>
          <a:custGeom>
            <a:rect b="b" l="l" r="r" t="t"/>
            <a:pathLst>
              <a:path extrusionOk="0" h="3977259" w="4101084">
                <a:moveTo>
                  <a:pt x="3942715" y="0"/>
                </a:moveTo>
                <a:lnTo>
                  <a:pt x="4101084" y="169926"/>
                </a:lnTo>
                <a:lnTo>
                  <a:pt x="0" y="3977259"/>
                </a:lnTo>
                <a:lnTo>
                  <a:pt x="0" y="3659759"/>
                </a:lnTo>
                <a:lnTo>
                  <a:pt x="3942715" y="0"/>
                </a:lnTo>
                <a:close/>
              </a:path>
            </a:pathLst>
          </a:custGeom>
          <a:gradFill>
            <a:gsLst>
              <a:gs pos="0">
                <a:schemeClr val="lt1"/>
              </a:gs>
              <a:gs pos="100000">
                <a:srgbClr val="D13B5F"/>
              </a:gs>
            </a:gsLst>
            <a:lin ang="0" scaled="0"/>
          </a:gradFill>
          <a:ln>
            <a:noFill/>
          </a:ln>
        </p:spPr>
      </p:sp>
      <p:sp>
        <p:nvSpPr>
          <p:cNvPr id="582" name="Google Shape;582;p43"/>
          <p:cNvSpPr/>
          <p:nvPr/>
        </p:nvSpPr>
        <p:spPr>
          <a:xfrm>
            <a:off x="2605600" y="3705525"/>
            <a:ext cx="2006100" cy="2006100"/>
          </a:xfrm>
          <a:prstGeom prst="rect">
            <a:avLst/>
          </a:prstGeom>
          <a:solidFill>
            <a:srgbClr val="D13B5F"/>
          </a:solidFill>
          <a:ln cap="flat" cmpd="sng" w="9525">
            <a:solidFill>
              <a:srgbClr val="D13B5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83" name="Google Shape;583;p43"/>
          <p:cNvSpPr txBox="1"/>
          <p:nvPr/>
        </p:nvSpPr>
        <p:spPr>
          <a:xfrm>
            <a:off x="10928340" y="5522565"/>
            <a:ext cx="1791000" cy="631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100" u="none" cap="none" strike="noStrike">
                <a:solidFill>
                  <a:srgbClr val="FFFFFF"/>
                </a:solidFill>
                <a:latin typeface="Sora"/>
                <a:ea typeface="Sora"/>
                <a:cs typeface="Sora"/>
                <a:sym typeface="Sora"/>
              </a:rPr>
              <a:t>$2,7M</a:t>
            </a:r>
            <a:endParaRPr sz="1300">
              <a:latin typeface="Sora"/>
              <a:ea typeface="Sora"/>
              <a:cs typeface="Sora"/>
              <a:sym typeface="Sora"/>
            </a:endParaRPr>
          </a:p>
        </p:txBody>
      </p:sp>
      <p:sp>
        <p:nvSpPr>
          <p:cNvPr id="584" name="Google Shape;584;p43"/>
          <p:cNvSpPr txBox="1"/>
          <p:nvPr/>
        </p:nvSpPr>
        <p:spPr>
          <a:xfrm>
            <a:off x="13931635" y="4209193"/>
            <a:ext cx="1704600" cy="631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100" u="none" cap="none" strike="noStrike">
                <a:solidFill>
                  <a:srgbClr val="FFFFFF"/>
                </a:solidFill>
                <a:latin typeface="Sora"/>
                <a:ea typeface="Sora"/>
                <a:cs typeface="Sora"/>
                <a:sym typeface="Sora"/>
              </a:rPr>
              <a:t>$3,9M</a:t>
            </a:r>
            <a:endParaRPr sz="1300">
              <a:latin typeface="Sora"/>
              <a:ea typeface="Sora"/>
              <a:cs typeface="Sora"/>
              <a:sym typeface="Sora"/>
            </a:endParaRPr>
          </a:p>
        </p:txBody>
      </p:sp>
      <p:sp>
        <p:nvSpPr>
          <p:cNvPr id="585" name="Google Shape;585;p43"/>
          <p:cNvSpPr txBox="1"/>
          <p:nvPr/>
        </p:nvSpPr>
        <p:spPr>
          <a:xfrm>
            <a:off x="8311310" y="4201093"/>
            <a:ext cx="1676400" cy="631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100" u="none" cap="none" strike="noStrike">
                <a:solidFill>
                  <a:srgbClr val="FFFFFF"/>
                </a:solidFill>
                <a:latin typeface="Sora"/>
                <a:ea typeface="Sora"/>
                <a:cs typeface="Sora"/>
                <a:sym typeface="Sora"/>
              </a:rPr>
              <a:t>$1,0M</a:t>
            </a:r>
            <a:endParaRPr sz="1300">
              <a:latin typeface="Sora"/>
              <a:ea typeface="Sora"/>
              <a:cs typeface="Sora"/>
              <a:sym typeface="Sora"/>
            </a:endParaRPr>
          </a:p>
        </p:txBody>
      </p:sp>
      <p:sp>
        <p:nvSpPr>
          <p:cNvPr id="586" name="Google Shape;586;p43"/>
          <p:cNvSpPr txBox="1"/>
          <p:nvPr/>
        </p:nvSpPr>
        <p:spPr>
          <a:xfrm>
            <a:off x="5598325" y="5522565"/>
            <a:ext cx="1483800" cy="631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100" u="none" cap="none" strike="noStrike">
                <a:solidFill>
                  <a:srgbClr val="FFFFFF"/>
                </a:solidFill>
                <a:latin typeface="Sora"/>
                <a:ea typeface="Sora"/>
                <a:cs typeface="Sora"/>
                <a:sym typeface="Sora"/>
              </a:rPr>
              <a:t>$500</a:t>
            </a:r>
            <a:endParaRPr sz="1300">
              <a:latin typeface="Sora"/>
              <a:ea typeface="Sora"/>
              <a:cs typeface="Sora"/>
              <a:sym typeface="Sora"/>
            </a:endParaRPr>
          </a:p>
        </p:txBody>
      </p:sp>
      <p:sp>
        <p:nvSpPr>
          <p:cNvPr id="587" name="Google Shape;587;p43"/>
          <p:cNvSpPr txBox="1"/>
          <p:nvPr/>
        </p:nvSpPr>
        <p:spPr>
          <a:xfrm>
            <a:off x="2784875" y="4407393"/>
            <a:ext cx="1707900" cy="631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100" u="none" cap="none" strike="noStrike">
                <a:solidFill>
                  <a:srgbClr val="FFFFFF"/>
                </a:solidFill>
                <a:latin typeface="Sora"/>
                <a:ea typeface="Sora"/>
                <a:cs typeface="Sora"/>
                <a:sym typeface="Sora"/>
              </a:rPr>
              <a:t>$100</a:t>
            </a:r>
            <a:endParaRPr sz="1300">
              <a:latin typeface="Sora"/>
              <a:ea typeface="Sora"/>
              <a:cs typeface="Sora"/>
              <a:sym typeface="Sora"/>
            </a:endParaRPr>
          </a:p>
        </p:txBody>
      </p:sp>
      <p:sp>
        <p:nvSpPr>
          <p:cNvPr id="588" name="Google Shape;588;p43"/>
          <p:cNvSpPr txBox="1"/>
          <p:nvPr/>
        </p:nvSpPr>
        <p:spPr>
          <a:xfrm>
            <a:off x="2459520" y="2215900"/>
            <a:ext cx="2352000" cy="323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D13B5F"/>
                </a:solidFill>
                <a:latin typeface="Sora"/>
                <a:ea typeface="Sora"/>
                <a:cs typeface="Sora"/>
                <a:sym typeface="Sora"/>
              </a:rPr>
              <a:t>Your Text Here</a:t>
            </a:r>
            <a:endParaRPr b="1">
              <a:solidFill>
                <a:srgbClr val="D13B5F"/>
              </a:solidFill>
              <a:latin typeface="Sora"/>
              <a:ea typeface="Sora"/>
              <a:cs typeface="Sora"/>
              <a:sym typeface="Sora"/>
            </a:endParaRPr>
          </a:p>
        </p:txBody>
      </p:sp>
      <p:sp>
        <p:nvSpPr>
          <p:cNvPr id="589" name="Google Shape;589;p43"/>
          <p:cNvSpPr txBox="1"/>
          <p:nvPr/>
        </p:nvSpPr>
        <p:spPr>
          <a:xfrm>
            <a:off x="2545320" y="2715903"/>
            <a:ext cx="21900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a:t>
            </a:r>
            <a:endParaRPr>
              <a:latin typeface="Instrument Sans"/>
              <a:ea typeface="Instrument Sans"/>
              <a:cs typeface="Instrument Sans"/>
              <a:sym typeface="Instrument Sans"/>
            </a:endParaRPr>
          </a:p>
        </p:txBody>
      </p:sp>
      <p:pic>
        <p:nvPicPr>
          <p:cNvPr id="590" name="Google Shape;590;p43"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
        <p:nvSpPr>
          <p:cNvPr id="591" name="Google Shape;591;p43"/>
          <p:cNvSpPr txBox="1"/>
          <p:nvPr/>
        </p:nvSpPr>
        <p:spPr>
          <a:xfrm>
            <a:off x="5164220" y="7257175"/>
            <a:ext cx="2352000" cy="323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EC683E"/>
                </a:solidFill>
                <a:latin typeface="Sora"/>
                <a:ea typeface="Sora"/>
                <a:cs typeface="Sora"/>
                <a:sym typeface="Sora"/>
              </a:rPr>
              <a:t>Your Text Here</a:t>
            </a:r>
            <a:endParaRPr b="1">
              <a:solidFill>
                <a:srgbClr val="EC683E"/>
              </a:solidFill>
              <a:latin typeface="Sora"/>
              <a:ea typeface="Sora"/>
              <a:cs typeface="Sora"/>
              <a:sym typeface="Sora"/>
            </a:endParaRPr>
          </a:p>
        </p:txBody>
      </p:sp>
      <p:sp>
        <p:nvSpPr>
          <p:cNvPr id="592" name="Google Shape;592;p43"/>
          <p:cNvSpPr txBox="1"/>
          <p:nvPr/>
        </p:nvSpPr>
        <p:spPr>
          <a:xfrm>
            <a:off x="5250020" y="7757178"/>
            <a:ext cx="21900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a:t>
            </a:r>
            <a:endParaRPr>
              <a:latin typeface="Instrument Sans"/>
              <a:ea typeface="Instrument Sans"/>
              <a:cs typeface="Instrument Sans"/>
              <a:sym typeface="Instrument Sans"/>
            </a:endParaRPr>
          </a:p>
        </p:txBody>
      </p:sp>
      <p:sp>
        <p:nvSpPr>
          <p:cNvPr id="593" name="Google Shape;593;p43"/>
          <p:cNvSpPr txBox="1"/>
          <p:nvPr/>
        </p:nvSpPr>
        <p:spPr>
          <a:xfrm>
            <a:off x="7973495" y="2215900"/>
            <a:ext cx="2352000" cy="323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217BEE"/>
                </a:solidFill>
                <a:latin typeface="Sora"/>
                <a:ea typeface="Sora"/>
                <a:cs typeface="Sora"/>
                <a:sym typeface="Sora"/>
              </a:rPr>
              <a:t>Your Text Here</a:t>
            </a:r>
            <a:endParaRPr b="1">
              <a:solidFill>
                <a:srgbClr val="217BEE"/>
              </a:solidFill>
              <a:latin typeface="Sora"/>
              <a:ea typeface="Sora"/>
              <a:cs typeface="Sora"/>
              <a:sym typeface="Sora"/>
            </a:endParaRPr>
          </a:p>
        </p:txBody>
      </p:sp>
      <p:sp>
        <p:nvSpPr>
          <p:cNvPr id="594" name="Google Shape;594;p43"/>
          <p:cNvSpPr txBox="1"/>
          <p:nvPr/>
        </p:nvSpPr>
        <p:spPr>
          <a:xfrm>
            <a:off x="8059295" y="2715903"/>
            <a:ext cx="21900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a:t>
            </a:r>
            <a:endParaRPr>
              <a:latin typeface="Instrument Sans"/>
              <a:ea typeface="Instrument Sans"/>
              <a:cs typeface="Instrument Sans"/>
              <a:sym typeface="Instrument Sans"/>
            </a:endParaRPr>
          </a:p>
        </p:txBody>
      </p:sp>
      <p:sp>
        <p:nvSpPr>
          <p:cNvPr id="595" name="Google Shape;595;p43"/>
          <p:cNvSpPr txBox="1"/>
          <p:nvPr/>
        </p:nvSpPr>
        <p:spPr>
          <a:xfrm>
            <a:off x="10647845" y="7037875"/>
            <a:ext cx="2352000" cy="323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49B2D9"/>
                </a:solidFill>
                <a:latin typeface="Sora"/>
                <a:ea typeface="Sora"/>
                <a:cs typeface="Sora"/>
                <a:sym typeface="Sora"/>
              </a:rPr>
              <a:t>Your Text Here</a:t>
            </a:r>
            <a:endParaRPr b="1">
              <a:solidFill>
                <a:srgbClr val="49B2D9"/>
              </a:solidFill>
              <a:latin typeface="Sora"/>
              <a:ea typeface="Sora"/>
              <a:cs typeface="Sora"/>
              <a:sym typeface="Sora"/>
            </a:endParaRPr>
          </a:p>
        </p:txBody>
      </p:sp>
      <p:sp>
        <p:nvSpPr>
          <p:cNvPr id="596" name="Google Shape;596;p43"/>
          <p:cNvSpPr txBox="1"/>
          <p:nvPr/>
        </p:nvSpPr>
        <p:spPr>
          <a:xfrm>
            <a:off x="10733645" y="7537878"/>
            <a:ext cx="21900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a:t>
            </a:r>
            <a:endParaRPr>
              <a:latin typeface="Instrument Sans"/>
              <a:ea typeface="Instrument Sans"/>
              <a:cs typeface="Instrument Sans"/>
              <a:sym typeface="Instrument Sans"/>
            </a:endParaRPr>
          </a:p>
        </p:txBody>
      </p:sp>
      <p:sp>
        <p:nvSpPr>
          <p:cNvPr id="597" name="Google Shape;597;p43"/>
          <p:cNvSpPr txBox="1"/>
          <p:nvPr/>
        </p:nvSpPr>
        <p:spPr>
          <a:xfrm>
            <a:off x="13573270" y="2215900"/>
            <a:ext cx="2352000" cy="323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100" u="none" cap="none" strike="noStrike">
                <a:solidFill>
                  <a:srgbClr val="5255BF"/>
                </a:solidFill>
                <a:latin typeface="Sora"/>
                <a:ea typeface="Sora"/>
                <a:cs typeface="Sora"/>
                <a:sym typeface="Sora"/>
              </a:rPr>
              <a:t>Your Text Here</a:t>
            </a:r>
            <a:endParaRPr b="1">
              <a:solidFill>
                <a:srgbClr val="5255BF"/>
              </a:solidFill>
              <a:latin typeface="Sora"/>
              <a:ea typeface="Sora"/>
              <a:cs typeface="Sora"/>
              <a:sym typeface="Sora"/>
            </a:endParaRPr>
          </a:p>
        </p:txBody>
      </p:sp>
      <p:sp>
        <p:nvSpPr>
          <p:cNvPr id="598" name="Google Shape;598;p43"/>
          <p:cNvSpPr txBox="1"/>
          <p:nvPr/>
        </p:nvSpPr>
        <p:spPr>
          <a:xfrm>
            <a:off x="13659070" y="2715903"/>
            <a:ext cx="21900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1650" u="none" cap="none" strike="noStrike">
                <a:solidFill>
                  <a:srgbClr val="595959"/>
                </a:solidFill>
                <a:latin typeface="Instrument Sans"/>
                <a:ea typeface="Instrument Sans"/>
                <a:cs typeface="Instrument Sans"/>
                <a:sym typeface="Instrument Sans"/>
              </a:rPr>
              <a:t>Lorem ipsum dolor sit amet, consectetuer</a:t>
            </a:r>
            <a:endParaRPr>
              <a:latin typeface="Instrument Sans"/>
              <a:ea typeface="Instrument Sans"/>
              <a:cs typeface="Instrument Sans"/>
              <a:sym typeface="Instrument Sans"/>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44" title="IMG Nfq 68.jpg"/>
          <p:cNvPicPr preferRelativeResize="0"/>
          <p:nvPr/>
        </p:nvPicPr>
        <p:blipFill rotWithShape="1">
          <a:blip r:embed="rId3">
            <a:alphaModFix/>
          </a:blip>
          <a:srcRect b="0" l="16647" r="16654" t="0"/>
          <a:stretch/>
        </p:blipFill>
        <p:spPr>
          <a:xfrm>
            <a:off x="13529031" y="3792453"/>
            <a:ext cx="3657600" cy="3657600"/>
          </a:xfrm>
          <a:custGeom>
            <a:rect b="b" l="l" r="r" t="t"/>
            <a:pathLst>
              <a:path extrusionOk="0" h="2438400" w="2438400">
                <a:moveTo>
                  <a:pt x="261275" y="0"/>
                </a:moveTo>
                <a:lnTo>
                  <a:pt x="2177125" y="0"/>
                </a:lnTo>
                <a:cubicBezTo>
                  <a:pt x="2321423" y="0"/>
                  <a:pt x="2438400" y="116977"/>
                  <a:pt x="2438400" y="261275"/>
                </a:cubicBezTo>
                <a:lnTo>
                  <a:pt x="2438400" y="2177125"/>
                </a:lnTo>
                <a:cubicBezTo>
                  <a:pt x="2438400" y="2321423"/>
                  <a:pt x="2321423" y="2438400"/>
                  <a:pt x="2177125" y="2438400"/>
                </a:cubicBezTo>
                <a:lnTo>
                  <a:pt x="261275" y="2438400"/>
                </a:lnTo>
                <a:cubicBezTo>
                  <a:pt x="116977" y="2438400"/>
                  <a:pt x="0" y="2321423"/>
                  <a:pt x="0" y="2177125"/>
                </a:cubicBezTo>
                <a:lnTo>
                  <a:pt x="0" y="261275"/>
                </a:lnTo>
                <a:cubicBezTo>
                  <a:pt x="0" y="116977"/>
                  <a:pt x="116977" y="0"/>
                  <a:pt x="261275" y="0"/>
                </a:cubicBezTo>
                <a:close/>
              </a:path>
            </a:pathLst>
          </a:custGeom>
          <a:noFill/>
          <a:ln>
            <a:noFill/>
          </a:ln>
        </p:spPr>
      </p:pic>
      <p:pic>
        <p:nvPicPr>
          <p:cNvPr id="604" name="Google Shape;604;p44" title="[Downloader.la]-6890739d5893b.jpg"/>
          <p:cNvPicPr preferRelativeResize="0"/>
          <p:nvPr/>
        </p:nvPicPr>
        <p:blipFill rotWithShape="1">
          <a:blip r:embed="rId4">
            <a:alphaModFix/>
          </a:blip>
          <a:srcRect b="0" l="23613" r="23607" t="0"/>
          <a:stretch/>
        </p:blipFill>
        <p:spPr>
          <a:xfrm>
            <a:off x="9411852" y="3788586"/>
            <a:ext cx="3657600" cy="3657600"/>
          </a:xfrm>
          <a:custGeom>
            <a:rect b="b" l="l" r="r" t="t"/>
            <a:pathLst>
              <a:path extrusionOk="0" h="2438400" w="2438400">
                <a:moveTo>
                  <a:pt x="261275" y="0"/>
                </a:moveTo>
                <a:lnTo>
                  <a:pt x="2177125" y="0"/>
                </a:lnTo>
                <a:cubicBezTo>
                  <a:pt x="2321423" y="0"/>
                  <a:pt x="2438400" y="116977"/>
                  <a:pt x="2438400" y="261275"/>
                </a:cubicBezTo>
                <a:lnTo>
                  <a:pt x="2438400" y="2177125"/>
                </a:lnTo>
                <a:cubicBezTo>
                  <a:pt x="2438400" y="2321423"/>
                  <a:pt x="2321423" y="2438400"/>
                  <a:pt x="2177125" y="2438400"/>
                </a:cubicBezTo>
                <a:lnTo>
                  <a:pt x="261275" y="2438400"/>
                </a:lnTo>
                <a:cubicBezTo>
                  <a:pt x="116977" y="2438400"/>
                  <a:pt x="0" y="2321423"/>
                  <a:pt x="0" y="2177125"/>
                </a:cubicBezTo>
                <a:lnTo>
                  <a:pt x="0" y="261275"/>
                </a:lnTo>
                <a:cubicBezTo>
                  <a:pt x="0" y="116977"/>
                  <a:pt x="116977" y="0"/>
                  <a:pt x="261275" y="0"/>
                </a:cubicBezTo>
                <a:close/>
              </a:path>
            </a:pathLst>
          </a:custGeom>
          <a:noFill/>
          <a:ln>
            <a:noFill/>
          </a:ln>
        </p:spPr>
      </p:pic>
      <p:pic>
        <p:nvPicPr>
          <p:cNvPr id="605" name="Google Shape;605;p44" title="IMG Nfq 11.jpg"/>
          <p:cNvPicPr preferRelativeResize="0"/>
          <p:nvPr/>
        </p:nvPicPr>
        <p:blipFill rotWithShape="1">
          <a:blip r:embed="rId5">
            <a:alphaModFix/>
          </a:blip>
          <a:srcRect b="0" l="16675" r="16675" t="0"/>
          <a:stretch/>
        </p:blipFill>
        <p:spPr>
          <a:xfrm>
            <a:off x="5294673" y="3794760"/>
            <a:ext cx="3657600" cy="3657600"/>
          </a:xfrm>
          <a:custGeom>
            <a:rect b="b" l="l" r="r" t="t"/>
            <a:pathLst>
              <a:path extrusionOk="0" h="2438400" w="2438400">
                <a:moveTo>
                  <a:pt x="261275" y="0"/>
                </a:moveTo>
                <a:lnTo>
                  <a:pt x="2177125" y="0"/>
                </a:lnTo>
                <a:cubicBezTo>
                  <a:pt x="2321423" y="0"/>
                  <a:pt x="2438400" y="116977"/>
                  <a:pt x="2438400" y="261275"/>
                </a:cubicBezTo>
                <a:lnTo>
                  <a:pt x="2438400" y="2177125"/>
                </a:lnTo>
                <a:cubicBezTo>
                  <a:pt x="2438400" y="2321423"/>
                  <a:pt x="2321423" y="2438400"/>
                  <a:pt x="2177125" y="2438400"/>
                </a:cubicBezTo>
                <a:lnTo>
                  <a:pt x="261275" y="2438400"/>
                </a:lnTo>
                <a:cubicBezTo>
                  <a:pt x="116977" y="2438400"/>
                  <a:pt x="0" y="2321423"/>
                  <a:pt x="0" y="2177125"/>
                </a:cubicBezTo>
                <a:lnTo>
                  <a:pt x="0" y="261275"/>
                </a:lnTo>
                <a:cubicBezTo>
                  <a:pt x="0" y="116977"/>
                  <a:pt x="116977" y="0"/>
                  <a:pt x="261275" y="0"/>
                </a:cubicBezTo>
                <a:close/>
              </a:path>
            </a:pathLst>
          </a:custGeom>
          <a:noFill/>
          <a:ln>
            <a:noFill/>
          </a:ln>
        </p:spPr>
      </p:pic>
      <p:pic>
        <p:nvPicPr>
          <p:cNvPr id="606" name="Google Shape;606;p44" title="business-people-2025-02-21-01-35-51-utc.jpg"/>
          <p:cNvPicPr preferRelativeResize="0"/>
          <p:nvPr/>
        </p:nvPicPr>
        <p:blipFill rotWithShape="1">
          <a:blip r:embed="rId6">
            <a:alphaModFix/>
          </a:blip>
          <a:srcRect b="0" l="16675" r="16675" t="0"/>
          <a:stretch/>
        </p:blipFill>
        <p:spPr>
          <a:xfrm>
            <a:off x="1177494" y="3793671"/>
            <a:ext cx="3657600" cy="3657600"/>
          </a:xfrm>
          <a:custGeom>
            <a:rect b="b" l="l" r="r" t="t"/>
            <a:pathLst>
              <a:path extrusionOk="0" h="2438400" w="2438400">
                <a:moveTo>
                  <a:pt x="261275" y="0"/>
                </a:moveTo>
                <a:lnTo>
                  <a:pt x="2177125" y="0"/>
                </a:lnTo>
                <a:cubicBezTo>
                  <a:pt x="2321423" y="0"/>
                  <a:pt x="2438400" y="116977"/>
                  <a:pt x="2438400" y="261275"/>
                </a:cubicBezTo>
                <a:lnTo>
                  <a:pt x="2438400" y="2177125"/>
                </a:lnTo>
                <a:cubicBezTo>
                  <a:pt x="2438400" y="2321423"/>
                  <a:pt x="2321423" y="2438400"/>
                  <a:pt x="2177125" y="2438400"/>
                </a:cubicBezTo>
                <a:lnTo>
                  <a:pt x="261275" y="2438400"/>
                </a:lnTo>
                <a:cubicBezTo>
                  <a:pt x="116977" y="2438400"/>
                  <a:pt x="0" y="2321423"/>
                  <a:pt x="0" y="2177125"/>
                </a:cubicBezTo>
                <a:lnTo>
                  <a:pt x="0" y="261275"/>
                </a:lnTo>
                <a:cubicBezTo>
                  <a:pt x="0" y="116977"/>
                  <a:pt x="116977" y="0"/>
                  <a:pt x="261275" y="0"/>
                </a:cubicBezTo>
                <a:close/>
              </a:path>
            </a:pathLst>
          </a:custGeom>
          <a:noFill/>
          <a:ln>
            <a:noFill/>
          </a:ln>
        </p:spPr>
      </p:pic>
      <p:sp>
        <p:nvSpPr>
          <p:cNvPr id="607" name="Google Shape;607;p44"/>
          <p:cNvSpPr txBox="1"/>
          <p:nvPr>
            <p:ph type="title"/>
          </p:nvPr>
        </p:nvSpPr>
        <p:spPr>
          <a:xfrm>
            <a:off x="2823116" y="1050132"/>
            <a:ext cx="12575400" cy="1350000"/>
          </a:xfrm>
          <a:prstGeom prst="rect">
            <a:avLst/>
          </a:prstGeom>
          <a:noFill/>
          <a:ln>
            <a:noFill/>
          </a:ln>
        </p:spPr>
        <p:txBody>
          <a:bodyPr anchorCtr="0" anchor="t" bIns="68550" lIns="137150" spcFirstLastPara="1" rIns="137150" wrap="square" tIns="68550">
            <a:normAutofit/>
          </a:bodyPr>
          <a:lstStyle/>
          <a:p>
            <a:pPr indent="0" lvl="0" marL="0" rtl="0" algn="ctr">
              <a:lnSpc>
                <a:spcPct val="90000"/>
              </a:lnSpc>
              <a:spcBef>
                <a:spcPts val="0"/>
              </a:spcBef>
              <a:spcAft>
                <a:spcPts val="0"/>
              </a:spcAft>
              <a:buClr>
                <a:schemeClr val="accent1"/>
              </a:buClr>
              <a:buSzPts val="6600"/>
              <a:buFont typeface="Plus Jakarta Sans"/>
              <a:buNone/>
            </a:pPr>
            <a:r>
              <a:rPr b="0" lang="en-US">
                <a:solidFill>
                  <a:srgbClr val="217BEE"/>
                </a:solidFill>
                <a:latin typeface="Sora SemiBold"/>
                <a:ea typeface="Sora SemiBold"/>
                <a:cs typeface="Sora SemiBold"/>
                <a:sym typeface="Sora SemiBold"/>
              </a:rPr>
              <a:t>Implementation Timeline</a:t>
            </a:r>
            <a:endParaRPr b="0">
              <a:solidFill>
                <a:srgbClr val="217BEE"/>
              </a:solidFill>
              <a:latin typeface="Sora SemiBold"/>
              <a:ea typeface="Sora SemiBold"/>
              <a:cs typeface="Sora SemiBold"/>
              <a:sym typeface="Sora SemiBold"/>
            </a:endParaRPr>
          </a:p>
        </p:txBody>
      </p:sp>
      <p:sp>
        <p:nvSpPr>
          <p:cNvPr id="608" name="Google Shape;608;p44"/>
          <p:cNvSpPr txBox="1"/>
          <p:nvPr>
            <p:ph idx="12" type="sldNum"/>
          </p:nvPr>
        </p:nvSpPr>
        <p:spPr>
          <a:xfrm>
            <a:off x="17469539" y="9441656"/>
            <a:ext cx="572400" cy="547800"/>
          </a:xfrm>
          <a:prstGeom prst="rect">
            <a:avLst/>
          </a:prstGeom>
          <a:noFill/>
          <a:ln>
            <a:noFill/>
          </a:ln>
        </p:spPr>
        <p:txBody>
          <a:bodyPr anchorCtr="0" anchor="ctr" bIns="68550" lIns="137150" spcFirstLastPara="1" rIns="137150" wrap="square" tIns="68550">
            <a:noAutofit/>
          </a:bodyPr>
          <a:lstStyle/>
          <a:p>
            <a:pPr indent="0" lvl="0" marL="0" rtl="0" algn="r">
              <a:spcBef>
                <a:spcPts val="0"/>
              </a:spcBef>
              <a:spcAft>
                <a:spcPts val="0"/>
              </a:spcAft>
              <a:buNone/>
            </a:pPr>
            <a:fld id="{00000000-1234-1234-1234-123412341234}" type="slidenum">
              <a:rPr lang="en-US"/>
              <a:t>‹#›</a:t>
            </a:fld>
            <a:endParaRPr/>
          </a:p>
        </p:txBody>
      </p:sp>
      <p:sp>
        <p:nvSpPr>
          <p:cNvPr id="609" name="Google Shape;609;p44"/>
          <p:cNvSpPr txBox="1"/>
          <p:nvPr>
            <p:ph idx="1" type="body"/>
          </p:nvPr>
        </p:nvSpPr>
        <p:spPr>
          <a:xfrm>
            <a:off x="5029200" y="2057400"/>
            <a:ext cx="8229600" cy="800100"/>
          </a:xfrm>
          <a:prstGeom prst="rect">
            <a:avLst/>
          </a:prstGeom>
          <a:noFill/>
          <a:ln>
            <a:noFill/>
          </a:ln>
        </p:spPr>
        <p:txBody>
          <a:bodyPr anchorCtr="0" anchor="t" bIns="68550" lIns="137150" spcFirstLastPara="1" rIns="137150" wrap="square" tIns="68550">
            <a:normAutofit fontScale="70000" lnSpcReduction="10000"/>
          </a:bodyPr>
          <a:lstStyle/>
          <a:p>
            <a:pPr indent="0" lvl="0" marL="0" rtl="0" algn="ctr">
              <a:lnSpc>
                <a:spcPct val="150000"/>
              </a:lnSpc>
              <a:spcBef>
                <a:spcPts val="0"/>
              </a:spcBef>
              <a:spcAft>
                <a:spcPts val="0"/>
              </a:spcAft>
              <a:buClr>
                <a:schemeClr val="dk1"/>
              </a:buClr>
              <a:buSzPct val="100000"/>
              <a:buNone/>
            </a:pPr>
            <a:r>
              <a:rPr lang="en-US"/>
              <a:t>Diam in arcu cursus euismode quis viverra nibh pulvu ut aliqui purusa sit amet luctus</a:t>
            </a:r>
            <a:endParaRPr/>
          </a:p>
          <a:p>
            <a:pPr indent="0" lvl="0" marL="0" rtl="0" algn="ctr">
              <a:lnSpc>
                <a:spcPct val="150000"/>
              </a:lnSpc>
              <a:spcBef>
                <a:spcPts val="1500"/>
              </a:spcBef>
              <a:spcAft>
                <a:spcPts val="0"/>
              </a:spcAft>
              <a:buClr>
                <a:schemeClr val="dk1"/>
              </a:buClr>
              <a:buSzPct val="100000"/>
              <a:buNone/>
            </a:pPr>
            <a:r>
              <a:t/>
            </a:r>
            <a:endParaRPr/>
          </a:p>
        </p:txBody>
      </p:sp>
      <p:sp>
        <p:nvSpPr>
          <p:cNvPr id="610" name="Google Shape;610;p44"/>
          <p:cNvSpPr/>
          <p:nvPr/>
        </p:nvSpPr>
        <p:spPr>
          <a:xfrm>
            <a:off x="1836224" y="3344480"/>
            <a:ext cx="2339700" cy="907800"/>
          </a:xfrm>
          <a:prstGeom prst="roundRect">
            <a:avLst>
              <a:gd fmla="val 0" name="adj"/>
            </a:avLst>
          </a:prstGeom>
          <a:solidFill>
            <a:srgbClr val="D13B5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611" name="Google Shape;611;p44"/>
          <p:cNvSpPr/>
          <p:nvPr/>
        </p:nvSpPr>
        <p:spPr>
          <a:xfrm>
            <a:off x="5954147" y="3332234"/>
            <a:ext cx="2339700" cy="919800"/>
          </a:xfrm>
          <a:prstGeom prst="roundRect">
            <a:avLst>
              <a:gd fmla="val 0" name="adj"/>
            </a:avLst>
          </a:prstGeom>
          <a:solidFill>
            <a:srgbClr val="EC683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612" name="Google Shape;612;p44"/>
          <p:cNvSpPr/>
          <p:nvPr/>
        </p:nvSpPr>
        <p:spPr>
          <a:xfrm>
            <a:off x="10088888" y="3348920"/>
            <a:ext cx="2339700" cy="903300"/>
          </a:xfrm>
          <a:prstGeom prst="roundRect">
            <a:avLst>
              <a:gd fmla="val 0" name="adj"/>
            </a:avLst>
          </a:prstGeom>
          <a:solidFill>
            <a:srgbClr val="100D25"/>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613" name="Google Shape;613;p44"/>
          <p:cNvSpPr/>
          <p:nvPr/>
        </p:nvSpPr>
        <p:spPr>
          <a:xfrm>
            <a:off x="14188988" y="3343262"/>
            <a:ext cx="2339700" cy="908700"/>
          </a:xfrm>
          <a:prstGeom prst="roundRect">
            <a:avLst>
              <a:gd fmla="val 0" name="adj"/>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Source Sans 3 ExtraLight"/>
              <a:ea typeface="Source Sans 3 ExtraLight"/>
              <a:cs typeface="Source Sans 3 ExtraLight"/>
              <a:sym typeface="Source Sans 3 ExtraLight"/>
            </a:endParaRPr>
          </a:p>
        </p:txBody>
      </p:sp>
      <p:sp>
        <p:nvSpPr>
          <p:cNvPr id="614" name="Google Shape;614;p44"/>
          <p:cNvSpPr txBox="1"/>
          <p:nvPr/>
        </p:nvSpPr>
        <p:spPr>
          <a:xfrm>
            <a:off x="2097363" y="3454130"/>
            <a:ext cx="1817100" cy="6927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lang="en-US" sz="3600">
                <a:solidFill>
                  <a:schemeClr val="lt1"/>
                </a:solidFill>
                <a:latin typeface="Sora Medium"/>
                <a:ea typeface="Sora Medium"/>
                <a:cs typeface="Sora Medium"/>
                <a:sym typeface="Sora Medium"/>
              </a:rPr>
              <a:t>2025</a:t>
            </a:r>
            <a:endParaRPr sz="3600">
              <a:solidFill>
                <a:schemeClr val="lt1"/>
              </a:solidFill>
              <a:latin typeface="Sora Medium"/>
              <a:ea typeface="Sora Medium"/>
              <a:cs typeface="Sora Medium"/>
              <a:sym typeface="Sora Medium"/>
            </a:endParaRPr>
          </a:p>
        </p:txBody>
      </p:sp>
      <p:sp>
        <p:nvSpPr>
          <p:cNvPr id="615" name="Google Shape;615;p44"/>
          <p:cNvSpPr txBox="1"/>
          <p:nvPr/>
        </p:nvSpPr>
        <p:spPr>
          <a:xfrm>
            <a:off x="1177494" y="7613393"/>
            <a:ext cx="3656700" cy="5079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400">
                <a:solidFill>
                  <a:srgbClr val="D13B5F"/>
                </a:solidFill>
                <a:latin typeface="Instrument Sans"/>
                <a:ea typeface="Instrument Sans"/>
                <a:cs typeface="Instrument Sans"/>
                <a:sym typeface="Instrument Sans"/>
              </a:rPr>
              <a:t>Planning &amp; Preparation</a:t>
            </a:r>
            <a:endParaRPr b="1" sz="2400">
              <a:solidFill>
                <a:srgbClr val="D13B5F"/>
              </a:solidFill>
              <a:latin typeface="Instrument Sans"/>
              <a:ea typeface="Instrument Sans"/>
              <a:cs typeface="Instrument Sans"/>
              <a:sym typeface="Instrument Sans"/>
            </a:endParaRPr>
          </a:p>
        </p:txBody>
      </p:sp>
      <p:sp>
        <p:nvSpPr>
          <p:cNvPr id="616" name="Google Shape;616;p44"/>
          <p:cNvSpPr txBox="1"/>
          <p:nvPr/>
        </p:nvSpPr>
        <p:spPr>
          <a:xfrm>
            <a:off x="1356228" y="7994579"/>
            <a:ext cx="3299400" cy="12468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Pharetra massa ultrici quisan hendr dolores magnia ipsum dolor sit amet adipiscing</a:t>
            </a:r>
            <a:endParaRPr sz="1800">
              <a:solidFill>
                <a:schemeClr val="dk1"/>
              </a:solidFill>
              <a:latin typeface="Instrument Sans"/>
              <a:ea typeface="Instrument Sans"/>
              <a:cs typeface="Instrument Sans"/>
              <a:sym typeface="Instrument Sans"/>
            </a:endParaRPr>
          </a:p>
        </p:txBody>
      </p:sp>
      <p:sp>
        <p:nvSpPr>
          <p:cNvPr id="617" name="Google Shape;617;p44"/>
          <p:cNvSpPr txBox="1"/>
          <p:nvPr/>
        </p:nvSpPr>
        <p:spPr>
          <a:xfrm>
            <a:off x="6215286" y="3457191"/>
            <a:ext cx="1817100" cy="6927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600">
                <a:solidFill>
                  <a:schemeClr val="lt1"/>
                </a:solidFill>
                <a:latin typeface="Sora Medium"/>
                <a:ea typeface="Sora Medium"/>
                <a:cs typeface="Sora Medium"/>
                <a:sym typeface="Sora Medium"/>
              </a:rPr>
              <a:t>2026</a:t>
            </a:r>
            <a:endParaRPr sz="3600">
              <a:solidFill>
                <a:schemeClr val="lt1"/>
              </a:solidFill>
              <a:latin typeface="Sora Medium"/>
              <a:ea typeface="Sora Medium"/>
              <a:cs typeface="Sora Medium"/>
              <a:sym typeface="Sora Medium"/>
            </a:endParaRPr>
          </a:p>
        </p:txBody>
      </p:sp>
      <p:sp>
        <p:nvSpPr>
          <p:cNvPr id="618" name="Google Shape;618;p44"/>
          <p:cNvSpPr txBox="1"/>
          <p:nvPr/>
        </p:nvSpPr>
        <p:spPr>
          <a:xfrm>
            <a:off x="10350027" y="3457189"/>
            <a:ext cx="1817100" cy="6927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600">
                <a:solidFill>
                  <a:schemeClr val="lt1"/>
                </a:solidFill>
                <a:latin typeface="Sora Medium"/>
                <a:ea typeface="Sora Medium"/>
                <a:cs typeface="Sora Medium"/>
                <a:sym typeface="Sora Medium"/>
              </a:rPr>
              <a:t>2027</a:t>
            </a:r>
            <a:endParaRPr sz="3600">
              <a:solidFill>
                <a:schemeClr val="lt1"/>
              </a:solidFill>
              <a:latin typeface="Sora Medium"/>
              <a:ea typeface="Sora Medium"/>
              <a:cs typeface="Sora Medium"/>
              <a:sym typeface="Sora Medium"/>
            </a:endParaRPr>
          </a:p>
        </p:txBody>
      </p:sp>
      <p:sp>
        <p:nvSpPr>
          <p:cNvPr id="619" name="Google Shape;619;p44"/>
          <p:cNvSpPr txBox="1"/>
          <p:nvPr/>
        </p:nvSpPr>
        <p:spPr>
          <a:xfrm>
            <a:off x="14450127" y="3451365"/>
            <a:ext cx="1817100" cy="6927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600">
                <a:solidFill>
                  <a:schemeClr val="lt1"/>
                </a:solidFill>
                <a:latin typeface="Sora Medium"/>
                <a:ea typeface="Sora Medium"/>
                <a:cs typeface="Sora Medium"/>
                <a:sym typeface="Sora Medium"/>
              </a:rPr>
              <a:t>2028</a:t>
            </a:r>
            <a:endParaRPr sz="3600">
              <a:solidFill>
                <a:schemeClr val="lt1"/>
              </a:solidFill>
              <a:latin typeface="Sora Medium"/>
              <a:ea typeface="Sora Medium"/>
              <a:cs typeface="Sora Medium"/>
              <a:sym typeface="Sora Medium"/>
            </a:endParaRPr>
          </a:p>
        </p:txBody>
      </p:sp>
      <p:sp>
        <p:nvSpPr>
          <p:cNvPr id="620" name="Google Shape;620;p44"/>
          <p:cNvSpPr txBox="1"/>
          <p:nvPr/>
        </p:nvSpPr>
        <p:spPr>
          <a:xfrm>
            <a:off x="5295417" y="7635314"/>
            <a:ext cx="3656700" cy="5079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400">
                <a:solidFill>
                  <a:srgbClr val="EC683E"/>
                </a:solidFill>
                <a:latin typeface="Instrument Sans"/>
                <a:ea typeface="Instrument Sans"/>
                <a:cs typeface="Instrument Sans"/>
                <a:sym typeface="Instrument Sans"/>
              </a:rPr>
              <a:t>Execution Phase 01</a:t>
            </a:r>
            <a:endParaRPr b="1" sz="2400">
              <a:solidFill>
                <a:srgbClr val="EC683E"/>
              </a:solidFill>
              <a:latin typeface="Instrument Sans"/>
              <a:ea typeface="Instrument Sans"/>
              <a:cs typeface="Instrument Sans"/>
              <a:sym typeface="Instrument Sans"/>
            </a:endParaRPr>
          </a:p>
        </p:txBody>
      </p:sp>
      <p:sp>
        <p:nvSpPr>
          <p:cNvPr id="621" name="Google Shape;621;p44"/>
          <p:cNvSpPr txBox="1"/>
          <p:nvPr/>
        </p:nvSpPr>
        <p:spPr>
          <a:xfrm>
            <a:off x="5474151" y="8016500"/>
            <a:ext cx="3299400" cy="12468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Pharetra massa ultrici quisan hendr dolores magnia ipsum dolor sit amet adipiscing</a:t>
            </a:r>
            <a:endParaRPr sz="1800">
              <a:solidFill>
                <a:schemeClr val="dk1"/>
              </a:solidFill>
              <a:latin typeface="Instrument Sans"/>
              <a:ea typeface="Instrument Sans"/>
              <a:cs typeface="Instrument Sans"/>
              <a:sym typeface="Instrument Sans"/>
            </a:endParaRPr>
          </a:p>
        </p:txBody>
      </p:sp>
      <p:sp>
        <p:nvSpPr>
          <p:cNvPr id="622" name="Google Shape;622;p44"/>
          <p:cNvSpPr txBox="1"/>
          <p:nvPr/>
        </p:nvSpPr>
        <p:spPr>
          <a:xfrm>
            <a:off x="9391353" y="7635314"/>
            <a:ext cx="3734700" cy="5079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400">
                <a:solidFill>
                  <a:srgbClr val="100D25"/>
                </a:solidFill>
                <a:latin typeface="Instrument Sans"/>
                <a:ea typeface="Instrument Sans"/>
                <a:cs typeface="Instrument Sans"/>
                <a:sym typeface="Instrument Sans"/>
              </a:rPr>
              <a:t>Expansion &amp; Evaluation</a:t>
            </a:r>
            <a:endParaRPr b="1" sz="2400">
              <a:solidFill>
                <a:srgbClr val="100D25"/>
              </a:solidFill>
              <a:latin typeface="Instrument Sans"/>
              <a:ea typeface="Instrument Sans"/>
              <a:cs typeface="Instrument Sans"/>
              <a:sym typeface="Instrument Sans"/>
            </a:endParaRPr>
          </a:p>
        </p:txBody>
      </p:sp>
      <p:sp>
        <p:nvSpPr>
          <p:cNvPr id="623" name="Google Shape;623;p44"/>
          <p:cNvSpPr txBox="1"/>
          <p:nvPr/>
        </p:nvSpPr>
        <p:spPr>
          <a:xfrm>
            <a:off x="9608892" y="8016500"/>
            <a:ext cx="3299400" cy="12468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Pharetra massa ultrici quisan hendr dolores magnia ipsum dolor sit amet adipiscing</a:t>
            </a:r>
            <a:endParaRPr sz="1800">
              <a:solidFill>
                <a:schemeClr val="dk1"/>
              </a:solidFill>
              <a:latin typeface="Instrument Sans"/>
              <a:ea typeface="Instrument Sans"/>
              <a:cs typeface="Instrument Sans"/>
              <a:sym typeface="Instrument Sans"/>
            </a:endParaRPr>
          </a:p>
        </p:txBody>
      </p:sp>
      <p:sp>
        <p:nvSpPr>
          <p:cNvPr id="624" name="Google Shape;624;p44"/>
          <p:cNvSpPr txBox="1"/>
          <p:nvPr/>
        </p:nvSpPr>
        <p:spPr>
          <a:xfrm>
            <a:off x="13491453" y="7637031"/>
            <a:ext cx="3734700" cy="5079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400">
                <a:solidFill>
                  <a:srgbClr val="217BEE"/>
                </a:solidFill>
                <a:latin typeface="Instrument Sans"/>
                <a:ea typeface="Instrument Sans"/>
                <a:cs typeface="Instrument Sans"/>
                <a:sym typeface="Instrument Sans"/>
              </a:rPr>
              <a:t>Final Rollout</a:t>
            </a:r>
            <a:endParaRPr b="1" sz="2400">
              <a:solidFill>
                <a:srgbClr val="217BEE"/>
              </a:solidFill>
              <a:latin typeface="Instrument Sans"/>
              <a:ea typeface="Instrument Sans"/>
              <a:cs typeface="Instrument Sans"/>
              <a:sym typeface="Instrument Sans"/>
            </a:endParaRPr>
          </a:p>
        </p:txBody>
      </p:sp>
      <p:sp>
        <p:nvSpPr>
          <p:cNvPr id="625" name="Google Shape;625;p44"/>
          <p:cNvSpPr txBox="1"/>
          <p:nvPr/>
        </p:nvSpPr>
        <p:spPr>
          <a:xfrm>
            <a:off x="13708992" y="8018217"/>
            <a:ext cx="3299400" cy="12468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Pharetra massa ultrici quisan hendr dolores magnia ipsum dolor sit amet adipiscing</a:t>
            </a:r>
            <a:endParaRPr sz="1800">
              <a:solidFill>
                <a:schemeClr val="dk1"/>
              </a:solidFill>
              <a:latin typeface="Instrument Sans"/>
              <a:ea typeface="Instrument Sans"/>
              <a:cs typeface="Instrument Sans"/>
              <a:sym typeface="Instrument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9">
                                            <p:txEl>
                                              <p:pRg end="0" st="0"/>
                                            </p:txEl>
                                          </p:spTgt>
                                        </p:tgtEl>
                                        <p:attrNameLst>
                                          <p:attrName>style.visibility</p:attrName>
                                        </p:attrNameLst>
                                      </p:cBhvr>
                                      <p:to>
                                        <p:strVal val="visible"/>
                                      </p:to>
                                    </p:set>
                                    <p:animEffect filter="fade" transition="in">
                                      <p:cBhvr>
                                        <p:cTn dur="500"/>
                                        <p:tgtEl>
                                          <p:spTgt spid="6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9">
                                            <p:txEl>
                                              <p:pRg end="1" st="1"/>
                                            </p:txEl>
                                          </p:spTgt>
                                        </p:tgtEl>
                                        <p:attrNameLst>
                                          <p:attrName>style.visibility</p:attrName>
                                        </p:attrNameLst>
                                      </p:cBhvr>
                                      <p:to>
                                        <p:strVal val="visible"/>
                                      </p:to>
                                    </p:set>
                                    <p:animEffect filter="fade" transition="in">
                                      <p:cBhvr>
                                        <p:cTn dur="500"/>
                                        <p:tgtEl>
                                          <p:spTgt spid="609">
                                            <p:txEl>
                                              <p:pRg end="1" st="1"/>
                                            </p:txEl>
                                          </p:spTgt>
                                        </p:tgtEl>
                                      </p:cBhvr>
                                    </p:animEffect>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610"/>
                                        </p:tgtEl>
                                        <p:attrNameLst>
                                          <p:attrName>style.visibility</p:attrName>
                                        </p:attrNameLst>
                                      </p:cBhvr>
                                      <p:to>
                                        <p:strVal val="visible"/>
                                      </p:to>
                                    </p:set>
                                    <p:anim calcmode="lin" valueType="num">
                                      <p:cBhvr additive="base">
                                        <p:cTn dur="500"/>
                                        <p:tgtEl>
                                          <p:spTgt spid="610"/>
                                        </p:tgtEl>
                                        <p:attrNameLst>
                                          <p:attrName>ppt_w</p:attrName>
                                        </p:attrNameLst>
                                      </p:cBhvr>
                                      <p:tavLst>
                                        <p:tav fmla="" tm="0">
                                          <p:val>
                                            <p:strVal val="0"/>
                                          </p:val>
                                        </p:tav>
                                        <p:tav fmla="" tm="100000">
                                          <p:val>
                                            <p:strVal val="#ppt_w"/>
                                          </p:val>
                                        </p:tav>
                                      </p:tavLst>
                                    </p:anim>
                                    <p:anim calcmode="lin" valueType="num">
                                      <p:cBhvr additive="base">
                                        <p:cTn dur="500"/>
                                        <p:tgtEl>
                                          <p:spTgt spid="61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14"/>
                                        </p:tgtEl>
                                        <p:attrNameLst>
                                          <p:attrName>style.visibility</p:attrName>
                                        </p:attrNameLst>
                                      </p:cBhvr>
                                      <p:to>
                                        <p:strVal val="visible"/>
                                      </p:to>
                                    </p:set>
                                    <p:anim calcmode="lin" valueType="num">
                                      <p:cBhvr additive="base">
                                        <p:cTn dur="500"/>
                                        <p:tgtEl>
                                          <p:spTgt spid="614"/>
                                        </p:tgtEl>
                                        <p:attrNameLst>
                                          <p:attrName>ppt_w</p:attrName>
                                        </p:attrNameLst>
                                      </p:cBhvr>
                                      <p:tavLst>
                                        <p:tav fmla="" tm="0">
                                          <p:val>
                                            <p:strVal val="0"/>
                                          </p:val>
                                        </p:tav>
                                        <p:tav fmla="" tm="100000">
                                          <p:val>
                                            <p:strVal val="#ppt_w"/>
                                          </p:val>
                                        </p:tav>
                                      </p:tavLst>
                                    </p:anim>
                                    <p:anim calcmode="lin" valueType="num">
                                      <p:cBhvr additive="base">
                                        <p:cTn dur="500"/>
                                        <p:tgtEl>
                                          <p:spTgt spid="614"/>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611"/>
                                        </p:tgtEl>
                                        <p:attrNameLst>
                                          <p:attrName>style.visibility</p:attrName>
                                        </p:attrNameLst>
                                      </p:cBhvr>
                                      <p:to>
                                        <p:strVal val="visible"/>
                                      </p:to>
                                    </p:set>
                                    <p:anim calcmode="lin" valueType="num">
                                      <p:cBhvr additive="base">
                                        <p:cTn dur="500"/>
                                        <p:tgtEl>
                                          <p:spTgt spid="611"/>
                                        </p:tgtEl>
                                        <p:attrNameLst>
                                          <p:attrName>ppt_w</p:attrName>
                                        </p:attrNameLst>
                                      </p:cBhvr>
                                      <p:tavLst>
                                        <p:tav fmla="" tm="0">
                                          <p:val>
                                            <p:strVal val="0"/>
                                          </p:val>
                                        </p:tav>
                                        <p:tav fmla="" tm="100000">
                                          <p:val>
                                            <p:strVal val="#ppt_w"/>
                                          </p:val>
                                        </p:tav>
                                      </p:tavLst>
                                    </p:anim>
                                    <p:anim calcmode="lin" valueType="num">
                                      <p:cBhvr additive="base">
                                        <p:cTn dur="500"/>
                                        <p:tgtEl>
                                          <p:spTgt spid="6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500"/>
                                        <p:tgtEl>
                                          <p:spTgt spid="617"/>
                                        </p:tgtEl>
                                        <p:attrNameLst>
                                          <p:attrName>ppt_w</p:attrName>
                                        </p:attrNameLst>
                                      </p:cBhvr>
                                      <p:tavLst>
                                        <p:tav fmla="" tm="0">
                                          <p:val>
                                            <p:strVal val="0"/>
                                          </p:val>
                                        </p:tav>
                                        <p:tav fmla="" tm="100000">
                                          <p:val>
                                            <p:strVal val="#ppt_w"/>
                                          </p:val>
                                        </p:tav>
                                      </p:tavLst>
                                    </p:anim>
                                    <p:anim calcmode="lin" valueType="num">
                                      <p:cBhvr additive="base">
                                        <p:cTn dur="500"/>
                                        <p:tgtEl>
                                          <p:spTgt spid="617"/>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par>
                                <p:cTn fill="hold" nodeType="with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612"/>
                                        </p:tgtEl>
                                        <p:attrNameLst>
                                          <p:attrName>style.visibility</p:attrName>
                                        </p:attrNameLst>
                                      </p:cBhvr>
                                      <p:to>
                                        <p:strVal val="visible"/>
                                      </p:to>
                                    </p:set>
                                    <p:anim calcmode="lin" valueType="num">
                                      <p:cBhvr additive="base">
                                        <p:cTn dur="500"/>
                                        <p:tgtEl>
                                          <p:spTgt spid="612"/>
                                        </p:tgtEl>
                                        <p:attrNameLst>
                                          <p:attrName>ppt_w</p:attrName>
                                        </p:attrNameLst>
                                      </p:cBhvr>
                                      <p:tavLst>
                                        <p:tav fmla="" tm="0">
                                          <p:val>
                                            <p:strVal val="0"/>
                                          </p:val>
                                        </p:tav>
                                        <p:tav fmla="" tm="100000">
                                          <p:val>
                                            <p:strVal val="#ppt_w"/>
                                          </p:val>
                                        </p:tav>
                                      </p:tavLst>
                                    </p:anim>
                                    <p:anim calcmode="lin" valueType="num">
                                      <p:cBhvr additive="base">
                                        <p:cTn dur="500"/>
                                        <p:tgtEl>
                                          <p:spTgt spid="61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18"/>
                                        </p:tgtEl>
                                        <p:attrNameLst>
                                          <p:attrName>style.visibility</p:attrName>
                                        </p:attrNameLst>
                                      </p:cBhvr>
                                      <p:to>
                                        <p:strVal val="visible"/>
                                      </p:to>
                                    </p:set>
                                    <p:anim calcmode="lin" valueType="num">
                                      <p:cBhvr additive="base">
                                        <p:cTn dur="500"/>
                                        <p:tgtEl>
                                          <p:spTgt spid="618"/>
                                        </p:tgtEl>
                                        <p:attrNameLst>
                                          <p:attrName>ppt_w</p:attrName>
                                        </p:attrNameLst>
                                      </p:cBhvr>
                                      <p:tavLst>
                                        <p:tav fmla="" tm="0">
                                          <p:val>
                                            <p:strVal val="0"/>
                                          </p:val>
                                        </p:tav>
                                        <p:tav fmla="" tm="100000">
                                          <p:val>
                                            <p:strVal val="#ppt_w"/>
                                          </p:val>
                                        </p:tav>
                                      </p:tavLst>
                                    </p:anim>
                                    <p:anim calcmode="lin" valueType="num">
                                      <p:cBhvr additive="base">
                                        <p:cTn dur="500"/>
                                        <p:tgtEl>
                                          <p:spTgt spid="618"/>
                                        </p:tgtEl>
                                        <p:attrNameLst>
                                          <p:attrName>ppt_h</p:attrName>
                                        </p:attrNameLst>
                                      </p:cBhvr>
                                      <p:tavLst>
                                        <p:tav fmla="" tm="0">
                                          <p:val>
                                            <p:strVal val="0"/>
                                          </p:val>
                                        </p:tav>
                                        <p:tav fmla="" tm="100000">
                                          <p:val>
                                            <p:strVal val="#ppt_h"/>
                                          </p:val>
                                        </p:tav>
                                      </p:tavLst>
                                    </p:anim>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par>
                                <p:cTn fill="hold" nodeType="with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500"/>
                                        <p:tgtEl>
                                          <p:spTgt spid="623"/>
                                        </p:tgtEl>
                                      </p:cBhvr>
                                    </p:animEffect>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613"/>
                                        </p:tgtEl>
                                        <p:attrNameLst>
                                          <p:attrName>style.visibility</p:attrName>
                                        </p:attrNameLst>
                                      </p:cBhvr>
                                      <p:to>
                                        <p:strVal val="visible"/>
                                      </p:to>
                                    </p:set>
                                    <p:anim calcmode="lin" valueType="num">
                                      <p:cBhvr additive="base">
                                        <p:cTn dur="500"/>
                                        <p:tgtEl>
                                          <p:spTgt spid="613"/>
                                        </p:tgtEl>
                                        <p:attrNameLst>
                                          <p:attrName>ppt_w</p:attrName>
                                        </p:attrNameLst>
                                      </p:cBhvr>
                                      <p:tavLst>
                                        <p:tav fmla="" tm="0">
                                          <p:val>
                                            <p:strVal val="0"/>
                                          </p:val>
                                        </p:tav>
                                        <p:tav fmla="" tm="100000">
                                          <p:val>
                                            <p:strVal val="#ppt_w"/>
                                          </p:val>
                                        </p:tav>
                                      </p:tavLst>
                                    </p:anim>
                                    <p:anim calcmode="lin" valueType="num">
                                      <p:cBhvr additive="base">
                                        <p:cTn dur="500"/>
                                        <p:tgtEl>
                                          <p:spTgt spid="61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ppt_w</p:attrName>
                                        </p:attrNameLst>
                                      </p:cBhvr>
                                      <p:tavLst>
                                        <p:tav fmla="" tm="0">
                                          <p:val>
                                            <p:strVal val="0"/>
                                          </p:val>
                                        </p:tav>
                                        <p:tav fmla="" tm="100000">
                                          <p:val>
                                            <p:strVal val="#ppt_w"/>
                                          </p:val>
                                        </p:tav>
                                      </p:tavLst>
                                    </p:anim>
                                    <p:anim calcmode="lin" valueType="num">
                                      <p:cBhvr additive="base">
                                        <p:cTn dur="500"/>
                                        <p:tgtEl>
                                          <p:spTgt spid="619"/>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5"/>
          <p:cNvSpPr/>
          <p:nvPr/>
        </p:nvSpPr>
        <p:spPr>
          <a:xfrm>
            <a:off x="13362300" y="3755160"/>
            <a:ext cx="673894" cy="325564"/>
          </a:xfrm>
          <a:custGeom>
            <a:rect b="b" l="l" r="r" t="t"/>
            <a:pathLst>
              <a:path extrusionOk="0" h="434086" w="898525">
                <a:moveTo>
                  <a:pt x="898525" y="0"/>
                </a:moveTo>
                <a:lnTo>
                  <a:pt x="0" y="326136"/>
                </a:lnTo>
                <a:lnTo>
                  <a:pt x="530606" y="434086"/>
                </a:lnTo>
                <a:lnTo>
                  <a:pt x="898525" y="0"/>
                </a:lnTo>
                <a:close/>
              </a:path>
            </a:pathLst>
          </a:custGeom>
          <a:solidFill>
            <a:srgbClr val="217BEE"/>
          </a:solidFill>
          <a:ln>
            <a:noFill/>
          </a:ln>
        </p:spPr>
      </p:sp>
      <p:sp>
        <p:nvSpPr>
          <p:cNvPr id="631" name="Google Shape;631;p45"/>
          <p:cNvSpPr/>
          <p:nvPr/>
        </p:nvSpPr>
        <p:spPr>
          <a:xfrm>
            <a:off x="12878460" y="3127140"/>
            <a:ext cx="1002792" cy="817531"/>
          </a:xfrm>
          <a:custGeom>
            <a:rect b="b" l="l" r="r" t="t"/>
            <a:pathLst>
              <a:path extrusionOk="0" h="1090041" w="1337056">
                <a:moveTo>
                  <a:pt x="0" y="504698"/>
                </a:moveTo>
                <a:lnTo>
                  <a:pt x="0" y="0"/>
                </a:lnTo>
                <a:cubicBezTo>
                  <a:pt x="0" y="0"/>
                  <a:pt x="1028192" y="45339"/>
                  <a:pt x="1337056" y="919480"/>
                </a:cubicBezTo>
                <a:lnTo>
                  <a:pt x="877697" y="1090041"/>
                </a:lnTo>
                <a:cubicBezTo>
                  <a:pt x="730758" y="735076"/>
                  <a:pt x="383794" y="503301"/>
                  <a:pt x="0" y="504698"/>
                </a:cubicBezTo>
                <a:close/>
              </a:path>
            </a:pathLst>
          </a:custGeom>
          <a:solidFill>
            <a:srgbClr val="217B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5"/>
          <p:cNvSpPr/>
          <p:nvPr/>
        </p:nvSpPr>
        <p:spPr>
          <a:xfrm>
            <a:off x="9688140" y="2999700"/>
            <a:ext cx="325565" cy="673894"/>
          </a:xfrm>
          <a:custGeom>
            <a:rect b="b" l="l" r="r" t="t"/>
            <a:pathLst>
              <a:path extrusionOk="0" h="898525" w="434086">
                <a:moveTo>
                  <a:pt x="0" y="0"/>
                </a:moveTo>
                <a:lnTo>
                  <a:pt x="326136" y="898525"/>
                </a:lnTo>
                <a:lnTo>
                  <a:pt x="434086" y="367919"/>
                </a:lnTo>
                <a:lnTo>
                  <a:pt x="0" y="0"/>
                </a:lnTo>
                <a:close/>
              </a:path>
            </a:pathLst>
          </a:custGeom>
          <a:solidFill>
            <a:srgbClr val="2B2E72"/>
          </a:solidFill>
          <a:ln>
            <a:noFill/>
          </a:ln>
        </p:spPr>
      </p:sp>
      <p:sp>
        <p:nvSpPr>
          <p:cNvPr id="633" name="Google Shape;633;p45"/>
          <p:cNvSpPr/>
          <p:nvPr/>
        </p:nvSpPr>
        <p:spPr>
          <a:xfrm>
            <a:off x="9060660" y="3154140"/>
            <a:ext cx="817531" cy="1002792"/>
          </a:xfrm>
          <a:custGeom>
            <a:rect b="b" l="l" r="r" t="t"/>
            <a:pathLst>
              <a:path extrusionOk="0" h="1337056" w="1090041">
                <a:moveTo>
                  <a:pt x="504698" y="1337056"/>
                </a:moveTo>
                <a:lnTo>
                  <a:pt x="0" y="1337056"/>
                </a:lnTo>
                <a:cubicBezTo>
                  <a:pt x="0" y="1337056"/>
                  <a:pt x="45339" y="308102"/>
                  <a:pt x="919480" y="0"/>
                </a:cubicBezTo>
                <a:lnTo>
                  <a:pt x="1090041" y="458597"/>
                </a:lnTo>
                <a:cubicBezTo>
                  <a:pt x="734441" y="605536"/>
                  <a:pt x="503301" y="952500"/>
                  <a:pt x="504698" y="1337056"/>
                </a:cubicBezTo>
                <a:close/>
              </a:path>
            </a:pathLst>
          </a:custGeom>
          <a:solidFill>
            <a:srgbClr val="2B2E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5"/>
          <p:cNvSpPr/>
          <p:nvPr/>
        </p:nvSpPr>
        <p:spPr>
          <a:xfrm>
            <a:off x="8563860" y="6856920"/>
            <a:ext cx="673894" cy="326136"/>
          </a:xfrm>
          <a:custGeom>
            <a:rect b="b" l="l" r="r" t="t"/>
            <a:pathLst>
              <a:path extrusionOk="0" h="434848" w="898525">
                <a:moveTo>
                  <a:pt x="898525" y="434848"/>
                </a:moveTo>
                <a:lnTo>
                  <a:pt x="0" y="107315"/>
                </a:lnTo>
                <a:lnTo>
                  <a:pt x="530606" y="0"/>
                </a:lnTo>
                <a:lnTo>
                  <a:pt x="898525" y="434848"/>
                </a:lnTo>
                <a:close/>
              </a:path>
            </a:pathLst>
          </a:custGeom>
          <a:solidFill>
            <a:srgbClr val="5255BF"/>
          </a:solidFill>
          <a:ln>
            <a:noFill/>
          </a:ln>
        </p:spPr>
      </p:sp>
      <p:sp>
        <p:nvSpPr>
          <p:cNvPr id="635" name="Google Shape;635;p45"/>
          <p:cNvSpPr/>
          <p:nvPr/>
        </p:nvSpPr>
        <p:spPr>
          <a:xfrm>
            <a:off x="8080020" y="6993000"/>
            <a:ext cx="1002792" cy="817531"/>
          </a:xfrm>
          <a:custGeom>
            <a:rect b="b" l="l" r="r" t="t"/>
            <a:pathLst>
              <a:path extrusionOk="0" h="1090041" w="1337056">
                <a:moveTo>
                  <a:pt x="0" y="585343"/>
                </a:moveTo>
                <a:lnTo>
                  <a:pt x="0" y="1090041"/>
                </a:lnTo>
                <a:cubicBezTo>
                  <a:pt x="0" y="1090041"/>
                  <a:pt x="1028192" y="1043940"/>
                  <a:pt x="1337056" y="169926"/>
                </a:cubicBezTo>
                <a:lnTo>
                  <a:pt x="877697" y="0"/>
                </a:lnTo>
                <a:cubicBezTo>
                  <a:pt x="731520" y="354965"/>
                  <a:pt x="383794" y="586740"/>
                  <a:pt x="0" y="585343"/>
                </a:cubicBezTo>
                <a:close/>
              </a:path>
            </a:pathLst>
          </a:custGeom>
          <a:solidFill>
            <a:srgbClr val="525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5"/>
          <p:cNvSpPr/>
          <p:nvPr/>
        </p:nvSpPr>
        <p:spPr>
          <a:xfrm>
            <a:off x="4989060" y="7300800"/>
            <a:ext cx="325564" cy="673894"/>
          </a:xfrm>
          <a:custGeom>
            <a:rect b="b" l="l" r="r" t="t"/>
            <a:pathLst>
              <a:path extrusionOk="0" h="898525" w="434086">
                <a:moveTo>
                  <a:pt x="0" y="898525"/>
                </a:moveTo>
                <a:lnTo>
                  <a:pt x="326136" y="0"/>
                </a:lnTo>
                <a:lnTo>
                  <a:pt x="434086" y="530606"/>
                </a:lnTo>
                <a:lnTo>
                  <a:pt x="0" y="898525"/>
                </a:lnTo>
                <a:close/>
              </a:path>
            </a:pathLst>
          </a:custGeom>
          <a:solidFill>
            <a:srgbClr val="D13B5F"/>
          </a:solidFill>
          <a:ln>
            <a:noFill/>
          </a:ln>
        </p:spPr>
      </p:sp>
      <p:sp>
        <p:nvSpPr>
          <p:cNvPr id="637" name="Google Shape;637;p45"/>
          <p:cNvSpPr/>
          <p:nvPr/>
        </p:nvSpPr>
        <p:spPr>
          <a:xfrm>
            <a:off x="4361580" y="6817500"/>
            <a:ext cx="817531" cy="1002792"/>
          </a:xfrm>
          <a:custGeom>
            <a:rect b="b" l="l" r="r" t="t"/>
            <a:pathLst>
              <a:path extrusionOk="0" h="1337056" w="1090041">
                <a:moveTo>
                  <a:pt x="504698" y="0"/>
                </a:moveTo>
                <a:lnTo>
                  <a:pt x="0" y="0"/>
                </a:lnTo>
                <a:cubicBezTo>
                  <a:pt x="0" y="0"/>
                  <a:pt x="45339" y="1028192"/>
                  <a:pt x="920115" y="1337056"/>
                </a:cubicBezTo>
                <a:lnTo>
                  <a:pt x="1090041" y="877697"/>
                </a:lnTo>
                <a:cubicBezTo>
                  <a:pt x="734441" y="731520"/>
                  <a:pt x="503301" y="383794"/>
                  <a:pt x="504698" y="0"/>
                </a:cubicBezTo>
                <a:close/>
              </a:path>
            </a:pathLst>
          </a:custGeom>
          <a:solidFill>
            <a:srgbClr val="D13B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5"/>
          <p:cNvSpPr/>
          <p:nvPr/>
        </p:nvSpPr>
        <p:spPr>
          <a:xfrm>
            <a:off x="3128490" y="4237110"/>
            <a:ext cx="2515860" cy="2515860"/>
          </a:xfrm>
          <a:custGeom>
            <a:rect b="b" l="l" r="r" t="t"/>
            <a:pathLst>
              <a:path extrusionOk="0" h="2515860" w="2515860">
                <a:moveTo>
                  <a:pt x="0" y="0"/>
                </a:moveTo>
                <a:lnTo>
                  <a:pt x="2515860" y="0"/>
                </a:lnTo>
                <a:lnTo>
                  <a:pt x="2515860" y="2515860"/>
                </a:lnTo>
                <a:lnTo>
                  <a:pt x="0" y="2515860"/>
                </a:lnTo>
                <a:lnTo>
                  <a:pt x="0" y="0"/>
                </a:lnTo>
                <a:close/>
              </a:path>
            </a:pathLst>
          </a:custGeom>
          <a:blipFill rotWithShape="1">
            <a:blip r:embed="rId3">
              <a:alphaModFix/>
            </a:blip>
            <a:stretch>
              <a:fillRect b="0" l="0" r="0" t="0"/>
            </a:stretch>
          </a:blipFill>
          <a:ln>
            <a:noFill/>
          </a:ln>
        </p:spPr>
      </p:sp>
      <p:sp>
        <p:nvSpPr>
          <p:cNvPr id="639" name="Google Shape;639;p45"/>
          <p:cNvSpPr/>
          <p:nvPr/>
        </p:nvSpPr>
        <p:spPr>
          <a:xfrm>
            <a:off x="10182510" y="1926990"/>
            <a:ext cx="2515860" cy="2515860"/>
          </a:xfrm>
          <a:custGeom>
            <a:rect b="b" l="l" r="r" t="t"/>
            <a:pathLst>
              <a:path extrusionOk="0" h="2515860" w="2515860">
                <a:moveTo>
                  <a:pt x="0" y="0"/>
                </a:moveTo>
                <a:lnTo>
                  <a:pt x="2515860" y="0"/>
                </a:lnTo>
                <a:lnTo>
                  <a:pt x="2515860" y="2515860"/>
                </a:lnTo>
                <a:lnTo>
                  <a:pt x="0" y="2515860"/>
                </a:lnTo>
                <a:lnTo>
                  <a:pt x="0" y="0"/>
                </a:lnTo>
                <a:close/>
              </a:path>
            </a:pathLst>
          </a:custGeom>
          <a:blipFill rotWithShape="1">
            <a:blip r:embed="rId4">
              <a:alphaModFix/>
            </a:blip>
            <a:stretch>
              <a:fillRect b="0" l="0" r="0" t="0"/>
            </a:stretch>
          </a:blipFill>
          <a:ln>
            <a:noFill/>
          </a:ln>
        </p:spPr>
      </p:sp>
      <p:sp>
        <p:nvSpPr>
          <p:cNvPr id="640" name="Google Shape;640;p45"/>
          <p:cNvSpPr/>
          <p:nvPr/>
        </p:nvSpPr>
        <p:spPr>
          <a:xfrm>
            <a:off x="5463450" y="6407370"/>
            <a:ext cx="2515860" cy="2515860"/>
          </a:xfrm>
          <a:custGeom>
            <a:rect b="b" l="l" r="r" t="t"/>
            <a:pathLst>
              <a:path extrusionOk="0" h="2515860" w="2515860">
                <a:moveTo>
                  <a:pt x="0" y="0"/>
                </a:moveTo>
                <a:lnTo>
                  <a:pt x="2515860" y="0"/>
                </a:lnTo>
                <a:lnTo>
                  <a:pt x="2515860" y="2515860"/>
                </a:lnTo>
                <a:lnTo>
                  <a:pt x="0" y="2515860"/>
                </a:lnTo>
                <a:lnTo>
                  <a:pt x="0" y="0"/>
                </a:lnTo>
                <a:close/>
              </a:path>
            </a:pathLst>
          </a:custGeom>
          <a:blipFill rotWithShape="1">
            <a:blip r:embed="rId5">
              <a:alphaModFix/>
            </a:blip>
            <a:stretch>
              <a:fillRect b="0" l="0" r="0" t="0"/>
            </a:stretch>
          </a:blipFill>
          <a:ln>
            <a:noFill/>
          </a:ln>
        </p:spPr>
      </p:sp>
      <p:sp>
        <p:nvSpPr>
          <p:cNvPr id="641" name="Google Shape;641;p45"/>
          <p:cNvSpPr/>
          <p:nvPr/>
        </p:nvSpPr>
        <p:spPr>
          <a:xfrm>
            <a:off x="7979850" y="4262490"/>
            <a:ext cx="2515860" cy="2515860"/>
          </a:xfrm>
          <a:custGeom>
            <a:rect b="b" l="l" r="r" t="t"/>
            <a:pathLst>
              <a:path extrusionOk="0" h="2515860" w="2515860">
                <a:moveTo>
                  <a:pt x="0" y="0"/>
                </a:moveTo>
                <a:lnTo>
                  <a:pt x="2515860" y="0"/>
                </a:lnTo>
                <a:lnTo>
                  <a:pt x="2515860" y="2515860"/>
                </a:lnTo>
                <a:lnTo>
                  <a:pt x="0" y="2515860"/>
                </a:lnTo>
                <a:lnTo>
                  <a:pt x="0" y="0"/>
                </a:lnTo>
                <a:close/>
              </a:path>
            </a:pathLst>
          </a:custGeom>
          <a:blipFill rotWithShape="1">
            <a:blip r:embed="rId6">
              <a:alphaModFix/>
            </a:blip>
            <a:stretch>
              <a:fillRect b="0" l="0" r="0" t="0"/>
            </a:stretch>
          </a:blipFill>
          <a:ln>
            <a:noFill/>
          </a:ln>
        </p:spPr>
      </p:sp>
      <p:sp>
        <p:nvSpPr>
          <p:cNvPr id="642" name="Google Shape;642;p45"/>
          <p:cNvSpPr/>
          <p:nvPr/>
        </p:nvSpPr>
        <p:spPr>
          <a:xfrm>
            <a:off x="12647070" y="4207410"/>
            <a:ext cx="2512620" cy="2515860"/>
          </a:xfrm>
          <a:custGeom>
            <a:rect b="b" l="l" r="r" t="t"/>
            <a:pathLst>
              <a:path extrusionOk="0" h="2515860" w="2512620">
                <a:moveTo>
                  <a:pt x="0" y="0"/>
                </a:moveTo>
                <a:lnTo>
                  <a:pt x="2512620" y="0"/>
                </a:lnTo>
                <a:lnTo>
                  <a:pt x="2512620" y="2515860"/>
                </a:lnTo>
                <a:lnTo>
                  <a:pt x="0" y="2515860"/>
                </a:lnTo>
                <a:lnTo>
                  <a:pt x="0" y="0"/>
                </a:lnTo>
                <a:close/>
              </a:path>
            </a:pathLst>
          </a:custGeom>
          <a:blipFill rotWithShape="1">
            <a:blip r:embed="rId7">
              <a:alphaModFix/>
            </a:blip>
            <a:stretch>
              <a:fillRect b="0" l="0" r="0" t="0"/>
            </a:stretch>
          </a:blipFill>
          <a:ln>
            <a:noFill/>
          </a:ln>
        </p:spPr>
      </p:sp>
      <p:sp>
        <p:nvSpPr>
          <p:cNvPr id="643" name="Google Shape;643;p45"/>
          <p:cNvSpPr txBox="1"/>
          <p:nvPr/>
        </p:nvSpPr>
        <p:spPr>
          <a:xfrm>
            <a:off x="3598920" y="4747365"/>
            <a:ext cx="15750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3600" u="none" cap="none" strike="noStrike">
                <a:solidFill>
                  <a:srgbClr val="393D99"/>
                </a:solidFill>
                <a:latin typeface="Sora Medium"/>
                <a:ea typeface="Sora Medium"/>
                <a:cs typeface="Sora Medium"/>
                <a:sym typeface="Sora Medium"/>
              </a:rPr>
              <a:t>$4,2M</a:t>
            </a:r>
            <a:endParaRPr>
              <a:latin typeface="Sora Medium"/>
              <a:ea typeface="Sora Medium"/>
              <a:cs typeface="Sora Medium"/>
              <a:sym typeface="Sora Medium"/>
            </a:endParaRPr>
          </a:p>
        </p:txBody>
      </p:sp>
      <p:sp>
        <p:nvSpPr>
          <p:cNvPr id="644" name="Google Shape;644;p45"/>
          <p:cNvSpPr txBox="1"/>
          <p:nvPr/>
        </p:nvSpPr>
        <p:spPr>
          <a:xfrm>
            <a:off x="3512520" y="5263740"/>
            <a:ext cx="1747800" cy="7758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a:t>
            </a:r>
            <a:endParaRPr>
              <a:latin typeface="Instrument Sans"/>
              <a:ea typeface="Instrument Sans"/>
              <a:cs typeface="Instrument Sans"/>
              <a:sym typeface="Instrument Sans"/>
            </a:endParaRPr>
          </a:p>
        </p:txBody>
      </p:sp>
      <p:sp>
        <p:nvSpPr>
          <p:cNvPr id="645" name="Google Shape;645;p45"/>
          <p:cNvSpPr txBox="1"/>
          <p:nvPr/>
        </p:nvSpPr>
        <p:spPr>
          <a:xfrm>
            <a:off x="5933340" y="6917625"/>
            <a:ext cx="15750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3600" u="none" cap="none" strike="noStrike">
                <a:solidFill>
                  <a:srgbClr val="5255BF"/>
                </a:solidFill>
                <a:latin typeface="Sora Medium"/>
                <a:ea typeface="Sora Medium"/>
                <a:cs typeface="Sora Medium"/>
                <a:sym typeface="Sora Medium"/>
              </a:rPr>
              <a:t>$5,5M</a:t>
            </a:r>
            <a:endParaRPr>
              <a:latin typeface="Sora Medium"/>
              <a:ea typeface="Sora Medium"/>
              <a:cs typeface="Sora Medium"/>
              <a:sym typeface="Sora Medium"/>
            </a:endParaRPr>
          </a:p>
        </p:txBody>
      </p:sp>
      <p:sp>
        <p:nvSpPr>
          <p:cNvPr id="646" name="Google Shape;646;p45"/>
          <p:cNvSpPr txBox="1"/>
          <p:nvPr/>
        </p:nvSpPr>
        <p:spPr>
          <a:xfrm>
            <a:off x="5847480" y="7434540"/>
            <a:ext cx="1747800" cy="7758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a:t>
            </a:r>
            <a:endParaRPr>
              <a:latin typeface="Instrument Sans"/>
              <a:ea typeface="Instrument Sans"/>
              <a:cs typeface="Instrument Sans"/>
              <a:sym typeface="Instrument Sans"/>
            </a:endParaRPr>
          </a:p>
        </p:txBody>
      </p:sp>
      <p:sp>
        <p:nvSpPr>
          <p:cNvPr id="647" name="Google Shape;647;p45"/>
          <p:cNvSpPr txBox="1"/>
          <p:nvPr/>
        </p:nvSpPr>
        <p:spPr>
          <a:xfrm>
            <a:off x="8449740" y="4772745"/>
            <a:ext cx="15750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3600" u="none" cap="none" strike="noStrike">
                <a:solidFill>
                  <a:srgbClr val="527BBC"/>
                </a:solidFill>
                <a:latin typeface="Sora Medium"/>
                <a:ea typeface="Sora Medium"/>
                <a:cs typeface="Sora Medium"/>
                <a:sym typeface="Sora Medium"/>
              </a:rPr>
              <a:t>$6,4M</a:t>
            </a:r>
            <a:endParaRPr>
              <a:latin typeface="Sora Medium"/>
              <a:ea typeface="Sora Medium"/>
              <a:cs typeface="Sora Medium"/>
              <a:sym typeface="Sora Medium"/>
            </a:endParaRPr>
          </a:p>
        </p:txBody>
      </p:sp>
      <p:sp>
        <p:nvSpPr>
          <p:cNvPr id="648" name="Google Shape;648;p45"/>
          <p:cNvSpPr txBox="1"/>
          <p:nvPr/>
        </p:nvSpPr>
        <p:spPr>
          <a:xfrm>
            <a:off x="8363340" y="5289120"/>
            <a:ext cx="1747800" cy="7758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a:t>
            </a:r>
            <a:endParaRPr>
              <a:latin typeface="Instrument Sans"/>
              <a:ea typeface="Instrument Sans"/>
              <a:cs typeface="Instrument Sans"/>
              <a:sym typeface="Instrument Sans"/>
            </a:endParaRPr>
          </a:p>
        </p:txBody>
      </p:sp>
      <p:sp>
        <p:nvSpPr>
          <p:cNvPr id="649" name="Google Shape;649;p45"/>
          <p:cNvSpPr txBox="1"/>
          <p:nvPr/>
        </p:nvSpPr>
        <p:spPr>
          <a:xfrm>
            <a:off x="10652400" y="2437245"/>
            <a:ext cx="15750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3600" u="none" cap="none" strike="noStrike">
                <a:solidFill>
                  <a:srgbClr val="49B2D9"/>
                </a:solidFill>
                <a:latin typeface="Sora Medium"/>
                <a:ea typeface="Sora Medium"/>
                <a:cs typeface="Sora Medium"/>
                <a:sym typeface="Sora Medium"/>
              </a:rPr>
              <a:t>$7,8M</a:t>
            </a:r>
            <a:endParaRPr>
              <a:latin typeface="Sora Medium"/>
              <a:ea typeface="Sora Medium"/>
              <a:cs typeface="Sora Medium"/>
              <a:sym typeface="Sora Medium"/>
            </a:endParaRPr>
          </a:p>
        </p:txBody>
      </p:sp>
      <p:sp>
        <p:nvSpPr>
          <p:cNvPr id="650" name="Google Shape;650;p45"/>
          <p:cNvSpPr txBox="1"/>
          <p:nvPr/>
        </p:nvSpPr>
        <p:spPr>
          <a:xfrm>
            <a:off x="10566000" y="2953620"/>
            <a:ext cx="1747800" cy="7758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a:t>
            </a:r>
            <a:endParaRPr>
              <a:latin typeface="Instrument Sans"/>
              <a:ea typeface="Instrument Sans"/>
              <a:cs typeface="Instrument Sans"/>
              <a:sym typeface="Instrument Sans"/>
            </a:endParaRPr>
          </a:p>
        </p:txBody>
      </p:sp>
      <p:sp>
        <p:nvSpPr>
          <p:cNvPr id="651" name="Google Shape;651;p45"/>
          <p:cNvSpPr txBox="1"/>
          <p:nvPr/>
        </p:nvSpPr>
        <p:spPr>
          <a:xfrm>
            <a:off x="13115340" y="4717665"/>
            <a:ext cx="15750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3600" u="none" cap="none" strike="noStrike">
                <a:solidFill>
                  <a:srgbClr val="49B2D9"/>
                </a:solidFill>
                <a:latin typeface="Sora Medium"/>
                <a:ea typeface="Sora Medium"/>
                <a:cs typeface="Sora Medium"/>
                <a:sym typeface="Sora Medium"/>
              </a:rPr>
              <a:t>$8,1M</a:t>
            </a:r>
            <a:endParaRPr>
              <a:latin typeface="Sora Medium"/>
              <a:ea typeface="Sora Medium"/>
              <a:cs typeface="Sora Medium"/>
              <a:sym typeface="Sora Medium"/>
            </a:endParaRPr>
          </a:p>
        </p:txBody>
      </p:sp>
      <p:sp>
        <p:nvSpPr>
          <p:cNvPr id="652" name="Google Shape;652;p45"/>
          <p:cNvSpPr txBox="1"/>
          <p:nvPr/>
        </p:nvSpPr>
        <p:spPr>
          <a:xfrm>
            <a:off x="13029480" y="5234040"/>
            <a:ext cx="1747800" cy="7758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i="0" lang="en-US" sz="1800" u="none" cap="none" strike="noStrike">
                <a:solidFill>
                  <a:srgbClr val="595959"/>
                </a:solidFill>
                <a:latin typeface="Instrument Sans"/>
                <a:ea typeface="Instrument Sans"/>
                <a:cs typeface="Instrument Sans"/>
                <a:sym typeface="Instrument Sans"/>
              </a:rPr>
              <a:t>Lorem ipsum dolor sit amet,</a:t>
            </a:r>
            <a:endParaRPr>
              <a:latin typeface="Instrument Sans"/>
              <a:ea typeface="Instrument Sans"/>
              <a:cs typeface="Instrument Sans"/>
              <a:sym typeface="Instrument Sans"/>
            </a:endParaRPr>
          </a:p>
        </p:txBody>
      </p:sp>
      <p:sp>
        <p:nvSpPr>
          <p:cNvPr id="653" name="Google Shape;653;p45"/>
          <p:cNvSpPr txBox="1"/>
          <p:nvPr/>
        </p:nvSpPr>
        <p:spPr>
          <a:xfrm>
            <a:off x="1300680" y="1402065"/>
            <a:ext cx="5984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SemiBold"/>
                <a:ea typeface="Sora SemiBold"/>
                <a:cs typeface="Sora SemiBold"/>
                <a:sym typeface="Sora SemiBold"/>
              </a:rPr>
              <a:t>Straight Forward </a:t>
            </a:r>
            <a:r>
              <a:rPr i="0" lang="en-US" sz="6000" u="none" cap="none" strike="noStrike">
                <a:solidFill>
                  <a:srgbClr val="217BEE"/>
                </a:solidFill>
                <a:latin typeface="Sora SemiBold"/>
                <a:ea typeface="Sora SemiBold"/>
                <a:cs typeface="Sora SemiBold"/>
                <a:sym typeface="Sora SemiBold"/>
              </a:rPr>
              <a:t>Future</a:t>
            </a:r>
            <a:endParaRPr>
              <a:solidFill>
                <a:srgbClr val="217BEE"/>
              </a:solidFill>
              <a:latin typeface="Sora SemiBold"/>
              <a:ea typeface="Sora SemiBold"/>
              <a:cs typeface="Sora SemiBold"/>
              <a:sym typeface="Sora SemiBold"/>
            </a:endParaRPr>
          </a:p>
        </p:txBody>
      </p:sp>
      <p:pic>
        <p:nvPicPr>
          <p:cNvPr id="654" name="Google Shape;654;p45" title="N Isotype.png"/>
          <p:cNvPicPr preferRelativeResize="0"/>
          <p:nvPr/>
        </p:nvPicPr>
        <p:blipFill>
          <a:blip r:embed="rId8">
            <a:alphaModFix/>
          </a:blip>
          <a:stretch>
            <a:fillRect/>
          </a:stretch>
        </p:blipFill>
        <p:spPr>
          <a:xfrm>
            <a:off x="16908626" y="598338"/>
            <a:ext cx="656751" cy="816844"/>
          </a:xfrm>
          <a:prstGeom prst="rect">
            <a:avLst/>
          </a:prstGeom>
          <a:noFill/>
          <a:ln>
            <a:noFill/>
          </a:ln>
        </p:spPr>
      </p:pic>
      <p:sp>
        <p:nvSpPr>
          <p:cNvPr id="655" name="Google Shape;655;p45"/>
          <p:cNvSpPr txBox="1"/>
          <p:nvPr/>
        </p:nvSpPr>
        <p:spPr>
          <a:xfrm>
            <a:off x="12313800" y="7406236"/>
            <a:ext cx="4324500" cy="2077800"/>
          </a:xfrm>
          <a:prstGeom prst="rect">
            <a:avLst/>
          </a:prstGeom>
          <a:noFill/>
          <a:ln>
            <a:noFill/>
          </a:ln>
        </p:spPr>
        <p:txBody>
          <a:bodyPr anchorCtr="0" anchor="ctr"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a:t>
            </a:r>
            <a:r>
              <a:rPr lang="en-US" sz="1800">
                <a:solidFill>
                  <a:schemeClr val="dk1"/>
                </a:solidFill>
                <a:latin typeface="Instrument Sans"/>
                <a:ea typeface="Instrument Sans"/>
                <a:cs typeface="Instrument Sans"/>
                <a:sym typeface="Instrument Sans"/>
              </a:rPr>
              <a:t>luctusluctusluctusluctusluctusluctus</a:t>
            </a:r>
            <a:endParaRPr sz="2100">
              <a:latin typeface="Instrument Sans"/>
              <a:ea typeface="Instrument Sans"/>
              <a:cs typeface="Instrument Sans"/>
              <a:sym typeface="Instrument Sans"/>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6"/>
          <p:cNvSpPr txBox="1"/>
          <p:nvPr>
            <p:ph type="title"/>
          </p:nvPr>
        </p:nvSpPr>
        <p:spPr>
          <a:xfrm>
            <a:off x="775640" y="537783"/>
            <a:ext cx="16737000" cy="7092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F3F3F"/>
              </a:buClr>
              <a:buSzPts val="4400"/>
              <a:buFont typeface="Roboto"/>
              <a:buNone/>
            </a:pPr>
            <a:r>
              <a:rPr b="0" lang="en-US">
                <a:latin typeface="Sora SemiBold"/>
                <a:ea typeface="Sora SemiBold"/>
                <a:cs typeface="Sora SemiBold"/>
                <a:sym typeface="Sora SemiBold"/>
              </a:rPr>
              <a:t>Financial Profit &amp; Loss</a:t>
            </a:r>
            <a:endParaRPr b="0">
              <a:latin typeface="Sora SemiBold"/>
              <a:ea typeface="Sora SemiBold"/>
              <a:cs typeface="Sora SemiBold"/>
              <a:sym typeface="Sora SemiBold"/>
            </a:endParaRPr>
          </a:p>
        </p:txBody>
      </p:sp>
      <p:sp>
        <p:nvSpPr>
          <p:cNvPr id="661" name="Google Shape;661;p46"/>
          <p:cNvSpPr/>
          <p:nvPr/>
        </p:nvSpPr>
        <p:spPr>
          <a:xfrm>
            <a:off x="774702" y="4303185"/>
            <a:ext cx="16751400" cy="5104500"/>
          </a:xfrm>
          <a:prstGeom prst="rect">
            <a:avLst/>
          </a:prstGeom>
          <a:noFill/>
          <a:ln>
            <a:noFill/>
          </a:ln>
          <a:effectLst>
            <a:outerShdw blurRad="582083" rotWithShape="0" algn="ctr">
              <a:srgbClr val="000000">
                <a:alpha val="6669"/>
              </a:srgbClr>
            </a:outerShdw>
          </a:effectLst>
        </p:spPr>
        <p:txBody>
          <a:bodyPr anchorCtr="0" anchor="ctr" bIns="83775" lIns="167625" spcFirstLastPara="1" rIns="167625" wrap="square" tIns="83775">
            <a:noAutofit/>
          </a:bodyPr>
          <a:lstStyle/>
          <a:p>
            <a:pPr indent="0" lvl="0" marL="0" marR="0" rtl="0" algn="ctr">
              <a:spcBef>
                <a:spcPts val="0"/>
              </a:spcBef>
              <a:spcAft>
                <a:spcPts val="0"/>
              </a:spcAft>
              <a:buNone/>
            </a:pPr>
            <a:r>
              <a:t/>
            </a:r>
            <a:endParaRPr sz="1300">
              <a:solidFill>
                <a:srgbClr val="3F3F3F"/>
              </a:solidFill>
              <a:latin typeface="Roboto"/>
              <a:ea typeface="Roboto"/>
              <a:cs typeface="Roboto"/>
              <a:sym typeface="Roboto"/>
            </a:endParaRPr>
          </a:p>
        </p:txBody>
      </p:sp>
      <p:sp>
        <p:nvSpPr>
          <p:cNvPr id="662" name="Google Shape;662;p46"/>
          <p:cNvSpPr/>
          <p:nvPr/>
        </p:nvSpPr>
        <p:spPr>
          <a:xfrm>
            <a:off x="774702" y="1943100"/>
            <a:ext cx="3983400" cy="2213700"/>
          </a:xfrm>
          <a:prstGeom prst="rect">
            <a:avLst/>
          </a:prstGeom>
          <a:gradFill>
            <a:gsLst>
              <a:gs pos="0">
                <a:srgbClr val="5255BF"/>
              </a:gs>
              <a:gs pos="100000">
                <a:srgbClr val="217BEE"/>
              </a:gs>
            </a:gsLst>
            <a:lin ang="0" scaled="0"/>
          </a:gradFill>
          <a:ln>
            <a:noFill/>
          </a:ln>
          <a:effectLst>
            <a:outerShdw blurRad="582083" rotWithShape="0" algn="ctr">
              <a:srgbClr val="000000">
                <a:alpha val="6669"/>
              </a:srgbClr>
            </a:outerShdw>
          </a:effectLst>
        </p:spPr>
        <p:txBody>
          <a:bodyPr anchorCtr="0" anchor="ctr" bIns="83775" lIns="167625" spcFirstLastPara="1" rIns="167625" wrap="square" tIns="83775">
            <a:noAutofit/>
          </a:bodyPr>
          <a:lstStyle/>
          <a:p>
            <a:pPr indent="0" lvl="0" marL="0" marR="0" rtl="0" algn="ctr">
              <a:spcBef>
                <a:spcPts val="0"/>
              </a:spcBef>
              <a:spcAft>
                <a:spcPts val="0"/>
              </a:spcAft>
              <a:buNone/>
            </a:pPr>
            <a:r>
              <a:rPr lang="en-US" sz="6100">
                <a:solidFill>
                  <a:schemeClr val="lt1"/>
                </a:solidFill>
                <a:latin typeface="Sora Light"/>
                <a:ea typeface="Sora Light"/>
                <a:cs typeface="Sora Light"/>
                <a:sym typeface="Sora Light"/>
              </a:rPr>
              <a:t>98%</a:t>
            </a:r>
            <a:br>
              <a:rPr lang="en-US" sz="3900">
                <a:solidFill>
                  <a:schemeClr val="lt1"/>
                </a:solidFill>
                <a:latin typeface="Sora Light"/>
                <a:ea typeface="Sora Light"/>
                <a:cs typeface="Sora Light"/>
                <a:sym typeface="Sora Light"/>
              </a:rPr>
            </a:br>
            <a:r>
              <a:rPr lang="en-US" sz="1900">
                <a:solidFill>
                  <a:schemeClr val="lt1"/>
                </a:solidFill>
                <a:latin typeface="Sora Light"/>
                <a:ea typeface="Sora Light"/>
                <a:cs typeface="Sora Light"/>
                <a:sym typeface="Sora Light"/>
              </a:rPr>
              <a:t>Gross Profit Margin</a:t>
            </a:r>
            <a:endParaRPr sz="2600">
              <a:latin typeface="Sora Light"/>
              <a:ea typeface="Sora Light"/>
              <a:cs typeface="Sora Light"/>
              <a:sym typeface="Sora Light"/>
            </a:endParaRPr>
          </a:p>
        </p:txBody>
      </p:sp>
      <p:sp>
        <p:nvSpPr>
          <p:cNvPr id="663" name="Google Shape;663;p46"/>
          <p:cNvSpPr/>
          <p:nvPr/>
        </p:nvSpPr>
        <p:spPr>
          <a:xfrm>
            <a:off x="5026076" y="1943100"/>
            <a:ext cx="3983400" cy="2213700"/>
          </a:xfrm>
          <a:prstGeom prst="rect">
            <a:avLst/>
          </a:prstGeom>
          <a:gradFill>
            <a:gsLst>
              <a:gs pos="0">
                <a:srgbClr val="217BEE"/>
              </a:gs>
              <a:gs pos="100000">
                <a:srgbClr val="5255BF"/>
              </a:gs>
            </a:gsLst>
            <a:lin ang="0" scaled="0"/>
          </a:gradFill>
          <a:ln>
            <a:noFill/>
          </a:ln>
          <a:effectLst>
            <a:outerShdw blurRad="582083" rotWithShape="0" algn="ctr">
              <a:srgbClr val="000000">
                <a:alpha val="6669"/>
              </a:srgbClr>
            </a:outerShdw>
          </a:effectLst>
        </p:spPr>
        <p:txBody>
          <a:bodyPr anchorCtr="0" anchor="ctr" bIns="83775" lIns="167625" spcFirstLastPara="1" rIns="167625" wrap="square" tIns="83775">
            <a:noAutofit/>
          </a:bodyPr>
          <a:lstStyle/>
          <a:p>
            <a:pPr indent="0" lvl="0" marL="0" marR="0" rtl="0" algn="ctr">
              <a:spcBef>
                <a:spcPts val="0"/>
              </a:spcBef>
              <a:spcAft>
                <a:spcPts val="0"/>
              </a:spcAft>
              <a:buNone/>
            </a:pPr>
            <a:r>
              <a:rPr lang="en-US" sz="6100">
                <a:solidFill>
                  <a:schemeClr val="lt1"/>
                </a:solidFill>
                <a:latin typeface="Sora Light"/>
                <a:ea typeface="Sora Light"/>
                <a:cs typeface="Sora Light"/>
                <a:sym typeface="Sora Light"/>
              </a:rPr>
              <a:t>70%</a:t>
            </a:r>
            <a:br>
              <a:rPr lang="en-US" sz="3900">
                <a:solidFill>
                  <a:schemeClr val="lt1"/>
                </a:solidFill>
                <a:latin typeface="Sora Light"/>
                <a:ea typeface="Sora Light"/>
                <a:cs typeface="Sora Light"/>
                <a:sym typeface="Sora Light"/>
              </a:rPr>
            </a:br>
            <a:r>
              <a:rPr lang="en-US" sz="1900">
                <a:solidFill>
                  <a:schemeClr val="lt1"/>
                </a:solidFill>
                <a:latin typeface="Sora Light"/>
                <a:ea typeface="Sora Light"/>
                <a:cs typeface="Sora Light"/>
                <a:sym typeface="Sora Light"/>
              </a:rPr>
              <a:t>OPEX Ratio</a:t>
            </a:r>
            <a:endParaRPr sz="2600">
              <a:latin typeface="Sora Light"/>
              <a:ea typeface="Sora Light"/>
              <a:cs typeface="Sora Light"/>
              <a:sym typeface="Sora Light"/>
            </a:endParaRPr>
          </a:p>
        </p:txBody>
      </p:sp>
      <p:sp>
        <p:nvSpPr>
          <p:cNvPr id="664" name="Google Shape;664;p46"/>
          <p:cNvSpPr/>
          <p:nvPr/>
        </p:nvSpPr>
        <p:spPr>
          <a:xfrm>
            <a:off x="9277450" y="1943100"/>
            <a:ext cx="3983400" cy="2213700"/>
          </a:xfrm>
          <a:prstGeom prst="rect">
            <a:avLst/>
          </a:prstGeom>
          <a:gradFill>
            <a:gsLst>
              <a:gs pos="0">
                <a:srgbClr val="5255BF"/>
              </a:gs>
              <a:gs pos="100000">
                <a:srgbClr val="D13B5F"/>
              </a:gs>
            </a:gsLst>
            <a:lin ang="0" scaled="0"/>
          </a:gradFill>
          <a:ln>
            <a:noFill/>
          </a:ln>
          <a:effectLst>
            <a:outerShdw blurRad="582083" rotWithShape="0" algn="ctr">
              <a:srgbClr val="000000">
                <a:alpha val="6669"/>
              </a:srgbClr>
            </a:outerShdw>
          </a:effectLst>
        </p:spPr>
        <p:txBody>
          <a:bodyPr anchorCtr="0" anchor="ctr" bIns="83775" lIns="167625" spcFirstLastPara="1" rIns="167625" wrap="square" tIns="83775">
            <a:noAutofit/>
          </a:bodyPr>
          <a:lstStyle/>
          <a:p>
            <a:pPr indent="0" lvl="0" marL="0" marR="0" rtl="0" algn="ctr">
              <a:spcBef>
                <a:spcPts val="0"/>
              </a:spcBef>
              <a:spcAft>
                <a:spcPts val="0"/>
              </a:spcAft>
              <a:buNone/>
            </a:pPr>
            <a:r>
              <a:rPr lang="en-US" sz="6100">
                <a:solidFill>
                  <a:schemeClr val="lt1"/>
                </a:solidFill>
                <a:latin typeface="Sora Light"/>
                <a:ea typeface="Sora Light"/>
                <a:cs typeface="Sora Light"/>
                <a:sym typeface="Sora Light"/>
              </a:rPr>
              <a:t>30%</a:t>
            </a:r>
            <a:br>
              <a:rPr lang="en-US" sz="3900">
                <a:solidFill>
                  <a:schemeClr val="lt1"/>
                </a:solidFill>
                <a:latin typeface="Sora Light"/>
                <a:ea typeface="Sora Light"/>
                <a:cs typeface="Sora Light"/>
                <a:sym typeface="Sora Light"/>
              </a:rPr>
            </a:br>
            <a:r>
              <a:rPr lang="en-US" sz="1900">
                <a:solidFill>
                  <a:schemeClr val="lt1"/>
                </a:solidFill>
                <a:latin typeface="Sora Light"/>
                <a:ea typeface="Sora Light"/>
                <a:cs typeface="Sora Light"/>
                <a:sym typeface="Sora Light"/>
              </a:rPr>
              <a:t>EBIT Margin</a:t>
            </a:r>
            <a:endParaRPr sz="2600">
              <a:latin typeface="Sora Light"/>
              <a:ea typeface="Sora Light"/>
              <a:cs typeface="Sora Light"/>
              <a:sym typeface="Sora Light"/>
            </a:endParaRPr>
          </a:p>
        </p:txBody>
      </p:sp>
      <p:sp>
        <p:nvSpPr>
          <p:cNvPr id="665" name="Google Shape;665;p46"/>
          <p:cNvSpPr/>
          <p:nvPr/>
        </p:nvSpPr>
        <p:spPr>
          <a:xfrm>
            <a:off x="13528826" y="1943100"/>
            <a:ext cx="3983400" cy="2213700"/>
          </a:xfrm>
          <a:prstGeom prst="rect">
            <a:avLst/>
          </a:prstGeom>
          <a:gradFill>
            <a:gsLst>
              <a:gs pos="0">
                <a:srgbClr val="D13B5F"/>
              </a:gs>
              <a:gs pos="100000">
                <a:srgbClr val="EC683E"/>
              </a:gs>
            </a:gsLst>
            <a:lin ang="0" scaled="0"/>
          </a:gradFill>
          <a:ln>
            <a:noFill/>
          </a:ln>
          <a:effectLst>
            <a:outerShdw blurRad="582083" rotWithShape="0" algn="ctr">
              <a:srgbClr val="000000">
                <a:alpha val="6669"/>
              </a:srgbClr>
            </a:outerShdw>
          </a:effectLst>
        </p:spPr>
        <p:txBody>
          <a:bodyPr anchorCtr="0" anchor="ctr" bIns="83775" lIns="167625" spcFirstLastPara="1" rIns="167625" wrap="square" tIns="83775">
            <a:noAutofit/>
          </a:bodyPr>
          <a:lstStyle/>
          <a:p>
            <a:pPr indent="0" lvl="0" marL="0" marR="0" rtl="0" algn="ctr">
              <a:spcBef>
                <a:spcPts val="0"/>
              </a:spcBef>
              <a:spcAft>
                <a:spcPts val="0"/>
              </a:spcAft>
              <a:buNone/>
            </a:pPr>
            <a:r>
              <a:rPr lang="en-US" sz="6100">
                <a:solidFill>
                  <a:schemeClr val="lt1"/>
                </a:solidFill>
                <a:latin typeface="Sora Light"/>
                <a:ea typeface="Sora Light"/>
                <a:cs typeface="Sora Light"/>
                <a:sym typeface="Sora Light"/>
              </a:rPr>
              <a:t>25%</a:t>
            </a:r>
            <a:br>
              <a:rPr lang="en-US" sz="3900">
                <a:solidFill>
                  <a:schemeClr val="lt1"/>
                </a:solidFill>
                <a:latin typeface="Sora Light"/>
                <a:ea typeface="Sora Light"/>
                <a:cs typeface="Sora Light"/>
                <a:sym typeface="Sora Light"/>
              </a:rPr>
            </a:br>
            <a:r>
              <a:rPr lang="en-US" sz="1900">
                <a:solidFill>
                  <a:schemeClr val="lt1"/>
                </a:solidFill>
                <a:latin typeface="Sora Light"/>
                <a:ea typeface="Sora Light"/>
                <a:cs typeface="Sora Light"/>
                <a:sym typeface="Sora Light"/>
              </a:rPr>
              <a:t>Net Profit Margin</a:t>
            </a:r>
            <a:endParaRPr sz="2600">
              <a:latin typeface="Sora Light"/>
              <a:ea typeface="Sora Light"/>
              <a:cs typeface="Sora Light"/>
              <a:sym typeface="Sora Light"/>
            </a:endParaRPr>
          </a:p>
        </p:txBody>
      </p:sp>
      <p:graphicFrame>
        <p:nvGraphicFramePr>
          <p:cNvPr id="666" name="Google Shape;666;p46"/>
          <p:cNvGraphicFramePr/>
          <p:nvPr/>
        </p:nvGraphicFramePr>
        <p:xfrm>
          <a:off x="917732" y="4511196"/>
          <a:ext cx="3000000" cy="3000000"/>
        </p:xfrm>
        <a:graphic>
          <a:graphicData uri="http://schemas.openxmlformats.org/drawingml/2006/table">
            <a:tbl>
              <a:tblPr bandRow="1" firstRow="1" lastRow="1">
                <a:noFill/>
                <a:tableStyleId>{7BE04EEF-EFD5-4B16-A796-EDBDCFF458E5}</a:tableStyleId>
              </a:tblPr>
              <a:tblGrid>
                <a:gridCol w="10413800"/>
                <a:gridCol w="6051450"/>
              </a:tblGrid>
              <a:tr h="360650">
                <a:tc gridSpan="2">
                  <a:txBody>
                    <a:bodyPr/>
                    <a:lstStyle/>
                    <a:p>
                      <a:pPr indent="0" lvl="0" marL="0" marR="0" rtl="0" algn="l">
                        <a:spcBef>
                          <a:spcPts val="0"/>
                        </a:spcBef>
                        <a:spcAft>
                          <a:spcPts val="0"/>
                        </a:spcAft>
                        <a:buNone/>
                      </a:pPr>
                      <a:r>
                        <a:rPr lang="en-US" sz="1200" u="none" cap="none" strike="noStrike">
                          <a:solidFill>
                            <a:schemeClr val="lt1"/>
                          </a:solidFill>
                          <a:latin typeface="Roboto"/>
                          <a:ea typeface="Roboto"/>
                          <a:cs typeface="Roboto"/>
                          <a:sym typeface="Roboto"/>
                        </a:rPr>
                        <a:t>Income Statement</a:t>
                      </a:r>
                      <a:endParaRPr b="1" i="0" sz="1200" u="none" cap="none" strike="noStrike">
                        <a:solidFill>
                          <a:schemeClr val="lt1"/>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5255BF"/>
                        </a:gs>
                        <a:gs pos="100000">
                          <a:srgbClr val="D13B5F"/>
                        </a:gs>
                      </a:gsLst>
                      <a:lin ang="0" scaled="0"/>
                    </a:gradFill>
                  </a:tcPr>
                </a:tc>
                <a:tc hMerge="1"/>
              </a:tr>
              <a:tr h="360650">
                <a:tc>
                  <a:txBody>
                    <a:bodyPr/>
                    <a:lstStyle/>
                    <a:p>
                      <a:pPr indent="0" lvl="0" marL="0" marR="0" rtl="0" algn="l">
                        <a:spcBef>
                          <a:spcPts val="0"/>
                        </a:spcBef>
                        <a:spcAft>
                          <a:spcPts val="0"/>
                        </a:spcAft>
                        <a:buNone/>
                      </a:pPr>
                      <a:r>
                        <a:rPr lang="en-US" sz="1200" u="none" cap="none" strike="noStrike">
                          <a:solidFill>
                            <a:srgbClr val="1C1E4C"/>
                          </a:solidFill>
                          <a:latin typeface="Roboto"/>
                          <a:ea typeface="Roboto"/>
                          <a:cs typeface="Roboto"/>
                          <a:sym typeface="Roboto"/>
                        </a:rPr>
                        <a:t>Revenue</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r>
              <a:tr h="360650">
                <a:tc>
                  <a:txBody>
                    <a:bodyPr/>
                    <a:lstStyle/>
                    <a:p>
                      <a:pPr indent="0" lvl="0" marL="0" marR="0" rtl="0" algn="l">
                        <a:spcBef>
                          <a:spcPts val="0"/>
                        </a:spcBef>
                        <a:spcAft>
                          <a:spcPts val="0"/>
                        </a:spcAft>
                        <a:buNone/>
                      </a:pPr>
                      <a:r>
                        <a:rPr lang="en-US" sz="1200" u="none" cap="none" strike="noStrike">
                          <a:solidFill>
                            <a:srgbClr val="1C1E4C"/>
                          </a:solidFill>
                          <a:latin typeface="Roboto"/>
                          <a:ea typeface="Roboto"/>
                          <a:cs typeface="Roboto"/>
                          <a:sym typeface="Roboto"/>
                        </a:rPr>
                        <a:t>COGS</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r>
              <a:tr h="360650">
                <a:tc>
                  <a:txBody>
                    <a:bodyPr/>
                    <a:lstStyle/>
                    <a:p>
                      <a:pPr indent="0" lvl="0" marL="0" marR="0" rtl="0" algn="l">
                        <a:spcBef>
                          <a:spcPts val="0"/>
                        </a:spcBef>
                        <a:spcAft>
                          <a:spcPts val="0"/>
                        </a:spcAft>
                        <a:buNone/>
                      </a:pPr>
                      <a:r>
                        <a:rPr b="1" lang="en-US" sz="1200" u="none" cap="none" strike="noStrike">
                          <a:solidFill>
                            <a:schemeClr val="lt1"/>
                          </a:solidFill>
                          <a:latin typeface="Roboto"/>
                          <a:ea typeface="Roboto"/>
                          <a:cs typeface="Roboto"/>
                          <a:sym typeface="Roboto"/>
                        </a:rPr>
                        <a:t>Gross Profit</a:t>
                      </a:r>
                      <a:endParaRPr b="1" i="0" sz="1200" u="none" cap="none" strike="noStrike">
                        <a:solidFill>
                          <a:schemeClr val="lt1"/>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D13B5F"/>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D13B5F"/>
                        </a:gs>
                        <a:gs pos="100000">
                          <a:schemeClr val="lt1"/>
                        </a:gs>
                      </a:gsLst>
                      <a:lin ang="0" scaled="0"/>
                    </a:gradFill>
                  </a:tcPr>
                </a:tc>
              </a:tr>
              <a:tr h="360650">
                <a:tc>
                  <a:txBody>
                    <a:bodyPr/>
                    <a:lstStyle/>
                    <a:p>
                      <a:pPr indent="0" lvl="0" marL="0" marR="0" rtl="0" algn="l">
                        <a:lnSpc>
                          <a:spcPct val="100000"/>
                        </a:lnSpc>
                        <a:spcBef>
                          <a:spcPts val="0"/>
                        </a:spcBef>
                        <a:spcAft>
                          <a:spcPts val="0"/>
                        </a:spcAft>
                        <a:buNone/>
                      </a:pPr>
                      <a:r>
                        <a:rPr b="1" lang="en-US" sz="1200" u="none" cap="none" strike="noStrike">
                          <a:solidFill>
                            <a:schemeClr val="lt1"/>
                          </a:solidFill>
                          <a:latin typeface="Roboto"/>
                          <a:ea typeface="Roboto"/>
                          <a:cs typeface="Roboto"/>
                          <a:sym typeface="Roboto"/>
                        </a:rPr>
                        <a:t>OPEX</a:t>
                      </a:r>
                      <a:endParaRPr sz="6100">
                        <a:solidFill>
                          <a:schemeClr val="lt1"/>
                        </a:solidFill>
                        <a:latin typeface="Sora Light"/>
                        <a:ea typeface="Sora Light"/>
                        <a:cs typeface="Sora Light"/>
                        <a:sym typeface="Sora Light"/>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EC683E"/>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EC683E"/>
                        </a:gs>
                        <a:gs pos="100000">
                          <a:schemeClr val="lt1"/>
                        </a:gs>
                      </a:gsLst>
                      <a:lin ang="0" scaled="0"/>
                    </a:gradFill>
                  </a:tcPr>
                </a:tc>
              </a:tr>
              <a:tr h="360650">
                <a:tc>
                  <a:txBody>
                    <a:bodyPr/>
                    <a:lstStyle/>
                    <a:p>
                      <a:pPr indent="0" lvl="1" marL="0" marR="0" rtl="0" algn="l">
                        <a:spcBef>
                          <a:spcPts val="0"/>
                        </a:spcBef>
                        <a:spcAft>
                          <a:spcPts val="0"/>
                        </a:spcAft>
                        <a:buNone/>
                      </a:pPr>
                      <a:r>
                        <a:rPr lang="en-US" sz="1200" u="none" cap="none" strike="noStrike">
                          <a:solidFill>
                            <a:srgbClr val="1C1E4C"/>
                          </a:solidFill>
                          <a:latin typeface="Roboto"/>
                          <a:ea typeface="Roboto"/>
                          <a:cs typeface="Roboto"/>
                          <a:sym typeface="Roboto"/>
                        </a:rPr>
                        <a:t>Sales</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r>
              <a:tr h="360650">
                <a:tc>
                  <a:txBody>
                    <a:bodyPr/>
                    <a:lstStyle/>
                    <a:p>
                      <a:pPr indent="0" lvl="1" marL="0" marR="0" rtl="0" algn="l">
                        <a:spcBef>
                          <a:spcPts val="0"/>
                        </a:spcBef>
                        <a:spcAft>
                          <a:spcPts val="0"/>
                        </a:spcAft>
                        <a:buNone/>
                      </a:pPr>
                      <a:r>
                        <a:rPr b="0" lang="en-US" sz="1200" u="none" cap="none" strike="noStrike">
                          <a:solidFill>
                            <a:srgbClr val="1C1E4C"/>
                          </a:solidFill>
                          <a:latin typeface="Roboto"/>
                          <a:ea typeface="Roboto"/>
                          <a:cs typeface="Roboto"/>
                          <a:sym typeface="Roboto"/>
                        </a:rPr>
                        <a:t>Marketing</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solidFill>
                      <a:schemeClr val="lt1"/>
                    </a:solidFill>
                  </a:tcPr>
                </a:tc>
              </a:tr>
              <a:tr h="360650">
                <a:tc>
                  <a:txBody>
                    <a:bodyPr/>
                    <a:lstStyle/>
                    <a:p>
                      <a:pPr indent="0" lvl="1" marL="0" marR="0" rtl="0" algn="l">
                        <a:spcBef>
                          <a:spcPts val="0"/>
                        </a:spcBef>
                        <a:spcAft>
                          <a:spcPts val="0"/>
                        </a:spcAft>
                        <a:buNone/>
                      </a:pPr>
                      <a:r>
                        <a:rPr lang="en-US" sz="1200" u="none" cap="none" strike="noStrike">
                          <a:solidFill>
                            <a:srgbClr val="1C1E4C"/>
                          </a:solidFill>
                          <a:latin typeface="Roboto"/>
                          <a:ea typeface="Roboto"/>
                          <a:cs typeface="Roboto"/>
                          <a:sym typeface="Roboto"/>
                        </a:rPr>
                        <a:t>General &amp; Admin</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17475">
                      <a:solidFill>
                        <a:srgbClr val="000000">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r>
              <a:tr h="360650">
                <a:tc>
                  <a:txBody>
                    <a:bodyPr/>
                    <a:lstStyle/>
                    <a:p>
                      <a:pPr indent="0" lvl="0" marL="0" marR="0" rtl="0" algn="l">
                        <a:spcBef>
                          <a:spcPts val="0"/>
                        </a:spcBef>
                        <a:spcAft>
                          <a:spcPts val="0"/>
                        </a:spcAft>
                        <a:buNone/>
                      </a:pPr>
                      <a:r>
                        <a:rPr b="1" lang="en-US" sz="1200" u="none" cap="none" strike="noStrike">
                          <a:solidFill>
                            <a:schemeClr val="lt1"/>
                          </a:solidFill>
                          <a:latin typeface="Roboto"/>
                          <a:ea typeface="Roboto"/>
                          <a:cs typeface="Roboto"/>
                          <a:sym typeface="Roboto"/>
                        </a:rPr>
                        <a:t>Other Expenses</a:t>
                      </a:r>
                      <a:endParaRPr b="1" i="0" sz="1200" u="none" cap="none" strike="noStrike">
                        <a:solidFill>
                          <a:schemeClr val="lt1"/>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49B2D9"/>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49B2D9"/>
                        </a:gs>
                        <a:gs pos="100000">
                          <a:schemeClr val="lt1"/>
                        </a:gs>
                      </a:gsLst>
                      <a:lin ang="0" scaled="0"/>
                    </a:gradFill>
                  </a:tcPr>
                </a:tc>
              </a:tr>
              <a:tr h="360650">
                <a:tc>
                  <a:txBody>
                    <a:bodyPr/>
                    <a:lstStyle/>
                    <a:p>
                      <a:pPr indent="0" lvl="0" marL="0" marR="0" rtl="0" algn="l">
                        <a:spcBef>
                          <a:spcPts val="0"/>
                        </a:spcBef>
                        <a:spcAft>
                          <a:spcPts val="0"/>
                        </a:spcAft>
                        <a:buNone/>
                      </a:pPr>
                      <a:r>
                        <a:rPr b="1" lang="en-US" sz="1200" u="none" cap="none" strike="noStrike">
                          <a:solidFill>
                            <a:schemeClr val="lt1"/>
                          </a:solidFill>
                          <a:latin typeface="Roboto"/>
                          <a:ea typeface="Roboto"/>
                          <a:cs typeface="Roboto"/>
                          <a:sym typeface="Roboto"/>
                        </a:rPr>
                        <a:t>Other Income</a:t>
                      </a:r>
                      <a:endParaRPr b="1" i="0" sz="1200" u="none" cap="none" strike="noStrike">
                        <a:solidFill>
                          <a:schemeClr val="lt1"/>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217BEE"/>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217BEE"/>
                        </a:gs>
                        <a:gs pos="100000">
                          <a:schemeClr val="lt1"/>
                        </a:gs>
                      </a:gsLst>
                      <a:lin ang="0" scaled="0"/>
                    </a:gradFill>
                  </a:tcPr>
                </a:tc>
              </a:tr>
              <a:tr h="360650">
                <a:tc>
                  <a:txBody>
                    <a:bodyPr/>
                    <a:lstStyle/>
                    <a:p>
                      <a:pPr indent="0" lvl="0" marL="0" marR="0" rtl="0" algn="l">
                        <a:lnSpc>
                          <a:spcPct val="100000"/>
                        </a:lnSpc>
                        <a:spcBef>
                          <a:spcPts val="0"/>
                        </a:spcBef>
                        <a:spcAft>
                          <a:spcPts val="0"/>
                        </a:spcAft>
                        <a:buNone/>
                      </a:pPr>
                      <a:r>
                        <a:rPr b="1" lang="en-US" sz="1200" u="none" cap="none" strike="noStrike">
                          <a:solidFill>
                            <a:schemeClr val="lt1"/>
                          </a:solidFill>
                          <a:latin typeface="Roboto"/>
                          <a:ea typeface="Roboto"/>
                          <a:cs typeface="Roboto"/>
                          <a:sym typeface="Roboto"/>
                        </a:rPr>
                        <a:t>EBIT</a:t>
                      </a:r>
                      <a:endParaRPr sz="6100">
                        <a:solidFill>
                          <a:schemeClr val="lt1"/>
                        </a:solidFill>
                        <a:latin typeface="Sora Light"/>
                        <a:ea typeface="Sora Light"/>
                        <a:cs typeface="Sora Light"/>
                        <a:sym typeface="Sora Light"/>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D13B5F"/>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gradFill>
                      <a:gsLst>
                        <a:gs pos="0">
                          <a:srgbClr val="D13B5F"/>
                        </a:gs>
                        <a:gs pos="100000">
                          <a:schemeClr val="lt1"/>
                        </a:gs>
                      </a:gsLst>
                      <a:lin ang="0" scaled="0"/>
                    </a:gradFill>
                  </a:tcPr>
                </a:tc>
              </a:tr>
              <a:tr h="360650">
                <a:tc>
                  <a:txBody>
                    <a:bodyPr/>
                    <a:lstStyle/>
                    <a:p>
                      <a:pPr indent="0" lvl="1" marL="0" marR="0" rtl="0" algn="l">
                        <a:spcBef>
                          <a:spcPts val="0"/>
                        </a:spcBef>
                        <a:spcAft>
                          <a:spcPts val="0"/>
                        </a:spcAft>
                        <a:buNone/>
                      </a:pPr>
                      <a:r>
                        <a:rPr lang="en-US" sz="1200" u="none" cap="none" strike="noStrike">
                          <a:solidFill>
                            <a:srgbClr val="1C1E4C"/>
                          </a:solidFill>
                          <a:latin typeface="Roboto"/>
                          <a:ea typeface="Roboto"/>
                          <a:cs typeface="Roboto"/>
                          <a:sym typeface="Roboto"/>
                        </a:rPr>
                        <a:t>Interest &amp; Tax</a:t>
                      </a:r>
                      <a:endParaRPr b="0" i="0" sz="1200" u="none" cap="none" strike="noStrike">
                        <a:solidFill>
                          <a:srgbClr val="1C1E4C"/>
                        </a:solidFill>
                        <a:latin typeface="Roboto"/>
                        <a:ea typeface="Roboto"/>
                        <a:cs typeface="Roboto"/>
                        <a:sym typeface="Roboto"/>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3F3F3F"/>
                        </a:buClr>
                        <a:buSzPts val="1200"/>
                        <a:buFont typeface="Roboto"/>
                        <a:buNone/>
                      </a:pPr>
                      <a:r>
                        <a:rPr b="0"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23275">
                      <a:solidFill>
                        <a:srgbClr val="D8D8D8">
                          <a:alpha val="0"/>
                        </a:srgbClr>
                      </a:solidFill>
                      <a:prstDash val="solid"/>
                      <a:round/>
                      <a:headEnd len="sm" w="sm" type="none"/>
                      <a:tailEnd len="sm" w="sm" type="none"/>
                    </a:lnB>
                    <a:solidFill>
                      <a:schemeClr val="lt1"/>
                    </a:solidFill>
                  </a:tcPr>
                </a:tc>
              </a:tr>
              <a:tr h="360650">
                <a:tc>
                  <a:txBody>
                    <a:bodyPr/>
                    <a:lstStyle/>
                    <a:p>
                      <a:pPr indent="0" lvl="0" marL="0" marR="0" rtl="0" algn="l">
                        <a:lnSpc>
                          <a:spcPct val="100000"/>
                        </a:lnSpc>
                        <a:spcBef>
                          <a:spcPts val="0"/>
                        </a:spcBef>
                        <a:spcAft>
                          <a:spcPts val="0"/>
                        </a:spcAft>
                        <a:buNone/>
                      </a:pPr>
                      <a:r>
                        <a:rPr lang="en-US" sz="1200" u="none" cap="none" strike="noStrike">
                          <a:solidFill>
                            <a:schemeClr val="lt1"/>
                          </a:solidFill>
                          <a:latin typeface="Roboto"/>
                          <a:ea typeface="Roboto"/>
                          <a:cs typeface="Roboto"/>
                          <a:sym typeface="Roboto"/>
                        </a:rPr>
                        <a:t>Net Profit</a:t>
                      </a:r>
                      <a:endParaRPr b="0" sz="6100">
                        <a:latin typeface="Sora Light"/>
                        <a:ea typeface="Sora Light"/>
                        <a:cs typeface="Sora Light"/>
                        <a:sym typeface="Sora Light"/>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gradFill>
                      <a:gsLst>
                        <a:gs pos="0">
                          <a:srgbClr val="EC683E"/>
                        </a:gs>
                        <a:gs pos="100000">
                          <a:schemeClr val="lt1"/>
                        </a:gs>
                      </a:gsLst>
                      <a:lin ang="0" scaled="0"/>
                    </a:gradFill>
                  </a:tcPr>
                </a:tc>
                <a:tc>
                  <a:txBody>
                    <a:bodyPr/>
                    <a:lstStyle/>
                    <a:p>
                      <a:pPr indent="0" lvl="0" marL="0" marR="0" rtl="0" algn="r">
                        <a:lnSpc>
                          <a:spcPct val="100000"/>
                        </a:lnSpc>
                        <a:spcBef>
                          <a:spcPts val="0"/>
                        </a:spcBef>
                        <a:spcAft>
                          <a:spcPts val="0"/>
                        </a:spcAft>
                        <a:buClr>
                          <a:schemeClr val="lt1"/>
                        </a:buClr>
                        <a:buSzPts val="1200"/>
                        <a:buFont typeface="Roboto"/>
                        <a:buNone/>
                      </a:pPr>
                      <a:r>
                        <a:rPr b="1" i="0" lang="en-US" sz="1200" u="none" cap="none" strike="noStrike">
                          <a:solidFill>
                            <a:srgbClr val="1C1E4C"/>
                          </a:solidFill>
                          <a:latin typeface="Roboto"/>
                          <a:ea typeface="Roboto"/>
                          <a:cs typeface="Roboto"/>
                          <a:sym typeface="Roboto"/>
                        </a:rPr>
                        <a:t>$xxx,xxx</a:t>
                      </a:r>
                      <a:endParaRPr sz="2100">
                        <a:solidFill>
                          <a:srgbClr val="1C1E4C"/>
                        </a:solidFill>
                      </a:endParaRPr>
                    </a:p>
                  </a:txBody>
                  <a:tcPr marT="45600" marB="45600" marR="182900" marL="182900" anchor="ctr">
                    <a:lnL cap="flat" cmpd="sng" w="17475">
                      <a:solidFill>
                        <a:srgbClr val="000000">
                          <a:alpha val="0"/>
                        </a:srgbClr>
                      </a:solidFill>
                      <a:prstDash val="solid"/>
                      <a:round/>
                      <a:headEnd len="sm" w="sm" type="none"/>
                      <a:tailEnd len="sm" w="sm" type="none"/>
                    </a:lnL>
                    <a:lnR cap="flat" cmpd="sng" w="17475">
                      <a:solidFill>
                        <a:srgbClr val="000000">
                          <a:alpha val="0"/>
                        </a:srgbClr>
                      </a:solidFill>
                      <a:prstDash val="solid"/>
                      <a:round/>
                      <a:headEnd len="sm" w="sm" type="none"/>
                      <a:tailEnd len="sm" w="sm" type="none"/>
                    </a:lnR>
                    <a:lnT cap="flat" cmpd="sng" w="23275">
                      <a:solidFill>
                        <a:srgbClr val="D8D8D8">
                          <a:alpha val="0"/>
                        </a:srgbClr>
                      </a:solidFill>
                      <a:prstDash val="solid"/>
                      <a:round/>
                      <a:headEnd len="sm" w="sm" type="none"/>
                      <a:tailEnd len="sm" w="sm" type="none"/>
                    </a:lnT>
                    <a:lnB cap="flat" cmpd="sng" w="17475">
                      <a:solidFill>
                        <a:srgbClr val="000000">
                          <a:alpha val="0"/>
                        </a:srgbClr>
                      </a:solidFill>
                      <a:prstDash val="solid"/>
                      <a:round/>
                      <a:headEnd len="sm" w="sm" type="none"/>
                      <a:tailEnd len="sm" w="sm" type="none"/>
                    </a:lnB>
                    <a:gradFill>
                      <a:gsLst>
                        <a:gs pos="0">
                          <a:srgbClr val="EC683E"/>
                        </a:gs>
                        <a:gs pos="100000">
                          <a:schemeClr val="lt1"/>
                        </a:gs>
                      </a:gsLst>
                      <a:lin ang="0" scaled="0"/>
                    </a:gradFill>
                  </a:tcPr>
                </a:tc>
              </a:tr>
            </a:tbl>
          </a:graphicData>
        </a:graphic>
      </p:graphicFrame>
      <p:pic>
        <p:nvPicPr>
          <p:cNvPr id="667" name="Google Shape;667;p46"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1" name="Shape 671"/>
        <p:cNvGrpSpPr/>
        <p:nvPr/>
      </p:nvGrpSpPr>
      <p:grpSpPr>
        <a:xfrm>
          <a:off x="0" y="0"/>
          <a:ext cx="0" cy="0"/>
          <a:chOff x="0" y="0"/>
          <a:chExt cx="0" cy="0"/>
        </a:xfrm>
      </p:grpSpPr>
      <p:sp>
        <p:nvSpPr>
          <p:cNvPr id="672" name="Google Shape;672;p47"/>
          <p:cNvSpPr/>
          <p:nvPr/>
        </p:nvSpPr>
        <p:spPr>
          <a:xfrm>
            <a:off x="1409270" y="3963135"/>
            <a:ext cx="3006600" cy="3514800"/>
          </a:xfrm>
          <a:prstGeom prst="roundRect">
            <a:avLst>
              <a:gd fmla="val 3053" name="adj"/>
            </a:avLst>
          </a:prstGeom>
          <a:solidFill>
            <a:srgbClr val="FFFFFF"/>
          </a:solidFill>
          <a:ln>
            <a:noFill/>
          </a:ln>
          <a:effectLst>
            <a:outerShdw blurRad="702924" rotWithShape="0" algn="ctr">
              <a:srgbClr val="000000">
                <a:alpha val="6669"/>
              </a:srgbClr>
            </a:outerShdw>
          </a:effectLst>
        </p:spPr>
        <p:txBody>
          <a:bodyPr anchorCtr="0" anchor="ctr" bIns="101175" lIns="202400" spcFirstLastPara="1" rIns="202400" wrap="square" tIns="101175">
            <a:noAutofit/>
          </a:bodyPr>
          <a:lstStyle/>
          <a:p>
            <a:pPr indent="0" lvl="0" marL="0" marR="0" rtl="0" algn="ctr">
              <a:spcBef>
                <a:spcPts val="0"/>
              </a:spcBef>
              <a:spcAft>
                <a:spcPts val="0"/>
              </a:spcAft>
              <a:buNone/>
            </a:pPr>
            <a:r>
              <a:t/>
            </a:r>
            <a:endParaRPr sz="1549">
              <a:solidFill>
                <a:srgbClr val="3F3F3F"/>
              </a:solidFill>
              <a:latin typeface="Roboto"/>
              <a:ea typeface="Roboto"/>
              <a:cs typeface="Roboto"/>
              <a:sym typeface="Roboto"/>
            </a:endParaRPr>
          </a:p>
        </p:txBody>
      </p:sp>
      <p:sp>
        <p:nvSpPr>
          <p:cNvPr id="673" name="Google Shape;673;p47"/>
          <p:cNvSpPr txBox="1"/>
          <p:nvPr/>
        </p:nvSpPr>
        <p:spPr>
          <a:xfrm>
            <a:off x="1662914" y="6674432"/>
            <a:ext cx="2499300" cy="255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3F3F3F"/>
              </a:buClr>
              <a:buSzPts val="1660"/>
              <a:buFont typeface="Noto Sans Symbols"/>
              <a:buNone/>
            </a:pPr>
            <a:r>
              <a:rPr b="1" lang="en-US" sz="1660">
                <a:solidFill>
                  <a:srgbClr val="3F3F3F"/>
                </a:solidFill>
                <a:latin typeface="Instrument Sans"/>
                <a:ea typeface="Instrument Sans"/>
                <a:cs typeface="Instrument Sans"/>
                <a:sym typeface="Instrument Sans"/>
              </a:rPr>
              <a:t>Gross Profit Margin</a:t>
            </a:r>
            <a:endParaRPr b="1" sz="1744">
              <a:solidFill>
                <a:srgbClr val="3F3F3F"/>
              </a:solidFill>
              <a:latin typeface="Instrument Sans"/>
              <a:ea typeface="Instrument Sans"/>
              <a:cs typeface="Instrument Sans"/>
              <a:sym typeface="Instrument Sans"/>
            </a:endParaRPr>
          </a:p>
        </p:txBody>
      </p:sp>
      <p:sp>
        <p:nvSpPr>
          <p:cNvPr id="674" name="Google Shape;674;p47"/>
          <p:cNvSpPr/>
          <p:nvPr/>
        </p:nvSpPr>
        <p:spPr>
          <a:xfrm>
            <a:off x="7827215" y="3963135"/>
            <a:ext cx="3006600" cy="3514800"/>
          </a:xfrm>
          <a:prstGeom prst="roundRect">
            <a:avLst>
              <a:gd fmla="val 3053" name="adj"/>
            </a:avLst>
          </a:prstGeom>
          <a:solidFill>
            <a:srgbClr val="FFFFFF"/>
          </a:solidFill>
          <a:ln>
            <a:noFill/>
          </a:ln>
          <a:effectLst>
            <a:outerShdw blurRad="702924" rotWithShape="0" algn="ctr">
              <a:srgbClr val="000000">
                <a:alpha val="6669"/>
              </a:srgbClr>
            </a:outerShdw>
          </a:effectLst>
        </p:spPr>
        <p:txBody>
          <a:bodyPr anchorCtr="0" anchor="ctr" bIns="101175" lIns="202400" spcFirstLastPara="1" rIns="202400" wrap="square" tIns="101175">
            <a:noAutofit/>
          </a:bodyPr>
          <a:lstStyle/>
          <a:p>
            <a:pPr indent="0" lvl="0" marL="0" marR="0" rtl="0" algn="ctr">
              <a:spcBef>
                <a:spcPts val="0"/>
              </a:spcBef>
              <a:spcAft>
                <a:spcPts val="0"/>
              </a:spcAft>
              <a:buNone/>
            </a:pPr>
            <a:r>
              <a:t/>
            </a:r>
            <a:endParaRPr sz="1549">
              <a:solidFill>
                <a:srgbClr val="3F3F3F"/>
              </a:solidFill>
              <a:latin typeface="Roboto"/>
              <a:ea typeface="Roboto"/>
              <a:cs typeface="Roboto"/>
              <a:sym typeface="Roboto"/>
            </a:endParaRPr>
          </a:p>
        </p:txBody>
      </p:sp>
      <p:sp>
        <p:nvSpPr>
          <p:cNvPr id="675" name="Google Shape;675;p47"/>
          <p:cNvSpPr txBox="1"/>
          <p:nvPr/>
        </p:nvSpPr>
        <p:spPr>
          <a:xfrm>
            <a:off x="8080859" y="6674432"/>
            <a:ext cx="2499300" cy="255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3F3F3F"/>
              </a:buClr>
              <a:buSzPts val="1660"/>
              <a:buFont typeface="Noto Sans Symbols"/>
              <a:buNone/>
            </a:pPr>
            <a:r>
              <a:rPr b="1" lang="en-US" sz="1660">
                <a:solidFill>
                  <a:srgbClr val="3F3F3F"/>
                </a:solidFill>
                <a:latin typeface="Instrument Sans"/>
                <a:ea typeface="Instrument Sans"/>
                <a:cs typeface="Instrument Sans"/>
                <a:sym typeface="Instrument Sans"/>
              </a:rPr>
              <a:t>Operation Profit Margin</a:t>
            </a:r>
            <a:endParaRPr b="1" sz="1744">
              <a:solidFill>
                <a:srgbClr val="3F3F3F"/>
              </a:solidFill>
              <a:latin typeface="Instrument Sans"/>
              <a:ea typeface="Instrument Sans"/>
              <a:cs typeface="Instrument Sans"/>
              <a:sym typeface="Instrument Sans"/>
            </a:endParaRPr>
          </a:p>
        </p:txBody>
      </p:sp>
      <p:sp>
        <p:nvSpPr>
          <p:cNvPr id="676" name="Google Shape;676;p47"/>
          <p:cNvSpPr/>
          <p:nvPr/>
        </p:nvSpPr>
        <p:spPr>
          <a:xfrm>
            <a:off x="4618248" y="3963135"/>
            <a:ext cx="3006600" cy="3514800"/>
          </a:xfrm>
          <a:prstGeom prst="roundRect">
            <a:avLst>
              <a:gd fmla="val 3053" name="adj"/>
            </a:avLst>
          </a:prstGeom>
          <a:solidFill>
            <a:srgbClr val="FFFFFF"/>
          </a:solidFill>
          <a:ln>
            <a:noFill/>
          </a:ln>
          <a:effectLst>
            <a:outerShdw blurRad="702924" rotWithShape="0" algn="ctr">
              <a:srgbClr val="000000">
                <a:alpha val="6669"/>
              </a:srgbClr>
            </a:outerShdw>
          </a:effectLst>
        </p:spPr>
        <p:txBody>
          <a:bodyPr anchorCtr="0" anchor="ctr" bIns="101175" lIns="202400" spcFirstLastPara="1" rIns="202400" wrap="square" tIns="101175">
            <a:noAutofit/>
          </a:bodyPr>
          <a:lstStyle/>
          <a:p>
            <a:pPr indent="0" lvl="0" marL="0" marR="0" rtl="0" algn="ctr">
              <a:spcBef>
                <a:spcPts val="0"/>
              </a:spcBef>
              <a:spcAft>
                <a:spcPts val="0"/>
              </a:spcAft>
              <a:buNone/>
            </a:pPr>
            <a:r>
              <a:t/>
            </a:r>
            <a:endParaRPr sz="1549">
              <a:solidFill>
                <a:srgbClr val="3F3F3F"/>
              </a:solidFill>
              <a:latin typeface="Roboto"/>
              <a:ea typeface="Roboto"/>
              <a:cs typeface="Roboto"/>
              <a:sym typeface="Roboto"/>
            </a:endParaRPr>
          </a:p>
        </p:txBody>
      </p:sp>
      <p:sp>
        <p:nvSpPr>
          <p:cNvPr id="677" name="Google Shape;677;p47"/>
          <p:cNvSpPr txBox="1"/>
          <p:nvPr/>
        </p:nvSpPr>
        <p:spPr>
          <a:xfrm>
            <a:off x="4871892" y="6674432"/>
            <a:ext cx="2499300" cy="255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3F3F3F"/>
              </a:buClr>
              <a:buSzPts val="1660"/>
              <a:buFont typeface="Noto Sans Symbols"/>
              <a:buNone/>
            </a:pPr>
            <a:r>
              <a:rPr b="1" lang="en-US" sz="1660">
                <a:solidFill>
                  <a:srgbClr val="3F3F3F"/>
                </a:solidFill>
                <a:latin typeface="Instrument Sans"/>
                <a:ea typeface="Instrument Sans"/>
                <a:cs typeface="Instrument Sans"/>
                <a:sym typeface="Instrument Sans"/>
              </a:rPr>
              <a:t>OPEX Ratio</a:t>
            </a:r>
            <a:endParaRPr b="1" sz="1744">
              <a:solidFill>
                <a:srgbClr val="3F3F3F"/>
              </a:solidFill>
              <a:latin typeface="Instrument Sans"/>
              <a:ea typeface="Instrument Sans"/>
              <a:cs typeface="Instrument Sans"/>
              <a:sym typeface="Instrument Sans"/>
            </a:endParaRPr>
          </a:p>
        </p:txBody>
      </p:sp>
      <p:grpSp>
        <p:nvGrpSpPr>
          <p:cNvPr id="678" name="Google Shape;678;p47"/>
          <p:cNvGrpSpPr/>
          <p:nvPr/>
        </p:nvGrpSpPr>
        <p:grpSpPr>
          <a:xfrm>
            <a:off x="1894326" y="4544993"/>
            <a:ext cx="2036593" cy="2036591"/>
            <a:chOff x="4420056" y="4767079"/>
            <a:chExt cx="1103545" cy="1103545"/>
          </a:xfrm>
        </p:grpSpPr>
        <p:grpSp>
          <p:nvGrpSpPr>
            <p:cNvPr id="679" name="Google Shape;679;p47"/>
            <p:cNvGrpSpPr/>
            <p:nvPr/>
          </p:nvGrpSpPr>
          <p:grpSpPr>
            <a:xfrm>
              <a:off x="4420056" y="4767079"/>
              <a:ext cx="1103545" cy="1103545"/>
              <a:chOff x="4946652" y="377825"/>
              <a:chExt cx="4387853" cy="4387851"/>
            </a:xfrm>
          </p:grpSpPr>
          <p:sp>
            <p:nvSpPr>
              <p:cNvPr id="680" name="Google Shape;680;p47"/>
              <p:cNvSpPr/>
              <p:nvPr/>
            </p:nvSpPr>
            <p:spPr>
              <a:xfrm>
                <a:off x="7138989" y="377825"/>
                <a:ext cx="679450" cy="2195513"/>
              </a:xfrm>
              <a:custGeom>
                <a:rect b="b" l="l" r="r" t="t"/>
                <a:pathLst>
                  <a:path extrusionOk="0" h="584" w="181">
                    <a:moveTo>
                      <a:pt x="0" y="584"/>
                    </a:moveTo>
                    <a:cubicBezTo>
                      <a:pt x="181" y="28"/>
                      <a:pt x="181" y="28"/>
                      <a:pt x="181" y="28"/>
                    </a:cubicBezTo>
                    <a:cubicBezTo>
                      <a:pt x="124" y="10"/>
                      <a:pt x="63" y="0"/>
                      <a:pt x="0" y="0"/>
                    </a:cubicBezTo>
                    <a:cubicBezTo>
                      <a:pt x="0" y="584"/>
                      <a:pt x="0" y="584"/>
                      <a:pt x="0" y="584"/>
                    </a:cubicBezTo>
                    <a:close/>
                  </a:path>
                </a:pathLst>
              </a:custGeom>
              <a:solidFill>
                <a:srgbClr val="217BEE"/>
              </a:solidFill>
              <a:ln cap="flat" cmpd="sng" w="21100">
                <a:solidFill>
                  <a:srgbClr val="FFFFFF"/>
                </a:solidFill>
                <a:prstDash val="solid"/>
                <a:round/>
                <a:headEnd len="sm" w="sm" type="none"/>
                <a:tailEnd len="sm" w="sm" type="none"/>
              </a:ln>
            </p:spPr>
            <p:txBody>
              <a:bodyPr anchorCtr="0" anchor="ctr" bIns="75875" lIns="151825" spcFirstLastPara="1" rIns="151825" wrap="square" tIns="75875">
                <a:noAutofit/>
              </a:bodyPr>
              <a:lstStyle/>
              <a:p>
                <a:pPr indent="0" lvl="0" marL="0" marR="0" rtl="0" algn="l">
                  <a:spcBef>
                    <a:spcPts val="0"/>
                  </a:spcBef>
                  <a:spcAft>
                    <a:spcPts val="0"/>
                  </a:spcAft>
                  <a:buNone/>
                </a:pPr>
                <a:r>
                  <a:t/>
                </a:r>
                <a:endParaRPr sz="4649">
                  <a:solidFill>
                    <a:srgbClr val="FFFFFF"/>
                  </a:solidFill>
                  <a:latin typeface="Instrument Sans"/>
                  <a:ea typeface="Instrument Sans"/>
                  <a:cs typeface="Instrument Sans"/>
                  <a:sym typeface="Instrument Sans"/>
                </a:endParaRPr>
              </a:p>
            </p:txBody>
          </p:sp>
          <p:sp>
            <p:nvSpPr>
              <p:cNvPr id="681" name="Google Shape;681;p47"/>
              <p:cNvSpPr/>
              <p:nvPr/>
            </p:nvSpPr>
            <p:spPr>
              <a:xfrm>
                <a:off x="7138989" y="482600"/>
                <a:ext cx="1289050" cy="2090738"/>
              </a:xfrm>
              <a:custGeom>
                <a:rect b="b" l="l" r="r" t="t"/>
                <a:pathLst>
                  <a:path extrusionOk="0" h="556" w="343">
                    <a:moveTo>
                      <a:pt x="0" y="556"/>
                    </a:moveTo>
                    <a:cubicBezTo>
                      <a:pt x="343" y="83"/>
                      <a:pt x="343" y="83"/>
                      <a:pt x="343" y="83"/>
                    </a:cubicBezTo>
                    <a:cubicBezTo>
                      <a:pt x="294" y="47"/>
                      <a:pt x="240" y="19"/>
                      <a:pt x="181" y="0"/>
                    </a:cubicBezTo>
                    <a:cubicBezTo>
                      <a:pt x="0" y="556"/>
                      <a:pt x="0" y="556"/>
                      <a:pt x="0" y="556"/>
                    </a:cubicBezTo>
                    <a:close/>
                  </a:path>
                </a:pathLst>
              </a:custGeom>
              <a:solidFill>
                <a:srgbClr val="217BE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2" name="Google Shape;682;p47"/>
              <p:cNvSpPr/>
              <p:nvPr/>
            </p:nvSpPr>
            <p:spPr>
              <a:xfrm>
                <a:off x="7138989" y="795338"/>
                <a:ext cx="1778001" cy="1778000"/>
              </a:xfrm>
              <a:custGeom>
                <a:rect b="b" l="l" r="r" t="t"/>
                <a:pathLst>
                  <a:path extrusionOk="0" h="473" w="473">
                    <a:moveTo>
                      <a:pt x="0" y="473"/>
                    </a:moveTo>
                    <a:cubicBezTo>
                      <a:pt x="473" y="130"/>
                      <a:pt x="473" y="130"/>
                      <a:pt x="473" y="130"/>
                    </a:cubicBezTo>
                    <a:cubicBezTo>
                      <a:pt x="437" y="80"/>
                      <a:pt x="393" y="36"/>
                      <a:pt x="344" y="0"/>
                    </a:cubicBezTo>
                    <a:cubicBezTo>
                      <a:pt x="0" y="473"/>
                      <a:pt x="0" y="473"/>
                      <a:pt x="0" y="473"/>
                    </a:cubicBezTo>
                    <a:close/>
                  </a:path>
                </a:pathLst>
              </a:custGeom>
              <a:solidFill>
                <a:srgbClr val="217BE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3" name="Google Shape;683;p47"/>
              <p:cNvSpPr/>
              <p:nvPr/>
            </p:nvSpPr>
            <p:spPr>
              <a:xfrm>
                <a:off x="7138989" y="1279525"/>
                <a:ext cx="2089152" cy="1293813"/>
              </a:xfrm>
              <a:custGeom>
                <a:rect b="b" l="l" r="r" t="t"/>
                <a:pathLst>
                  <a:path extrusionOk="0" h="344" w="556">
                    <a:moveTo>
                      <a:pt x="0" y="344"/>
                    </a:moveTo>
                    <a:cubicBezTo>
                      <a:pt x="556" y="163"/>
                      <a:pt x="556" y="163"/>
                      <a:pt x="556" y="163"/>
                    </a:cubicBezTo>
                    <a:cubicBezTo>
                      <a:pt x="537" y="104"/>
                      <a:pt x="509" y="49"/>
                      <a:pt x="473" y="0"/>
                    </a:cubicBezTo>
                    <a:cubicBezTo>
                      <a:pt x="0" y="344"/>
                      <a:pt x="0" y="344"/>
                      <a:pt x="0" y="344"/>
                    </a:cubicBezTo>
                    <a:close/>
                  </a:path>
                </a:pathLst>
              </a:custGeom>
              <a:solidFill>
                <a:srgbClr val="217BE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4" name="Google Shape;684;p47"/>
              <p:cNvSpPr/>
              <p:nvPr/>
            </p:nvSpPr>
            <p:spPr>
              <a:xfrm>
                <a:off x="7138989" y="1897064"/>
                <a:ext cx="2195514" cy="676275"/>
              </a:xfrm>
              <a:custGeom>
                <a:rect b="b" l="l" r="r" t="t"/>
                <a:pathLst>
                  <a:path extrusionOk="0" h="180" w="584">
                    <a:moveTo>
                      <a:pt x="0" y="180"/>
                    </a:moveTo>
                    <a:cubicBezTo>
                      <a:pt x="584" y="179"/>
                      <a:pt x="584" y="179"/>
                      <a:pt x="584" y="179"/>
                    </a:cubicBezTo>
                    <a:cubicBezTo>
                      <a:pt x="584" y="117"/>
                      <a:pt x="574" y="56"/>
                      <a:pt x="556" y="0"/>
                    </a:cubicBezTo>
                    <a:cubicBezTo>
                      <a:pt x="0" y="180"/>
                      <a:pt x="0" y="180"/>
                      <a:pt x="0" y="180"/>
                    </a:cubicBezTo>
                    <a:close/>
                  </a:path>
                </a:pathLst>
              </a:custGeom>
              <a:solidFill>
                <a:srgbClr val="00A8FF">
                  <a:alpha val="6000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5" name="Google Shape;685;p47"/>
              <p:cNvSpPr/>
              <p:nvPr/>
            </p:nvSpPr>
            <p:spPr>
              <a:xfrm>
                <a:off x="7138991" y="2570163"/>
                <a:ext cx="2195514" cy="684213"/>
              </a:xfrm>
              <a:custGeom>
                <a:rect b="b" l="l" r="r" t="t"/>
                <a:pathLst>
                  <a:path extrusionOk="0" h="182" w="584">
                    <a:moveTo>
                      <a:pt x="0" y="1"/>
                    </a:moveTo>
                    <a:cubicBezTo>
                      <a:pt x="556" y="182"/>
                      <a:pt x="556" y="182"/>
                      <a:pt x="556" y="182"/>
                    </a:cubicBezTo>
                    <a:cubicBezTo>
                      <a:pt x="574" y="125"/>
                      <a:pt x="584" y="64"/>
                      <a:pt x="584" y="1"/>
                    </a:cubicBezTo>
                    <a:cubicBezTo>
                      <a:pt x="584" y="1"/>
                      <a:pt x="584" y="1"/>
                      <a:pt x="584" y="0"/>
                    </a:cubicBezTo>
                    <a:cubicBezTo>
                      <a:pt x="0" y="1"/>
                      <a:pt x="0" y="1"/>
                      <a:pt x="0" y="1"/>
                    </a:cubicBezTo>
                    <a:close/>
                  </a:path>
                </a:pathLst>
              </a:custGeom>
              <a:solidFill>
                <a:srgbClr val="00A8FF">
                  <a:alpha val="4980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6" name="Google Shape;686;p47"/>
              <p:cNvSpPr/>
              <p:nvPr/>
            </p:nvSpPr>
            <p:spPr>
              <a:xfrm>
                <a:off x="7138991" y="2573338"/>
                <a:ext cx="2089152" cy="1290638"/>
              </a:xfrm>
              <a:custGeom>
                <a:rect b="b" l="l" r="r" t="t"/>
                <a:pathLst>
                  <a:path extrusionOk="0" h="343" w="556">
                    <a:moveTo>
                      <a:pt x="0" y="0"/>
                    </a:moveTo>
                    <a:cubicBezTo>
                      <a:pt x="473" y="343"/>
                      <a:pt x="473" y="343"/>
                      <a:pt x="473" y="343"/>
                    </a:cubicBezTo>
                    <a:cubicBezTo>
                      <a:pt x="509" y="294"/>
                      <a:pt x="537" y="239"/>
                      <a:pt x="556" y="181"/>
                    </a:cubicBezTo>
                    <a:cubicBezTo>
                      <a:pt x="0" y="0"/>
                      <a:pt x="0" y="0"/>
                      <a:pt x="0" y="0"/>
                    </a:cubicBezTo>
                    <a:close/>
                  </a:path>
                </a:pathLst>
              </a:custGeom>
              <a:solidFill>
                <a:srgbClr val="A5DDED"/>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7" name="Google Shape;687;p47"/>
              <p:cNvSpPr/>
              <p:nvPr/>
            </p:nvSpPr>
            <p:spPr>
              <a:xfrm>
                <a:off x="7138991" y="2573338"/>
                <a:ext cx="1778001" cy="1778000"/>
              </a:xfrm>
              <a:custGeom>
                <a:rect b="b" l="l" r="r" t="t"/>
                <a:pathLst>
                  <a:path extrusionOk="0" h="473" w="473">
                    <a:moveTo>
                      <a:pt x="0" y="0"/>
                    </a:moveTo>
                    <a:cubicBezTo>
                      <a:pt x="343" y="473"/>
                      <a:pt x="343" y="473"/>
                      <a:pt x="343" y="473"/>
                    </a:cubicBezTo>
                    <a:cubicBezTo>
                      <a:pt x="393" y="437"/>
                      <a:pt x="437" y="393"/>
                      <a:pt x="473" y="343"/>
                    </a:cubicBezTo>
                    <a:cubicBezTo>
                      <a:pt x="0" y="0"/>
                      <a:pt x="0" y="0"/>
                      <a:pt x="0" y="0"/>
                    </a:cubicBezTo>
                    <a:close/>
                  </a:path>
                </a:pathLst>
              </a:custGeom>
              <a:solidFill>
                <a:srgbClr val="A5DDED"/>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8" name="Google Shape;688;p47"/>
              <p:cNvSpPr/>
              <p:nvPr/>
            </p:nvSpPr>
            <p:spPr>
              <a:xfrm>
                <a:off x="7138991" y="2573338"/>
                <a:ext cx="1292225" cy="2087563"/>
              </a:xfrm>
              <a:custGeom>
                <a:rect b="b" l="l" r="r" t="t"/>
                <a:pathLst>
                  <a:path extrusionOk="0" h="555" w="344">
                    <a:moveTo>
                      <a:pt x="0" y="0"/>
                    </a:moveTo>
                    <a:cubicBezTo>
                      <a:pt x="181" y="555"/>
                      <a:pt x="181" y="555"/>
                      <a:pt x="181" y="555"/>
                    </a:cubicBezTo>
                    <a:cubicBezTo>
                      <a:pt x="240" y="536"/>
                      <a:pt x="295" y="508"/>
                      <a:pt x="344" y="473"/>
                    </a:cubicBezTo>
                    <a:cubicBezTo>
                      <a:pt x="0" y="0"/>
                      <a:pt x="0" y="0"/>
                      <a:pt x="0" y="0"/>
                    </a:cubicBezTo>
                    <a:close/>
                  </a:path>
                </a:pathLst>
              </a:custGeom>
              <a:solidFill>
                <a:srgbClr val="A5DDED"/>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89" name="Google Shape;689;p47"/>
              <p:cNvSpPr/>
              <p:nvPr/>
            </p:nvSpPr>
            <p:spPr>
              <a:xfrm>
                <a:off x="7138991" y="2573338"/>
                <a:ext cx="676276" cy="2192338"/>
              </a:xfrm>
              <a:custGeom>
                <a:rect b="b" l="l" r="r" t="t"/>
                <a:pathLst>
                  <a:path extrusionOk="0" h="583" w="180">
                    <a:moveTo>
                      <a:pt x="0" y="0"/>
                    </a:moveTo>
                    <a:cubicBezTo>
                      <a:pt x="1" y="583"/>
                      <a:pt x="1" y="583"/>
                      <a:pt x="1" y="583"/>
                    </a:cubicBezTo>
                    <a:cubicBezTo>
                      <a:pt x="63" y="583"/>
                      <a:pt x="124" y="574"/>
                      <a:pt x="180" y="555"/>
                    </a:cubicBezTo>
                    <a:cubicBezTo>
                      <a:pt x="0" y="0"/>
                      <a:pt x="0" y="0"/>
                      <a:pt x="0"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0" name="Google Shape;690;p47"/>
              <p:cNvSpPr/>
              <p:nvPr/>
            </p:nvSpPr>
            <p:spPr>
              <a:xfrm>
                <a:off x="6457952" y="2573338"/>
                <a:ext cx="684213" cy="2192338"/>
              </a:xfrm>
              <a:custGeom>
                <a:rect b="b" l="l" r="r" t="t"/>
                <a:pathLst>
                  <a:path extrusionOk="0" h="583" w="182">
                    <a:moveTo>
                      <a:pt x="181" y="0"/>
                    </a:moveTo>
                    <a:cubicBezTo>
                      <a:pt x="0" y="555"/>
                      <a:pt x="0" y="555"/>
                      <a:pt x="0" y="555"/>
                    </a:cubicBezTo>
                    <a:cubicBezTo>
                      <a:pt x="57" y="574"/>
                      <a:pt x="118" y="583"/>
                      <a:pt x="181" y="583"/>
                    </a:cubicBezTo>
                    <a:cubicBezTo>
                      <a:pt x="181" y="583"/>
                      <a:pt x="181" y="583"/>
                      <a:pt x="182" y="583"/>
                    </a:cubicBezTo>
                    <a:cubicBezTo>
                      <a:pt x="181" y="0"/>
                      <a:pt x="181" y="0"/>
                      <a:pt x="181"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1" name="Google Shape;691;p47"/>
              <p:cNvSpPr/>
              <p:nvPr/>
            </p:nvSpPr>
            <p:spPr>
              <a:xfrm>
                <a:off x="5849939" y="2573338"/>
                <a:ext cx="1289050" cy="2087563"/>
              </a:xfrm>
              <a:custGeom>
                <a:rect b="b" l="l" r="r" t="t"/>
                <a:pathLst>
                  <a:path extrusionOk="0" h="555" w="343">
                    <a:moveTo>
                      <a:pt x="343" y="0"/>
                    </a:moveTo>
                    <a:cubicBezTo>
                      <a:pt x="0" y="473"/>
                      <a:pt x="0" y="473"/>
                      <a:pt x="0" y="473"/>
                    </a:cubicBezTo>
                    <a:cubicBezTo>
                      <a:pt x="49" y="508"/>
                      <a:pt x="104" y="536"/>
                      <a:pt x="162" y="555"/>
                    </a:cubicBezTo>
                    <a:cubicBezTo>
                      <a:pt x="343" y="0"/>
                      <a:pt x="343" y="0"/>
                      <a:pt x="34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2" name="Google Shape;692;p47"/>
              <p:cNvSpPr/>
              <p:nvPr/>
            </p:nvSpPr>
            <p:spPr>
              <a:xfrm>
                <a:off x="5360989" y="2573338"/>
                <a:ext cx="1778000" cy="1778000"/>
              </a:xfrm>
              <a:custGeom>
                <a:rect b="b" l="l" r="r" t="t"/>
                <a:pathLst>
                  <a:path extrusionOk="0" h="473" w="473">
                    <a:moveTo>
                      <a:pt x="473" y="0"/>
                    </a:moveTo>
                    <a:cubicBezTo>
                      <a:pt x="0" y="343"/>
                      <a:pt x="0" y="343"/>
                      <a:pt x="0" y="343"/>
                    </a:cubicBezTo>
                    <a:cubicBezTo>
                      <a:pt x="36" y="393"/>
                      <a:pt x="80" y="437"/>
                      <a:pt x="130" y="473"/>
                    </a:cubicBezTo>
                    <a:cubicBezTo>
                      <a:pt x="473" y="0"/>
                      <a:pt x="473" y="0"/>
                      <a:pt x="47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3" name="Google Shape;693;p47"/>
              <p:cNvSpPr/>
              <p:nvPr/>
            </p:nvSpPr>
            <p:spPr>
              <a:xfrm>
                <a:off x="5053013" y="2573338"/>
                <a:ext cx="2085976" cy="1290638"/>
              </a:xfrm>
              <a:custGeom>
                <a:rect b="b" l="l" r="r" t="t"/>
                <a:pathLst>
                  <a:path extrusionOk="0" h="343" w="555">
                    <a:moveTo>
                      <a:pt x="555" y="0"/>
                    </a:moveTo>
                    <a:cubicBezTo>
                      <a:pt x="0" y="181"/>
                      <a:pt x="0" y="181"/>
                      <a:pt x="0" y="181"/>
                    </a:cubicBezTo>
                    <a:cubicBezTo>
                      <a:pt x="19" y="240"/>
                      <a:pt x="47" y="294"/>
                      <a:pt x="82" y="343"/>
                    </a:cubicBezTo>
                    <a:cubicBezTo>
                      <a:pt x="555" y="0"/>
                      <a:pt x="555" y="0"/>
                      <a:pt x="555"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4" name="Google Shape;694;p47"/>
              <p:cNvSpPr/>
              <p:nvPr/>
            </p:nvSpPr>
            <p:spPr>
              <a:xfrm>
                <a:off x="4946652" y="2573338"/>
                <a:ext cx="2192339" cy="676275"/>
              </a:xfrm>
              <a:custGeom>
                <a:rect b="b" l="l" r="r" t="t"/>
                <a:pathLst>
                  <a:path extrusionOk="0" h="180" w="583">
                    <a:moveTo>
                      <a:pt x="583" y="0"/>
                    </a:moveTo>
                    <a:cubicBezTo>
                      <a:pt x="0" y="0"/>
                      <a:pt x="0" y="0"/>
                      <a:pt x="0" y="0"/>
                    </a:cubicBezTo>
                    <a:cubicBezTo>
                      <a:pt x="0" y="63"/>
                      <a:pt x="9" y="124"/>
                      <a:pt x="28" y="180"/>
                    </a:cubicBezTo>
                    <a:cubicBezTo>
                      <a:pt x="583" y="0"/>
                      <a:pt x="583" y="0"/>
                      <a:pt x="58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5" name="Google Shape;695;p47"/>
              <p:cNvSpPr/>
              <p:nvPr/>
            </p:nvSpPr>
            <p:spPr>
              <a:xfrm>
                <a:off x="4946653" y="1893888"/>
                <a:ext cx="2192339" cy="679450"/>
              </a:xfrm>
              <a:custGeom>
                <a:rect b="b" l="l" r="r" t="t"/>
                <a:pathLst>
                  <a:path extrusionOk="0" h="181" w="583">
                    <a:moveTo>
                      <a:pt x="583" y="181"/>
                    </a:moveTo>
                    <a:cubicBezTo>
                      <a:pt x="28" y="0"/>
                      <a:pt x="28" y="0"/>
                      <a:pt x="28" y="0"/>
                    </a:cubicBezTo>
                    <a:cubicBezTo>
                      <a:pt x="9" y="57"/>
                      <a:pt x="0" y="118"/>
                      <a:pt x="0" y="181"/>
                    </a:cubicBezTo>
                    <a:cubicBezTo>
                      <a:pt x="0" y="181"/>
                      <a:pt x="0" y="181"/>
                      <a:pt x="0" y="181"/>
                    </a:cubicBezTo>
                    <a:cubicBezTo>
                      <a:pt x="583" y="181"/>
                      <a:pt x="583" y="181"/>
                      <a:pt x="583" y="181"/>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6" name="Google Shape;696;p47"/>
              <p:cNvSpPr/>
              <p:nvPr/>
            </p:nvSpPr>
            <p:spPr>
              <a:xfrm>
                <a:off x="5053014" y="1284288"/>
                <a:ext cx="2085976" cy="1289050"/>
              </a:xfrm>
              <a:custGeom>
                <a:rect b="b" l="l" r="r" t="t"/>
                <a:pathLst>
                  <a:path extrusionOk="0" h="343" w="555">
                    <a:moveTo>
                      <a:pt x="555" y="343"/>
                    </a:moveTo>
                    <a:cubicBezTo>
                      <a:pt x="82" y="0"/>
                      <a:pt x="82" y="0"/>
                      <a:pt x="82" y="0"/>
                    </a:cubicBezTo>
                    <a:cubicBezTo>
                      <a:pt x="47" y="49"/>
                      <a:pt x="19" y="103"/>
                      <a:pt x="0" y="162"/>
                    </a:cubicBezTo>
                    <a:cubicBezTo>
                      <a:pt x="555" y="343"/>
                      <a:pt x="555" y="343"/>
                      <a:pt x="555" y="34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7" name="Google Shape;697;p47"/>
              <p:cNvSpPr/>
              <p:nvPr/>
            </p:nvSpPr>
            <p:spPr>
              <a:xfrm>
                <a:off x="5360991" y="795338"/>
                <a:ext cx="1778001" cy="1778000"/>
              </a:xfrm>
              <a:custGeom>
                <a:rect b="b" l="l" r="r" t="t"/>
                <a:pathLst>
                  <a:path extrusionOk="0" h="473" w="473">
                    <a:moveTo>
                      <a:pt x="473" y="473"/>
                    </a:moveTo>
                    <a:cubicBezTo>
                      <a:pt x="130" y="0"/>
                      <a:pt x="130" y="0"/>
                      <a:pt x="130" y="0"/>
                    </a:cubicBezTo>
                    <a:cubicBezTo>
                      <a:pt x="80" y="36"/>
                      <a:pt x="36" y="80"/>
                      <a:pt x="0" y="129"/>
                    </a:cubicBezTo>
                    <a:cubicBezTo>
                      <a:pt x="473" y="473"/>
                      <a:pt x="473" y="473"/>
                      <a:pt x="473" y="47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8" name="Google Shape;698;p47"/>
              <p:cNvSpPr/>
              <p:nvPr/>
            </p:nvSpPr>
            <p:spPr>
              <a:xfrm>
                <a:off x="5849943" y="482600"/>
                <a:ext cx="1289050" cy="2090738"/>
              </a:xfrm>
              <a:custGeom>
                <a:rect b="b" l="l" r="r" t="t"/>
                <a:pathLst>
                  <a:path extrusionOk="0" h="556" w="343">
                    <a:moveTo>
                      <a:pt x="343" y="556"/>
                    </a:moveTo>
                    <a:cubicBezTo>
                      <a:pt x="162" y="0"/>
                      <a:pt x="162" y="0"/>
                      <a:pt x="162" y="0"/>
                    </a:cubicBezTo>
                    <a:cubicBezTo>
                      <a:pt x="103" y="19"/>
                      <a:pt x="49" y="47"/>
                      <a:pt x="0" y="83"/>
                    </a:cubicBezTo>
                    <a:cubicBezTo>
                      <a:pt x="343" y="556"/>
                      <a:pt x="343" y="556"/>
                      <a:pt x="343" y="556"/>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699" name="Google Shape;699;p47"/>
              <p:cNvSpPr/>
              <p:nvPr/>
            </p:nvSpPr>
            <p:spPr>
              <a:xfrm>
                <a:off x="6462714" y="377825"/>
                <a:ext cx="676276" cy="2195513"/>
              </a:xfrm>
              <a:custGeom>
                <a:rect b="b" l="l" r="r" t="t"/>
                <a:pathLst>
                  <a:path extrusionOk="0" h="584" w="180">
                    <a:moveTo>
                      <a:pt x="180" y="584"/>
                    </a:moveTo>
                    <a:cubicBezTo>
                      <a:pt x="180" y="0"/>
                      <a:pt x="180" y="0"/>
                      <a:pt x="180" y="0"/>
                    </a:cubicBezTo>
                    <a:cubicBezTo>
                      <a:pt x="117" y="0"/>
                      <a:pt x="57" y="10"/>
                      <a:pt x="0" y="28"/>
                    </a:cubicBezTo>
                    <a:cubicBezTo>
                      <a:pt x="180" y="584"/>
                      <a:pt x="180" y="584"/>
                      <a:pt x="180" y="584"/>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grpSp>
        <p:sp>
          <p:nvSpPr>
            <p:cNvPr id="700" name="Google Shape;700;p47"/>
            <p:cNvSpPr/>
            <p:nvPr/>
          </p:nvSpPr>
          <p:spPr>
            <a:xfrm>
              <a:off x="4672252" y="5019363"/>
              <a:ext cx="598800" cy="598800"/>
            </a:xfrm>
            <a:prstGeom prst="ellipse">
              <a:avLst/>
            </a:prstGeom>
            <a:solidFill>
              <a:srgbClr val="FFFFFF"/>
            </a:solidFill>
            <a:ln cap="flat" cmpd="sng" w="63275">
              <a:solidFill>
                <a:srgbClr val="FFFFFF"/>
              </a:solidFill>
              <a:prstDash val="solid"/>
              <a:round/>
              <a:headEnd len="sm" w="sm" type="none"/>
              <a:tailEnd len="sm" w="sm" type="none"/>
            </a:ln>
            <a:effectLst>
              <a:outerShdw blurRad="562339" sx="102000" rotWithShape="0" algn="ctr" sy="102000">
                <a:srgbClr val="000000">
                  <a:alpha val="2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US" sz="2324">
                  <a:solidFill>
                    <a:srgbClr val="3F3F3F"/>
                  </a:solidFill>
                  <a:latin typeface="Instrument Sans"/>
                  <a:ea typeface="Instrument Sans"/>
                  <a:cs typeface="Instrument Sans"/>
                  <a:sym typeface="Instrument Sans"/>
                </a:rPr>
                <a:t>45%</a:t>
              </a:r>
              <a:endParaRPr sz="3099">
                <a:latin typeface="Instrument Sans"/>
                <a:ea typeface="Instrument Sans"/>
                <a:cs typeface="Instrument Sans"/>
                <a:sym typeface="Instrument Sans"/>
              </a:endParaRPr>
            </a:p>
          </p:txBody>
        </p:sp>
      </p:grpSp>
      <p:grpSp>
        <p:nvGrpSpPr>
          <p:cNvPr id="701" name="Google Shape;701;p47"/>
          <p:cNvGrpSpPr/>
          <p:nvPr/>
        </p:nvGrpSpPr>
        <p:grpSpPr>
          <a:xfrm>
            <a:off x="8312272" y="4544993"/>
            <a:ext cx="2036593" cy="2036591"/>
            <a:chOff x="4420056" y="4767079"/>
            <a:chExt cx="1103545" cy="1103545"/>
          </a:xfrm>
        </p:grpSpPr>
        <p:grpSp>
          <p:nvGrpSpPr>
            <p:cNvPr id="702" name="Google Shape;702;p47"/>
            <p:cNvGrpSpPr/>
            <p:nvPr/>
          </p:nvGrpSpPr>
          <p:grpSpPr>
            <a:xfrm>
              <a:off x="4420056" y="4767079"/>
              <a:ext cx="1103545" cy="1103545"/>
              <a:chOff x="4946652" y="377825"/>
              <a:chExt cx="4387853" cy="4387851"/>
            </a:xfrm>
          </p:grpSpPr>
          <p:sp>
            <p:nvSpPr>
              <p:cNvPr id="703" name="Google Shape;703;p47"/>
              <p:cNvSpPr/>
              <p:nvPr/>
            </p:nvSpPr>
            <p:spPr>
              <a:xfrm>
                <a:off x="7138989" y="377825"/>
                <a:ext cx="679450" cy="2195513"/>
              </a:xfrm>
              <a:custGeom>
                <a:rect b="b" l="l" r="r" t="t"/>
                <a:pathLst>
                  <a:path extrusionOk="0" h="584" w="181">
                    <a:moveTo>
                      <a:pt x="0" y="584"/>
                    </a:moveTo>
                    <a:cubicBezTo>
                      <a:pt x="181" y="28"/>
                      <a:pt x="181" y="28"/>
                      <a:pt x="181" y="28"/>
                    </a:cubicBezTo>
                    <a:cubicBezTo>
                      <a:pt x="124" y="10"/>
                      <a:pt x="63" y="0"/>
                      <a:pt x="0" y="0"/>
                    </a:cubicBezTo>
                    <a:cubicBezTo>
                      <a:pt x="0" y="584"/>
                      <a:pt x="0" y="584"/>
                      <a:pt x="0" y="584"/>
                    </a:cubicBezTo>
                    <a:close/>
                  </a:path>
                </a:pathLst>
              </a:custGeom>
              <a:solidFill>
                <a:srgbClr val="5255BF"/>
              </a:solidFill>
              <a:ln cap="flat" cmpd="sng" w="21100">
                <a:solidFill>
                  <a:srgbClr val="FFFFFF"/>
                </a:solidFill>
                <a:prstDash val="solid"/>
                <a:round/>
                <a:headEnd len="sm" w="sm" type="none"/>
                <a:tailEnd len="sm" w="sm" type="none"/>
              </a:ln>
            </p:spPr>
            <p:txBody>
              <a:bodyPr anchorCtr="0" anchor="ctr" bIns="75875" lIns="151825" spcFirstLastPara="1" rIns="151825" wrap="square" tIns="75875">
                <a:noAutofit/>
              </a:bodyPr>
              <a:lstStyle/>
              <a:p>
                <a:pPr indent="0" lvl="0" marL="0" marR="0" rtl="0" algn="l">
                  <a:spcBef>
                    <a:spcPts val="0"/>
                  </a:spcBef>
                  <a:spcAft>
                    <a:spcPts val="0"/>
                  </a:spcAft>
                  <a:buNone/>
                </a:pPr>
                <a:r>
                  <a:t/>
                </a:r>
                <a:endParaRPr sz="4649">
                  <a:solidFill>
                    <a:srgbClr val="FFFFFF"/>
                  </a:solidFill>
                  <a:latin typeface="Instrument Sans"/>
                  <a:ea typeface="Instrument Sans"/>
                  <a:cs typeface="Instrument Sans"/>
                  <a:sym typeface="Instrument Sans"/>
                </a:endParaRPr>
              </a:p>
            </p:txBody>
          </p:sp>
          <p:sp>
            <p:nvSpPr>
              <p:cNvPr id="704" name="Google Shape;704;p47"/>
              <p:cNvSpPr/>
              <p:nvPr/>
            </p:nvSpPr>
            <p:spPr>
              <a:xfrm>
                <a:off x="7138989" y="482600"/>
                <a:ext cx="1289050" cy="2090738"/>
              </a:xfrm>
              <a:custGeom>
                <a:rect b="b" l="l" r="r" t="t"/>
                <a:pathLst>
                  <a:path extrusionOk="0" h="556" w="343">
                    <a:moveTo>
                      <a:pt x="0" y="556"/>
                    </a:moveTo>
                    <a:cubicBezTo>
                      <a:pt x="343" y="83"/>
                      <a:pt x="343" y="83"/>
                      <a:pt x="343" y="83"/>
                    </a:cubicBezTo>
                    <a:cubicBezTo>
                      <a:pt x="294" y="47"/>
                      <a:pt x="240" y="19"/>
                      <a:pt x="181" y="0"/>
                    </a:cubicBezTo>
                    <a:cubicBezTo>
                      <a:pt x="0" y="556"/>
                      <a:pt x="0" y="556"/>
                      <a:pt x="0" y="556"/>
                    </a:cubicBezTo>
                    <a:close/>
                  </a:path>
                </a:pathLst>
              </a:custGeom>
              <a:solidFill>
                <a:srgbClr val="5255B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05" name="Google Shape;705;p47"/>
              <p:cNvSpPr/>
              <p:nvPr/>
            </p:nvSpPr>
            <p:spPr>
              <a:xfrm>
                <a:off x="7138989" y="795338"/>
                <a:ext cx="1778001" cy="1778000"/>
              </a:xfrm>
              <a:custGeom>
                <a:rect b="b" l="l" r="r" t="t"/>
                <a:pathLst>
                  <a:path extrusionOk="0" h="473" w="473">
                    <a:moveTo>
                      <a:pt x="0" y="473"/>
                    </a:moveTo>
                    <a:cubicBezTo>
                      <a:pt x="473" y="130"/>
                      <a:pt x="473" y="130"/>
                      <a:pt x="473" y="130"/>
                    </a:cubicBezTo>
                    <a:cubicBezTo>
                      <a:pt x="437" y="80"/>
                      <a:pt x="393" y="36"/>
                      <a:pt x="344" y="0"/>
                    </a:cubicBezTo>
                    <a:cubicBezTo>
                      <a:pt x="0" y="473"/>
                      <a:pt x="0" y="473"/>
                      <a:pt x="0" y="473"/>
                    </a:cubicBezTo>
                    <a:close/>
                  </a:path>
                </a:pathLst>
              </a:custGeom>
              <a:solidFill>
                <a:srgbClr val="5255B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06" name="Google Shape;706;p47"/>
              <p:cNvSpPr/>
              <p:nvPr/>
            </p:nvSpPr>
            <p:spPr>
              <a:xfrm>
                <a:off x="7138989" y="1279525"/>
                <a:ext cx="2089152" cy="1293813"/>
              </a:xfrm>
              <a:custGeom>
                <a:rect b="b" l="l" r="r" t="t"/>
                <a:pathLst>
                  <a:path extrusionOk="0" h="344" w="556">
                    <a:moveTo>
                      <a:pt x="0" y="344"/>
                    </a:moveTo>
                    <a:cubicBezTo>
                      <a:pt x="556" y="163"/>
                      <a:pt x="556" y="163"/>
                      <a:pt x="556" y="163"/>
                    </a:cubicBezTo>
                    <a:cubicBezTo>
                      <a:pt x="537" y="104"/>
                      <a:pt x="509" y="49"/>
                      <a:pt x="473" y="0"/>
                    </a:cubicBezTo>
                    <a:cubicBezTo>
                      <a:pt x="0" y="344"/>
                      <a:pt x="0" y="344"/>
                      <a:pt x="0" y="344"/>
                    </a:cubicBezTo>
                    <a:close/>
                  </a:path>
                </a:pathLst>
              </a:custGeom>
              <a:solidFill>
                <a:srgbClr val="5255B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07" name="Google Shape;707;p47"/>
              <p:cNvSpPr/>
              <p:nvPr/>
            </p:nvSpPr>
            <p:spPr>
              <a:xfrm>
                <a:off x="7138989" y="1897064"/>
                <a:ext cx="2195514" cy="676275"/>
              </a:xfrm>
              <a:custGeom>
                <a:rect b="b" l="l" r="r" t="t"/>
                <a:pathLst>
                  <a:path extrusionOk="0" h="180" w="584">
                    <a:moveTo>
                      <a:pt x="0" y="180"/>
                    </a:moveTo>
                    <a:cubicBezTo>
                      <a:pt x="584" y="179"/>
                      <a:pt x="584" y="179"/>
                      <a:pt x="584" y="179"/>
                    </a:cubicBezTo>
                    <a:cubicBezTo>
                      <a:pt x="584" y="117"/>
                      <a:pt x="574" y="56"/>
                      <a:pt x="556" y="0"/>
                    </a:cubicBezTo>
                    <a:cubicBezTo>
                      <a:pt x="0" y="180"/>
                      <a:pt x="0" y="180"/>
                      <a:pt x="0" y="180"/>
                    </a:cubicBezTo>
                    <a:close/>
                  </a:path>
                </a:pathLst>
              </a:custGeom>
              <a:solidFill>
                <a:srgbClr val="5255BF">
                  <a:alpha val="352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08" name="Google Shape;708;p47"/>
              <p:cNvSpPr/>
              <p:nvPr/>
            </p:nvSpPr>
            <p:spPr>
              <a:xfrm>
                <a:off x="7138991" y="2570163"/>
                <a:ext cx="2195514" cy="684213"/>
              </a:xfrm>
              <a:custGeom>
                <a:rect b="b" l="l" r="r" t="t"/>
                <a:pathLst>
                  <a:path extrusionOk="0" h="182" w="584">
                    <a:moveTo>
                      <a:pt x="0" y="1"/>
                    </a:moveTo>
                    <a:cubicBezTo>
                      <a:pt x="556" y="182"/>
                      <a:pt x="556" y="182"/>
                      <a:pt x="556" y="182"/>
                    </a:cubicBezTo>
                    <a:cubicBezTo>
                      <a:pt x="574" y="125"/>
                      <a:pt x="584" y="64"/>
                      <a:pt x="584" y="1"/>
                    </a:cubicBezTo>
                    <a:cubicBezTo>
                      <a:pt x="584" y="1"/>
                      <a:pt x="584" y="1"/>
                      <a:pt x="584" y="0"/>
                    </a:cubicBezTo>
                    <a:cubicBezTo>
                      <a:pt x="0" y="1"/>
                      <a:pt x="0" y="1"/>
                      <a:pt x="0" y="1"/>
                    </a:cubicBezTo>
                    <a:close/>
                  </a:path>
                </a:pathLst>
              </a:custGeom>
              <a:solidFill>
                <a:srgbClr val="5255BF">
                  <a:alpha val="352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09" name="Google Shape;709;p47"/>
              <p:cNvSpPr/>
              <p:nvPr/>
            </p:nvSpPr>
            <p:spPr>
              <a:xfrm>
                <a:off x="7138991" y="2573338"/>
                <a:ext cx="2089152" cy="1290638"/>
              </a:xfrm>
              <a:custGeom>
                <a:rect b="b" l="l" r="r" t="t"/>
                <a:pathLst>
                  <a:path extrusionOk="0" h="343" w="556">
                    <a:moveTo>
                      <a:pt x="0" y="0"/>
                    </a:moveTo>
                    <a:cubicBezTo>
                      <a:pt x="473" y="343"/>
                      <a:pt x="473" y="343"/>
                      <a:pt x="473" y="343"/>
                    </a:cubicBezTo>
                    <a:cubicBezTo>
                      <a:pt x="509" y="294"/>
                      <a:pt x="537" y="239"/>
                      <a:pt x="556" y="181"/>
                    </a:cubicBezTo>
                    <a:cubicBezTo>
                      <a:pt x="0" y="0"/>
                      <a:pt x="0" y="0"/>
                      <a:pt x="0" y="0"/>
                    </a:cubicBezTo>
                    <a:close/>
                  </a:path>
                </a:pathLst>
              </a:custGeom>
              <a:solidFill>
                <a:srgbClr val="5255BF">
                  <a:alpha val="352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0" name="Google Shape;710;p47"/>
              <p:cNvSpPr/>
              <p:nvPr/>
            </p:nvSpPr>
            <p:spPr>
              <a:xfrm>
                <a:off x="7138991" y="2573338"/>
                <a:ext cx="1778001" cy="1778000"/>
              </a:xfrm>
              <a:custGeom>
                <a:rect b="b" l="l" r="r" t="t"/>
                <a:pathLst>
                  <a:path extrusionOk="0" h="473" w="473">
                    <a:moveTo>
                      <a:pt x="0" y="0"/>
                    </a:moveTo>
                    <a:cubicBezTo>
                      <a:pt x="343" y="473"/>
                      <a:pt x="343" y="473"/>
                      <a:pt x="343" y="473"/>
                    </a:cubicBezTo>
                    <a:cubicBezTo>
                      <a:pt x="393" y="437"/>
                      <a:pt x="437" y="393"/>
                      <a:pt x="473" y="343"/>
                    </a:cubicBezTo>
                    <a:cubicBezTo>
                      <a:pt x="0" y="0"/>
                      <a:pt x="0" y="0"/>
                      <a:pt x="0" y="0"/>
                    </a:cubicBezTo>
                    <a:close/>
                  </a:path>
                </a:pathLst>
              </a:custGeom>
              <a:solidFill>
                <a:srgbClr val="5255BF">
                  <a:alpha val="352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1" name="Google Shape;711;p47"/>
              <p:cNvSpPr/>
              <p:nvPr/>
            </p:nvSpPr>
            <p:spPr>
              <a:xfrm>
                <a:off x="7138991" y="2573338"/>
                <a:ext cx="1292225" cy="2087563"/>
              </a:xfrm>
              <a:custGeom>
                <a:rect b="b" l="l" r="r" t="t"/>
                <a:pathLst>
                  <a:path extrusionOk="0" h="555" w="344">
                    <a:moveTo>
                      <a:pt x="0" y="0"/>
                    </a:moveTo>
                    <a:cubicBezTo>
                      <a:pt x="181" y="555"/>
                      <a:pt x="181" y="555"/>
                      <a:pt x="181" y="555"/>
                    </a:cubicBezTo>
                    <a:cubicBezTo>
                      <a:pt x="240" y="536"/>
                      <a:pt x="295" y="508"/>
                      <a:pt x="344" y="473"/>
                    </a:cubicBezTo>
                    <a:cubicBezTo>
                      <a:pt x="0" y="0"/>
                      <a:pt x="0" y="0"/>
                      <a:pt x="0" y="0"/>
                    </a:cubicBezTo>
                    <a:close/>
                  </a:path>
                </a:pathLst>
              </a:custGeom>
              <a:solidFill>
                <a:srgbClr val="5255BF">
                  <a:alpha val="352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2" name="Google Shape;712;p47"/>
              <p:cNvSpPr/>
              <p:nvPr/>
            </p:nvSpPr>
            <p:spPr>
              <a:xfrm>
                <a:off x="7138991" y="2573338"/>
                <a:ext cx="676276" cy="2192338"/>
              </a:xfrm>
              <a:custGeom>
                <a:rect b="b" l="l" r="r" t="t"/>
                <a:pathLst>
                  <a:path extrusionOk="0" h="583" w="180">
                    <a:moveTo>
                      <a:pt x="0" y="0"/>
                    </a:moveTo>
                    <a:cubicBezTo>
                      <a:pt x="1" y="583"/>
                      <a:pt x="1" y="583"/>
                      <a:pt x="1" y="583"/>
                    </a:cubicBezTo>
                    <a:cubicBezTo>
                      <a:pt x="63" y="583"/>
                      <a:pt x="124" y="574"/>
                      <a:pt x="180" y="555"/>
                    </a:cubicBezTo>
                    <a:cubicBezTo>
                      <a:pt x="0" y="0"/>
                      <a:pt x="0" y="0"/>
                      <a:pt x="0" y="0"/>
                    </a:cubicBezTo>
                    <a:close/>
                  </a:path>
                </a:pathLst>
              </a:custGeom>
              <a:solidFill>
                <a:srgbClr val="393D99">
                  <a:alpha val="556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3" name="Google Shape;713;p47"/>
              <p:cNvSpPr/>
              <p:nvPr/>
            </p:nvSpPr>
            <p:spPr>
              <a:xfrm>
                <a:off x="6457952" y="2573338"/>
                <a:ext cx="684213" cy="2192338"/>
              </a:xfrm>
              <a:custGeom>
                <a:rect b="b" l="l" r="r" t="t"/>
                <a:pathLst>
                  <a:path extrusionOk="0" h="583" w="182">
                    <a:moveTo>
                      <a:pt x="181" y="0"/>
                    </a:moveTo>
                    <a:cubicBezTo>
                      <a:pt x="0" y="555"/>
                      <a:pt x="0" y="555"/>
                      <a:pt x="0" y="555"/>
                    </a:cubicBezTo>
                    <a:cubicBezTo>
                      <a:pt x="57" y="574"/>
                      <a:pt x="118" y="583"/>
                      <a:pt x="181" y="583"/>
                    </a:cubicBezTo>
                    <a:cubicBezTo>
                      <a:pt x="181" y="583"/>
                      <a:pt x="181" y="583"/>
                      <a:pt x="182" y="583"/>
                    </a:cubicBezTo>
                    <a:cubicBezTo>
                      <a:pt x="181" y="0"/>
                      <a:pt x="181" y="0"/>
                      <a:pt x="181" y="0"/>
                    </a:cubicBezTo>
                    <a:close/>
                  </a:path>
                </a:pathLst>
              </a:custGeom>
              <a:solidFill>
                <a:srgbClr val="393D99">
                  <a:alpha val="556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4" name="Google Shape;714;p47"/>
              <p:cNvSpPr/>
              <p:nvPr/>
            </p:nvSpPr>
            <p:spPr>
              <a:xfrm>
                <a:off x="5849939" y="2573338"/>
                <a:ext cx="1289050" cy="2087563"/>
              </a:xfrm>
              <a:custGeom>
                <a:rect b="b" l="l" r="r" t="t"/>
                <a:pathLst>
                  <a:path extrusionOk="0" h="555" w="343">
                    <a:moveTo>
                      <a:pt x="343" y="0"/>
                    </a:moveTo>
                    <a:cubicBezTo>
                      <a:pt x="0" y="473"/>
                      <a:pt x="0" y="473"/>
                      <a:pt x="0" y="473"/>
                    </a:cubicBezTo>
                    <a:cubicBezTo>
                      <a:pt x="49" y="508"/>
                      <a:pt x="104" y="536"/>
                      <a:pt x="162" y="555"/>
                    </a:cubicBezTo>
                    <a:cubicBezTo>
                      <a:pt x="343" y="0"/>
                      <a:pt x="343" y="0"/>
                      <a:pt x="343" y="0"/>
                    </a:cubicBezTo>
                    <a:close/>
                  </a:path>
                </a:pathLst>
              </a:custGeom>
              <a:solidFill>
                <a:srgbClr val="393D99">
                  <a:alpha val="556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5" name="Google Shape;715;p47"/>
              <p:cNvSpPr/>
              <p:nvPr/>
            </p:nvSpPr>
            <p:spPr>
              <a:xfrm>
                <a:off x="5360989" y="2573338"/>
                <a:ext cx="1778000" cy="1778000"/>
              </a:xfrm>
              <a:custGeom>
                <a:rect b="b" l="l" r="r" t="t"/>
                <a:pathLst>
                  <a:path extrusionOk="0" h="473" w="473">
                    <a:moveTo>
                      <a:pt x="473" y="0"/>
                    </a:moveTo>
                    <a:cubicBezTo>
                      <a:pt x="0" y="343"/>
                      <a:pt x="0" y="343"/>
                      <a:pt x="0" y="343"/>
                    </a:cubicBezTo>
                    <a:cubicBezTo>
                      <a:pt x="36" y="393"/>
                      <a:pt x="80" y="437"/>
                      <a:pt x="130" y="473"/>
                    </a:cubicBezTo>
                    <a:cubicBezTo>
                      <a:pt x="473" y="0"/>
                      <a:pt x="473" y="0"/>
                      <a:pt x="473" y="0"/>
                    </a:cubicBezTo>
                    <a:close/>
                  </a:path>
                </a:pathLst>
              </a:custGeom>
              <a:solidFill>
                <a:srgbClr val="393D99">
                  <a:alpha val="5569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6" name="Google Shape;716;p47"/>
              <p:cNvSpPr/>
              <p:nvPr/>
            </p:nvSpPr>
            <p:spPr>
              <a:xfrm>
                <a:off x="5053013" y="2573338"/>
                <a:ext cx="2085976" cy="1290638"/>
              </a:xfrm>
              <a:custGeom>
                <a:rect b="b" l="l" r="r" t="t"/>
                <a:pathLst>
                  <a:path extrusionOk="0" h="343" w="555">
                    <a:moveTo>
                      <a:pt x="555" y="0"/>
                    </a:moveTo>
                    <a:cubicBezTo>
                      <a:pt x="0" y="181"/>
                      <a:pt x="0" y="181"/>
                      <a:pt x="0" y="181"/>
                    </a:cubicBezTo>
                    <a:cubicBezTo>
                      <a:pt x="19" y="240"/>
                      <a:pt x="47" y="294"/>
                      <a:pt x="82" y="343"/>
                    </a:cubicBezTo>
                    <a:cubicBezTo>
                      <a:pt x="555" y="0"/>
                      <a:pt x="555" y="0"/>
                      <a:pt x="555"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7" name="Google Shape;717;p47"/>
              <p:cNvSpPr/>
              <p:nvPr/>
            </p:nvSpPr>
            <p:spPr>
              <a:xfrm>
                <a:off x="4946652" y="2573338"/>
                <a:ext cx="2192339" cy="676275"/>
              </a:xfrm>
              <a:custGeom>
                <a:rect b="b" l="l" r="r" t="t"/>
                <a:pathLst>
                  <a:path extrusionOk="0" h="180" w="583">
                    <a:moveTo>
                      <a:pt x="583" y="0"/>
                    </a:moveTo>
                    <a:cubicBezTo>
                      <a:pt x="0" y="0"/>
                      <a:pt x="0" y="0"/>
                      <a:pt x="0" y="0"/>
                    </a:cubicBezTo>
                    <a:cubicBezTo>
                      <a:pt x="0" y="63"/>
                      <a:pt x="9" y="124"/>
                      <a:pt x="28" y="180"/>
                    </a:cubicBezTo>
                    <a:cubicBezTo>
                      <a:pt x="583" y="0"/>
                      <a:pt x="583" y="0"/>
                      <a:pt x="58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8" name="Google Shape;718;p47"/>
              <p:cNvSpPr/>
              <p:nvPr/>
            </p:nvSpPr>
            <p:spPr>
              <a:xfrm>
                <a:off x="4946653" y="1893888"/>
                <a:ext cx="2192339" cy="679450"/>
              </a:xfrm>
              <a:custGeom>
                <a:rect b="b" l="l" r="r" t="t"/>
                <a:pathLst>
                  <a:path extrusionOk="0" h="181" w="583">
                    <a:moveTo>
                      <a:pt x="583" y="181"/>
                    </a:moveTo>
                    <a:cubicBezTo>
                      <a:pt x="28" y="0"/>
                      <a:pt x="28" y="0"/>
                      <a:pt x="28" y="0"/>
                    </a:cubicBezTo>
                    <a:cubicBezTo>
                      <a:pt x="9" y="57"/>
                      <a:pt x="0" y="118"/>
                      <a:pt x="0" y="181"/>
                    </a:cubicBezTo>
                    <a:cubicBezTo>
                      <a:pt x="0" y="181"/>
                      <a:pt x="0" y="181"/>
                      <a:pt x="0" y="181"/>
                    </a:cubicBezTo>
                    <a:cubicBezTo>
                      <a:pt x="583" y="181"/>
                      <a:pt x="583" y="181"/>
                      <a:pt x="583" y="181"/>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19" name="Google Shape;719;p47"/>
              <p:cNvSpPr/>
              <p:nvPr/>
            </p:nvSpPr>
            <p:spPr>
              <a:xfrm>
                <a:off x="5053014" y="1284288"/>
                <a:ext cx="2085976" cy="1289050"/>
              </a:xfrm>
              <a:custGeom>
                <a:rect b="b" l="l" r="r" t="t"/>
                <a:pathLst>
                  <a:path extrusionOk="0" h="343" w="555">
                    <a:moveTo>
                      <a:pt x="555" y="343"/>
                    </a:moveTo>
                    <a:cubicBezTo>
                      <a:pt x="82" y="0"/>
                      <a:pt x="82" y="0"/>
                      <a:pt x="82" y="0"/>
                    </a:cubicBezTo>
                    <a:cubicBezTo>
                      <a:pt x="47" y="49"/>
                      <a:pt x="19" y="103"/>
                      <a:pt x="0" y="162"/>
                    </a:cubicBezTo>
                    <a:cubicBezTo>
                      <a:pt x="555" y="343"/>
                      <a:pt x="555" y="343"/>
                      <a:pt x="555" y="34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20" name="Google Shape;720;p47"/>
              <p:cNvSpPr/>
              <p:nvPr/>
            </p:nvSpPr>
            <p:spPr>
              <a:xfrm>
                <a:off x="5360991" y="795338"/>
                <a:ext cx="1778001" cy="1778000"/>
              </a:xfrm>
              <a:custGeom>
                <a:rect b="b" l="l" r="r" t="t"/>
                <a:pathLst>
                  <a:path extrusionOk="0" h="473" w="473">
                    <a:moveTo>
                      <a:pt x="473" y="473"/>
                    </a:moveTo>
                    <a:cubicBezTo>
                      <a:pt x="130" y="0"/>
                      <a:pt x="130" y="0"/>
                      <a:pt x="130" y="0"/>
                    </a:cubicBezTo>
                    <a:cubicBezTo>
                      <a:pt x="80" y="36"/>
                      <a:pt x="36" y="80"/>
                      <a:pt x="0" y="129"/>
                    </a:cubicBezTo>
                    <a:cubicBezTo>
                      <a:pt x="473" y="473"/>
                      <a:pt x="473" y="473"/>
                      <a:pt x="473" y="47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21" name="Google Shape;721;p47"/>
              <p:cNvSpPr/>
              <p:nvPr/>
            </p:nvSpPr>
            <p:spPr>
              <a:xfrm>
                <a:off x="5849943" y="482600"/>
                <a:ext cx="1289050" cy="2090738"/>
              </a:xfrm>
              <a:custGeom>
                <a:rect b="b" l="l" r="r" t="t"/>
                <a:pathLst>
                  <a:path extrusionOk="0" h="556" w="343">
                    <a:moveTo>
                      <a:pt x="343" y="556"/>
                    </a:moveTo>
                    <a:cubicBezTo>
                      <a:pt x="162" y="0"/>
                      <a:pt x="162" y="0"/>
                      <a:pt x="162" y="0"/>
                    </a:cubicBezTo>
                    <a:cubicBezTo>
                      <a:pt x="103" y="19"/>
                      <a:pt x="49" y="47"/>
                      <a:pt x="0" y="83"/>
                    </a:cubicBezTo>
                    <a:cubicBezTo>
                      <a:pt x="343" y="556"/>
                      <a:pt x="343" y="556"/>
                      <a:pt x="343" y="556"/>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sp>
            <p:nvSpPr>
              <p:cNvPr id="722" name="Google Shape;722;p47"/>
              <p:cNvSpPr/>
              <p:nvPr/>
            </p:nvSpPr>
            <p:spPr>
              <a:xfrm>
                <a:off x="6462714" y="377825"/>
                <a:ext cx="676276" cy="2195513"/>
              </a:xfrm>
              <a:custGeom>
                <a:rect b="b" l="l" r="r" t="t"/>
                <a:pathLst>
                  <a:path extrusionOk="0" h="584" w="180">
                    <a:moveTo>
                      <a:pt x="180" y="584"/>
                    </a:moveTo>
                    <a:cubicBezTo>
                      <a:pt x="180" y="0"/>
                      <a:pt x="180" y="0"/>
                      <a:pt x="180" y="0"/>
                    </a:cubicBezTo>
                    <a:cubicBezTo>
                      <a:pt x="117" y="0"/>
                      <a:pt x="57" y="10"/>
                      <a:pt x="0" y="28"/>
                    </a:cubicBezTo>
                    <a:cubicBezTo>
                      <a:pt x="180" y="584"/>
                      <a:pt x="180" y="584"/>
                      <a:pt x="180" y="584"/>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sz="4649">
                  <a:solidFill>
                    <a:srgbClr val="000000"/>
                  </a:solidFill>
                  <a:latin typeface="Instrument Sans"/>
                  <a:ea typeface="Instrument Sans"/>
                  <a:cs typeface="Instrument Sans"/>
                  <a:sym typeface="Instrument Sans"/>
                </a:endParaRPr>
              </a:p>
            </p:txBody>
          </p:sp>
        </p:grpSp>
        <p:sp>
          <p:nvSpPr>
            <p:cNvPr id="723" name="Google Shape;723;p47"/>
            <p:cNvSpPr/>
            <p:nvPr/>
          </p:nvSpPr>
          <p:spPr>
            <a:xfrm>
              <a:off x="4672252" y="5019363"/>
              <a:ext cx="598800" cy="598800"/>
            </a:xfrm>
            <a:prstGeom prst="ellipse">
              <a:avLst/>
            </a:prstGeom>
            <a:solidFill>
              <a:srgbClr val="FFFFFF"/>
            </a:solidFill>
            <a:ln cap="flat" cmpd="sng" w="63275">
              <a:solidFill>
                <a:srgbClr val="FFFFFF"/>
              </a:solidFill>
              <a:prstDash val="solid"/>
              <a:round/>
              <a:headEnd len="sm" w="sm" type="none"/>
              <a:tailEnd len="sm" w="sm" type="none"/>
            </a:ln>
            <a:effectLst>
              <a:outerShdw blurRad="562339" sx="102000" rotWithShape="0" algn="ctr" sy="102000">
                <a:srgbClr val="000000">
                  <a:alpha val="2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US" sz="2324">
                  <a:solidFill>
                    <a:srgbClr val="3F3F3F"/>
                  </a:solidFill>
                  <a:latin typeface="Instrument Sans"/>
                  <a:ea typeface="Instrument Sans"/>
                  <a:cs typeface="Instrument Sans"/>
                  <a:sym typeface="Instrument Sans"/>
                </a:rPr>
                <a:t>65%</a:t>
              </a:r>
              <a:endParaRPr sz="3099">
                <a:latin typeface="Instrument Sans"/>
                <a:ea typeface="Instrument Sans"/>
                <a:cs typeface="Instrument Sans"/>
                <a:sym typeface="Instrument Sans"/>
              </a:endParaRPr>
            </a:p>
          </p:txBody>
        </p:sp>
      </p:grpSp>
      <p:grpSp>
        <p:nvGrpSpPr>
          <p:cNvPr id="724" name="Google Shape;724;p47"/>
          <p:cNvGrpSpPr/>
          <p:nvPr/>
        </p:nvGrpSpPr>
        <p:grpSpPr>
          <a:xfrm>
            <a:off x="5103090" y="4544977"/>
            <a:ext cx="2036403" cy="2036402"/>
            <a:chOff x="4946652" y="377825"/>
            <a:chExt cx="4387853" cy="4387851"/>
          </a:xfrm>
        </p:grpSpPr>
        <p:sp>
          <p:nvSpPr>
            <p:cNvPr id="725" name="Google Shape;725;p47"/>
            <p:cNvSpPr/>
            <p:nvPr/>
          </p:nvSpPr>
          <p:spPr>
            <a:xfrm>
              <a:off x="7138989" y="377825"/>
              <a:ext cx="679450" cy="2195513"/>
            </a:xfrm>
            <a:custGeom>
              <a:rect b="b" l="l" r="r" t="t"/>
              <a:pathLst>
                <a:path extrusionOk="0" h="584" w="181">
                  <a:moveTo>
                    <a:pt x="0" y="584"/>
                  </a:moveTo>
                  <a:cubicBezTo>
                    <a:pt x="181" y="28"/>
                    <a:pt x="181" y="28"/>
                    <a:pt x="181" y="28"/>
                  </a:cubicBezTo>
                  <a:cubicBezTo>
                    <a:pt x="124" y="10"/>
                    <a:pt x="63" y="0"/>
                    <a:pt x="0" y="0"/>
                  </a:cubicBezTo>
                  <a:cubicBezTo>
                    <a:pt x="0" y="584"/>
                    <a:pt x="0" y="584"/>
                    <a:pt x="0" y="584"/>
                  </a:cubicBezTo>
                  <a:close/>
                </a:path>
              </a:pathLst>
            </a:custGeom>
            <a:solidFill>
              <a:srgbClr val="D13B5F"/>
            </a:solidFill>
            <a:ln cap="flat" cmpd="sng" w="21100">
              <a:solidFill>
                <a:srgbClr val="FFFFFF"/>
              </a:solidFill>
              <a:prstDash val="solid"/>
              <a:round/>
              <a:headEnd len="sm" w="sm" type="none"/>
              <a:tailEnd len="sm" w="sm" type="none"/>
            </a:ln>
          </p:spPr>
          <p:txBody>
            <a:bodyPr anchorCtr="0" anchor="ctr" bIns="75875" lIns="151825" spcFirstLastPara="1" rIns="151825" wrap="square" tIns="75875">
              <a:noAutofit/>
            </a:bodyPr>
            <a:lstStyle/>
            <a:p>
              <a:pPr indent="0" lvl="0" marL="0" marR="0" rtl="0" algn="l">
                <a:spcBef>
                  <a:spcPts val="0"/>
                </a:spcBef>
                <a:spcAft>
                  <a:spcPts val="0"/>
                </a:spcAft>
                <a:buNone/>
              </a:pPr>
              <a:r>
                <a:t/>
              </a:r>
              <a:endParaRPr b="1" sz="4649">
                <a:solidFill>
                  <a:srgbClr val="FFFFFF"/>
                </a:solidFill>
                <a:latin typeface="Roboto"/>
                <a:ea typeface="Roboto"/>
                <a:cs typeface="Roboto"/>
                <a:sym typeface="Roboto"/>
              </a:endParaRPr>
            </a:p>
          </p:txBody>
        </p:sp>
        <p:sp>
          <p:nvSpPr>
            <p:cNvPr id="726" name="Google Shape;726;p47"/>
            <p:cNvSpPr/>
            <p:nvPr/>
          </p:nvSpPr>
          <p:spPr>
            <a:xfrm>
              <a:off x="7138989" y="482600"/>
              <a:ext cx="1289050" cy="2090738"/>
            </a:xfrm>
            <a:custGeom>
              <a:rect b="b" l="l" r="r" t="t"/>
              <a:pathLst>
                <a:path extrusionOk="0" h="556" w="343">
                  <a:moveTo>
                    <a:pt x="0" y="556"/>
                  </a:moveTo>
                  <a:cubicBezTo>
                    <a:pt x="343" y="83"/>
                    <a:pt x="343" y="83"/>
                    <a:pt x="343" y="83"/>
                  </a:cubicBezTo>
                  <a:cubicBezTo>
                    <a:pt x="294" y="47"/>
                    <a:pt x="240" y="19"/>
                    <a:pt x="181" y="0"/>
                  </a:cubicBezTo>
                  <a:cubicBezTo>
                    <a:pt x="0" y="556"/>
                    <a:pt x="0" y="556"/>
                    <a:pt x="0" y="556"/>
                  </a:cubicBezTo>
                  <a:close/>
                </a:path>
              </a:pathLst>
            </a:custGeom>
            <a:solidFill>
              <a:srgbClr val="D13B5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27" name="Google Shape;727;p47"/>
            <p:cNvSpPr/>
            <p:nvPr/>
          </p:nvSpPr>
          <p:spPr>
            <a:xfrm>
              <a:off x="7138989" y="795338"/>
              <a:ext cx="1778001" cy="1778000"/>
            </a:xfrm>
            <a:custGeom>
              <a:rect b="b" l="l" r="r" t="t"/>
              <a:pathLst>
                <a:path extrusionOk="0" h="473" w="473">
                  <a:moveTo>
                    <a:pt x="0" y="473"/>
                  </a:moveTo>
                  <a:cubicBezTo>
                    <a:pt x="473" y="130"/>
                    <a:pt x="473" y="130"/>
                    <a:pt x="473" y="130"/>
                  </a:cubicBezTo>
                  <a:cubicBezTo>
                    <a:pt x="437" y="80"/>
                    <a:pt x="393" y="36"/>
                    <a:pt x="344" y="0"/>
                  </a:cubicBezTo>
                  <a:cubicBezTo>
                    <a:pt x="0" y="473"/>
                    <a:pt x="0" y="473"/>
                    <a:pt x="0" y="473"/>
                  </a:cubicBezTo>
                  <a:close/>
                </a:path>
              </a:pathLst>
            </a:custGeom>
            <a:solidFill>
              <a:srgbClr val="D13B5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28" name="Google Shape;728;p47"/>
            <p:cNvSpPr/>
            <p:nvPr/>
          </p:nvSpPr>
          <p:spPr>
            <a:xfrm>
              <a:off x="7138989" y="1279525"/>
              <a:ext cx="2089152" cy="1293813"/>
            </a:xfrm>
            <a:custGeom>
              <a:rect b="b" l="l" r="r" t="t"/>
              <a:pathLst>
                <a:path extrusionOk="0" h="344" w="556">
                  <a:moveTo>
                    <a:pt x="0" y="344"/>
                  </a:moveTo>
                  <a:cubicBezTo>
                    <a:pt x="556" y="163"/>
                    <a:pt x="556" y="163"/>
                    <a:pt x="556" y="163"/>
                  </a:cubicBezTo>
                  <a:cubicBezTo>
                    <a:pt x="537" y="104"/>
                    <a:pt x="509" y="49"/>
                    <a:pt x="473" y="0"/>
                  </a:cubicBezTo>
                  <a:cubicBezTo>
                    <a:pt x="0" y="344"/>
                    <a:pt x="0" y="344"/>
                    <a:pt x="0" y="344"/>
                  </a:cubicBezTo>
                  <a:close/>
                </a:path>
              </a:pathLst>
            </a:custGeom>
            <a:solidFill>
              <a:srgbClr val="D13B5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29" name="Google Shape;729;p47"/>
            <p:cNvSpPr/>
            <p:nvPr/>
          </p:nvSpPr>
          <p:spPr>
            <a:xfrm>
              <a:off x="7138989" y="1897064"/>
              <a:ext cx="2195514" cy="676275"/>
            </a:xfrm>
            <a:custGeom>
              <a:rect b="b" l="l" r="r" t="t"/>
              <a:pathLst>
                <a:path extrusionOk="0" h="180" w="584">
                  <a:moveTo>
                    <a:pt x="0" y="180"/>
                  </a:moveTo>
                  <a:cubicBezTo>
                    <a:pt x="584" y="179"/>
                    <a:pt x="584" y="179"/>
                    <a:pt x="584" y="179"/>
                  </a:cubicBezTo>
                  <a:cubicBezTo>
                    <a:pt x="584" y="117"/>
                    <a:pt x="574" y="56"/>
                    <a:pt x="556" y="0"/>
                  </a:cubicBezTo>
                  <a:cubicBezTo>
                    <a:pt x="0" y="180"/>
                    <a:pt x="0" y="180"/>
                    <a:pt x="0" y="180"/>
                  </a:cubicBezTo>
                  <a:close/>
                </a:path>
              </a:pathLst>
            </a:custGeom>
            <a:solidFill>
              <a:srgbClr val="D13B5F"/>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0" name="Google Shape;730;p47"/>
            <p:cNvSpPr/>
            <p:nvPr/>
          </p:nvSpPr>
          <p:spPr>
            <a:xfrm>
              <a:off x="7138991" y="2570163"/>
              <a:ext cx="2195514" cy="684213"/>
            </a:xfrm>
            <a:custGeom>
              <a:rect b="b" l="l" r="r" t="t"/>
              <a:pathLst>
                <a:path extrusionOk="0" h="182" w="584">
                  <a:moveTo>
                    <a:pt x="0" y="1"/>
                  </a:moveTo>
                  <a:cubicBezTo>
                    <a:pt x="556" y="182"/>
                    <a:pt x="556" y="182"/>
                    <a:pt x="556" y="182"/>
                  </a:cubicBezTo>
                  <a:cubicBezTo>
                    <a:pt x="574" y="125"/>
                    <a:pt x="584" y="64"/>
                    <a:pt x="584" y="1"/>
                  </a:cubicBezTo>
                  <a:cubicBezTo>
                    <a:pt x="584" y="1"/>
                    <a:pt x="584" y="1"/>
                    <a:pt x="584" y="0"/>
                  </a:cubicBezTo>
                  <a:cubicBezTo>
                    <a:pt x="0" y="1"/>
                    <a:pt x="0" y="1"/>
                    <a:pt x="0" y="1"/>
                  </a:cubicBezTo>
                  <a:close/>
                </a:path>
              </a:pathLst>
            </a:custGeom>
            <a:solidFill>
              <a:srgbClr val="EC683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1" name="Google Shape;731;p47"/>
            <p:cNvSpPr/>
            <p:nvPr/>
          </p:nvSpPr>
          <p:spPr>
            <a:xfrm>
              <a:off x="7138991" y="2573338"/>
              <a:ext cx="2089152" cy="1290638"/>
            </a:xfrm>
            <a:custGeom>
              <a:rect b="b" l="l" r="r" t="t"/>
              <a:pathLst>
                <a:path extrusionOk="0" h="343" w="556">
                  <a:moveTo>
                    <a:pt x="0" y="0"/>
                  </a:moveTo>
                  <a:cubicBezTo>
                    <a:pt x="473" y="343"/>
                    <a:pt x="473" y="343"/>
                    <a:pt x="473" y="343"/>
                  </a:cubicBezTo>
                  <a:cubicBezTo>
                    <a:pt x="509" y="294"/>
                    <a:pt x="537" y="239"/>
                    <a:pt x="556" y="181"/>
                  </a:cubicBezTo>
                  <a:cubicBezTo>
                    <a:pt x="0" y="0"/>
                    <a:pt x="0" y="0"/>
                    <a:pt x="0" y="0"/>
                  </a:cubicBezTo>
                  <a:close/>
                </a:path>
              </a:pathLst>
            </a:custGeom>
            <a:solidFill>
              <a:srgbClr val="EC683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2" name="Google Shape;732;p47"/>
            <p:cNvSpPr/>
            <p:nvPr/>
          </p:nvSpPr>
          <p:spPr>
            <a:xfrm>
              <a:off x="7138991" y="2573338"/>
              <a:ext cx="1778001" cy="1778000"/>
            </a:xfrm>
            <a:custGeom>
              <a:rect b="b" l="l" r="r" t="t"/>
              <a:pathLst>
                <a:path extrusionOk="0" h="473" w="473">
                  <a:moveTo>
                    <a:pt x="0" y="0"/>
                  </a:moveTo>
                  <a:cubicBezTo>
                    <a:pt x="343" y="473"/>
                    <a:pt x="343" y="473"/>
                    <a:pt x="343" y="473"/>
                  </a:cubicBezTo>
                  <a:cubicBezTo>
                    <a:pt x="393" y="437"/>
                    <a:pt x="437" y="393"/>
                    <a:pt x="473" y="343"/>
                  </a:cubicBezTo>
                  <a:cubicBezTo>
                    <a:pt x="0" y="0"/>
                    <a:pt x="0" y="0"/>
                    <a:pt x="0" y="0"/>
                  </a:cubicBezTo>
                  <a:close/>
                </a:path>
              </a:pathLst>
            </a:custGeom>
            <a:solidFill>
              <a:srgbClr val="EC683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3" name="Google Shape;733;p47"/>
            <p:cNvSpPr/>
            <p:nvPr/>
          </p:nvSpPr>
          <p:spPr>
            <a:xfrm>
              <a:off x="7138991" y="2573338"/>
              <a:ext cx="1292225" cy="2087563"/>
            </a:xfrm>
            <a:custGeom>
              <a:rect b="b" l="l" r="r" t="t"/>
              <a:pathLst>
                <a:path extrusionOk="0" h="555" w="344">
                  <a:moveTo>
                    <a:pt x="0" y="0"/>
                  </a:moveTo>
                  <a:cubicBezTo>
                    <a:pt x="181" y="555"/>
                    <a:pt x="181" y="555"/>
                    <a:pt x="181" y="555"/>
                  </a:cubicBezTo>
                  <a:cubicBezTo>
                    <a:pt x="240" y="536"/>
                    <a:pt x="295" y="508"/>
                    <a:pt x="344" y="473"/>
                  </a:cubicBezTo>
                  <a:cubicBezTo>
                    <a:pt x="0" y="0"/>
                    <a:pt x="0" y="0"/>
                    <a:pt x="0" y="0"/>
                  </a:cubicBezTo>
                  <a:close/>
                </a:path>
              </a:pathLst>
            </a:custGeom>
            <a:solidFill>
              <a:srgbClr val="EC683E"/>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4" name="Google Shape;734;p47"/>
            <p:cNvSpPr/>
            <p:nvPr/>
          </p:nvSpPr>
          <p:spPr>
            <a:xfrm>
              <a:off x="7138991" y="2573338"/>
              <a:ext cx="676276" cy="2192338"/>
            </a:xfrm>
            <a:custGeom>
              <a:rect b="b" l="l" r="r" t="t"/>
              <a:pathLst>
                <a:path extrusionOk="0" h="583" w="180">
                  <a:moveTo>
                    <a:pt x="0" y="0"/>
                  </a:moveTo>
                  <a:cubicBezTo>
                    <a:pt x="1" y="583"/>
                    <a:pt x="1" y="583"/>
                    <a:pt x="1" y="583"/>
                  </a:cubicBezTo>
                  <a:cubicBezTo>
                    <a:pt x="63" y="583"/>
                    <a:pt x="124" y="574"/>
                    <a:pt x="180" y="555"/>
                  </a:cubicBezTo>
                  <a:cubicBezTo>
                    <a:pt x="0" y="0"/>
                    <a:pt x="0" y="0"/>
                    <a:pt x="0" y="0"/>
                  </a:cubicBezTo>
                  <a:close/>
                </a:path>
              </a:pathLst>
            </a:custGeom>
            <a:solidFill>
              <a:srgbClr val="D13B5F">
                <a:alpha val="6863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5" name="Google Shape;735;p47"/>
            <p:cNvSpPr/>
            <p:nvPr/>
          </p:nvSpPr>
          <p:spPr>
            <a:xfrm>
              <a:off x="6457952" y="2573338"/>
              <a:ext cx="684213" cy="2192338"/>
            </a:xfrm>
            <a:custGeom>
              <a:rect b="b" l="l" r="r" t="t"/>
              <a:pathLst>
                <a:path extrusionOk="0" h="583" w="182">
                  <a:moveTo>
                    <a:pt x="181" y="0"/>
                  </a:moveTo>
                  <a:cubicBezTo>
                    <a:pt x="0" y="555"/>
                    <a:pt x="0" y="555"/>
                    <a:pt x="0" y="555"/>
                  </a:cubicBezTo>
                  <a:cubicBezTo>
                    <a:pt x="57" y="574"/>
                    <a:pt x="118" y="583"/>
                    <a:pt x="181" y="583"/>
                  </a:cubicBezTo>
                  <a:cubicBezTo>
                    <a:pt x="181" y="583"/>
                    <a:pt x="181" y="583"/>
                    <a:pt x="182" y="583"/>
                  </a:cubicBezTo>
                  <a:cubicBezTo>
                    <a:pt x="181" y="0"/>
                    <a:pt x="181" y="0"/>
                    <a:pt x="181" y="0"/>
                  </a:cubicBezTo>
                  <a:close/>
                </a:path>
              </a:pathLst>
            </a:custGeom>
            <a:solidFill>
              <a:srgbClr val="D13B5F">
                <a:alpha val="6863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6" name="Google Shape;736;p47"/>
            <p:cNvSpPr/>
            <p:nvPr/>
          </p:nvSpPr>
          <p:spPr>
            <a:xfrm>
              <a:off x="5849939" y="2573338"/>
              <a:ext cx="1289050" cy="2087563"/>
            </a:xfrm>
            <a:custGeom>
              <a:rect b="b" l="l" r="r" t="t"/>
              <a:pathLst>
                <a:path extrusionOk="0" h="555" w="343">
                  <a:moveTo>
                    <a:pt x="343" y="0"/>
                  </a:moveTo>
                  <a:cubicBezTo>
                    <a:pt x="0" y="473"/>
                    <a:pt x="0" y="473"/>
                    <a:pt x="0" y="473"/>
                  </a:cubicBezTo>
                  <a:cubicBezTo>
                    <a:pt x="49" y="508"/>
                    <a:pt x="104" y="536"/>
                    <a:pt x="162" y="555"/>
                  </a:cubicBezTo>
                  <a:cubicBezTo>
                    <a:pt x="343" y="0"/>
                    <a:pt x="343" y="0"/>
                    <a:pt x="343" y="0"/>
                  </a:cubicBezTo>
                  <a:close/>
                </a:path>
              </a:pathLst>
            </a:custGeom>
            <a:solidFill>
              <a:srgbClr val="D13B5F">
                <a:alpha val="68630"/>
              </a:srgbClr>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7" name="Google Shape;737;p47"/>
            <p:cNvSpPr/>
            <p:nvPr/>
          </p:nvSpPr>
          <p:spPr>
            <a:xfrm>
              <a:off x="5360989" y="2573338"/>
              <a:ext cx="1778000" cy="1778000"/>
            </a:xfrm>
            <a:custGeom>
              <a:rect b="b" l="l" r="r" t="t"/>
              <a:pathLst>
                <a:path extrusionOk="0" h="473" w="473">
                  <a:moveTo>
                    <a:pt x="473" y="0"/>
                  </a:moveTo>
                  <a:cubicBezTo>
                    <a:pt x="0" y="343"/>
                    <a:pt x="0" y="343"/>
                    <a:pt x="0" y="343"/>
                  </a:cubicBezTo>
                  <a:cubicBezTo>
                    <a:pt x="36" y="393"/>
                    <a:pt x="80" y="437"/>
                    <a:pt x="130" y="473"/>
                  </a:cubicBezTo>
                  <a:cubicBezTo>
                    <a:pt x="473" y="0"/>
                    <a:pt x="473" y="0"/>
                    <a:pt x="47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8" name="Google Shape;738;p47"/>
            <p:cNvSpPr/>
            <p:nvPr/>
          </p:nvSpPr>
          <p:spPr>
            <a:xfrm>
              <a:off x="5053013" y="2573338"/>
              <a:ext cx="2085976" cy="1290638"/>
            </a:xfrm>
            <a:custGeom>
              <a:rect b="b" l="l" r="r" t="t"/>
              <a:pathLst>
                <a:path extrusionOk="0" h="343" w="555">
                  <a:moveTo>
                    <a:pt x="555" y="0"/>
                  </a:moveTo>
                  <a:cubicBezTo>
                    <a:pt x="0" y="181"/>
                    <a:pt x="0" y="181"/>
                    <a:pt x="0" y="181"/>
                  </a:cubicBezTo>
                  <a:cubicBezTo>
                    <a:pt x="19" y="240"/>
                    <a:pt x="47" y="294"/>
                    <a:pt x="82" y="343"/>
                  </a:cubicBezTo>
                  <a:cubicBezTo>
                    <a:pt x="555" y="0"/>
                    <a:pt x="555" y="0"/>
                    <a:pt x="555"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39" name="Google Shape;739;p47"/>
            <p:cNvSpPr/>
            <p:nvPr/>
          </p:nvSpPr>
          <p:spPr>
            <a:xfrm>
              <a:off x="4946652" y="2573338"/>
              <a:ext cx="2192339" cy="676275"/>
            </a:xfrm>
            <a:custGeom>
              <a:rect b="b" l="l" r="r" t="t"/>
              <a:pathLst>
                <a:path extrusionOk="0" h="180" w="583">
                  <a:moveTo>
                    <a:pt x="583" y="0"/>
                  </a:moveTo>
                  <a:cubicBezTo>
                    <a:pt x="0" y="0"/>
                    <a:pt x="0" y="0"/>
                    <a:pt x="0" y="0"/>
                  </a:cubicBezTo>
                  <a:cubicBezTo>
                    <a:pt x="0" y="63"/>
                    <a:pt x="9" y="124"/>
                    <a:pt x="28" y="180"/>
                  </a:cubicBezTo>
                  <a:cubicBezTo>
                    <a:pt x="583" y="0"/>
                    <a:pt x="583" y="0"/>
                    <a:pt x="583" y="0"/>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40" name="Google Shape;740;p47"/>
            <p:cNvSpPr/>
            <p:nvPr/>
          </p:nvSpPr>
          <p:spPr>
            <a:xfrm>
              <a:off x="4946653" y="1893888"/>
              <a:ext cx="2192339" cy="679450"/>
            </a:xfrm>
            <a:custGeom>
              <a:rect b="b" l="l" r="r" t="t"/>
              <a:pathLst>
                <a:path extrusionOk="0" h="181" w="583">
                  <a:moveTo>
                    <a:pt x="583" y="181"/>
                  </a:moveTo>
                  <a:cubicBezTo>
                    <a:pt x="28" y="0"/>
                    <a:pt x="28" y="0"/>
                    <a:pt x="28" y="0"/>
                  </a:cubicBezTo>
                  <a:cubicBezTo>
                    <a:pt x="9" y="57"/>
                    <a:pt x="0" y="118"/>
                    <a:pt x="0" y="181"/>
                  </a:cubicBezTo>
                  <a:cubicBezTo>
                    <a:pt x="0" y="181"/>
                    <a:pt x="0" y="181"/>
                    <a:pt x="0" y="181"/>
                  </a:cubicBezTo>
                  <a:cubicBezTo>
                    <a:pt x="583" y="181"/>
                    <a:pt x="583" y="181"/>
                    <a:pt x="583" y="181"/>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41" name="Google Shape;741;p47"/>
            <p:cNvSpPr/>
            <p:nvPr/>
          </p:nvSpPr>
          <p:spPr>
            <a:xfrm>
              <a:off x="5053014" y="1284288"/>
              <a:ext cx="2085976" cy="1289050"/>
            </a:xfrm>
            <a:custGeom>
              <a:rect b="b" l="l" r="r" t="t"/>
              <a:pathLst>
                <a:path extrusionOk="0" h="343" w="555">
                  <a:moveTo>
                    <a:pt x="555" y="343"/>
                  </a:moveTo>
                  <a:cubicBezTo>
                    <a:pt x="82" y="0"/>
                    <a:pt x="82" y="0"/>
                    <a:pt x="82" y="0"/>
                  </a:cubicBezTo>
                  <a:cubicBezTo>
                    <a:pt x="47" y="49"/>
                    <a:pt x="19" y="103"/>
                    <a:pt x="0" y="162"/>
                  </a:cubicBezTo>
                  <a:cubicBezTo>
                    <a:pt x="555" y="343"/>
                    <a:pt x="555" y="343"/>
                    <a:pt x="555" y="34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42" name="Google Shape;742;p47"/>
            <p:cNvSpPr/>
            <p:nvPr/>
          </p:nvSpPr>
          <p:spPr>
            <a:xfrm>
              <a:off x="5360991" y="795338"/>
              <a:ext cx="1778001" cy="1778000"/>
            </a:xfrm>
            <a:custGeom>
              <a:rect b="b" l="l" r="r" t="t"/>
              <a:pathLst>
                <a:path extrusionOk="0" h="473" w="473">
                  <a:moveTo>
                    <a:pt x="473" y="473"/>
                  </a:moveTo>
                  <a:cubicBezTo>
                    <a:pt x="130" y="0"/>
                    <a:pt x="130" y="0"/>
                    <a:pt x="130" y="0"/>
                  </a:cubicBezTo>
                  <a:cubicBezTo>
                    <a:pt x="80" y="36"/>
                    <a:pt x="36" y="80"/>
                    <a:pt x="0" y="129"/>
                  </a:cubicBezTo>
                  <a:cubicBezTo>
                    <a:pt x="473" y="473"/>
                    <a:pt x="473" y="473"/>
                    <a:pt x="473" y="473"/>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43" name="Google Shape;743;p47"/>
            <p:cNvSpPr/>
            <p:nvPr/>
          </p:nvSpPr>
          <p:spPr>
            <a:xfrm>
              <a:off x="5849943" y="482600"/>
              <a:ext cx="1289050" cy="2090738"/>
            </a:xfrm>
            <a:custGeom>
              <a:rect b="b" l="l" r="r" t="t"/>
              <a:pathLst>
                <a:path extrusionOk="0" h="556" w="343">
                  <a:moveTo>
                    <a:pt x="343" y="556"/>
                  </a:moveTo>
                  <a:cubicBezTo>
                    <a:pt x="162" y="0"/>
                    <a:pt x="162" y="0"/>
                    <a:pt x="162" y="0"/>
                  </a:cubicBezTo>
                  <a:cubicBezTo>
                    <a:pt x="103" y="19"/>
                    <a:pt x="49" y="47"/>
                    <a:pt x="0" y="83"/>
                  </a:cubicBezTo>
                  <a:cubicBezTo>
                    <a:pt x="343" y="556"/>
                    <a:pt x="343" y="556"/>
                    <a:pt x="343" y="556"/>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sp>
          <p:nvSpPr>
            <p:cNvPr id="744" name="Google Shape;744;p47"/>
            <p:cNvSpPr/>
            <p:nvPr/>
          </p:nvSpPr>
          <p:spPr>
            <a:xfrm>
              <a:off x="6462714" y="377825"/>
              <a:ext cx="676276" cy="2195513"/>
            </a:xfrm>
            <a:custGeom>
              <a:rect b="b" l="l" r="r" t="t"/>
              <a:pathLst>
                <a:path extrusionOk="0" h="584" w="180">
                  <a:moveTo>
                    <a:pt x="180" y="584"/>
                  </a:moveTo>
                  <a:cubicBezTo>
                    <a:pt x="180" y="0"/>
                    <a:pt x="180" y="0"/>
                    <a:pt x="180" y="0"/>
                  </a:cubicBezTo>
                  <a:cubicBezTo>
                    <a:pt x="117" y="0"/>
                    <a:pt x="57" y="10"/>
                    <a:pt x="0" y="28"/>
                  </a:cubicBezTo>
                  <a:cubicBezTo>
                    <a:pt x="180" y="584"/>
                    <a:pt x="180" y="584"/>
                    <a:pt x="180" y="584"/>
                  </a:cubicBezTo>
                  <a:close/>
                </a:path>
              </a:pathLst>
            </a:custGeom>
            <a:solidFill>
              <a:srgbClr val="F2F2F2"/>
            </a:solidFill>
            <a:ln cap="flat" cmpd="sng" w="21100">
              <a:solidFill>
                <a:srgbClr val="FFFFFF"/>
              </a:solidFill>
              <a:prstDash val="solid"/>
              <a:round/>
              <a:headEnd len="sm" w="sm" type="none"/>
              <a:tailEnd len="sm" w="sm" type="none"/>
            </a:ln>
          </p:spPr>
          <p:txBody>
            <a:bodyPr anchorCtr="0" anchor="t" bIns="75875" lIns="151825" spcFirstLastPara="1" rIns="151825" wrap="square" tIns="75875">
              <a:noAutofit/>
            </a:bodyPr>
            <a:lstStyle/>
            <a:p>
              <a:pPr indent="0" lvl="0" marL="0" marR="0" rtl="0" algn="l">
                <a:spcBef>
                  <a:spcPts val="0"/>
                </a:spcBef>
                <a:spcAft>
                  <a:spcPts val="0"/>
                </a:spcAft>
                <a:buNone/>
              </a:pPr>
              <a:r>
                <a:t/>
              </a:r>
              <a:endParaRPr b="1" sz="4649">
                <a:solidFill>
                  <a:srgbClr val="000000"/>
                </a:solidFill>
                <a:latin typeface="Roboto"/>
                <a:ea typeface="Roboto"/>
                <a:cs typeface="Roboto"/>
                <a:sym typeface="Roboto"/>
              </a:endParaRPr>
            </a:p>
          </p:txBody>
        </p:sp>
      </p:grpSp>
      <p:sp>
        <p:nvSpPr>
          <p:cNvPr id="745" name="Google Shape;745;p47"/>
          <p:cNvSpPr/>
          <p:nvPr/>
        </p:nvSpPr>
        <p:spPr>
          <a:xfrm>
            <a:off x="5568731" y="5010583"/>
            <a:ext cx="1105200" cy="1105200"/>
          </a:xfrm>
          <a:prstGeom prst="ellipse">
            <a:avLst/>
          </a:prstGeom>
          <a:solidFill>
            <a:srgbClr val="FFFFFF"/>
          </a:solidFill>
          <a:ln cap="flat" cmpd="sng" w="63275">
            <a:solidFill>
              <a:srgbClr val="FFFFFF"/>
            </a:solidFill>
            <a:prstDash val="solid"/>
            <a:round/>
            <a:headEnd len="sm" w="sm" type="none"/>
            <a:tailEnd len="sm" w="sm" type="none"/>
          </a:ln>
          <a:effectLst>
            <a:outerShdw blurRad="562339" sx="102000" rotWithShape="0" algn="ctr" sy="102000">
              <a:srgbClr val="000000">
                <a:alpha val="2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US" sz="2324">
                <a:solidFill>
                  <a:srgbClr val="3F3F3F"/>
                </a:solidFill>
                <a:latin typeface="Instrument Sans"/>
                <a:ea typeface="Instrument Sans"/>
                <a:cs typeface="Instrument Sans"/>
                <a:sym typeface="Instrument Sans"/>
              </a:rPr>
              <a:t>60%</a:t>
            </a:r>
            <a:endParaRPr sz="3099">
              <a:latin typeface="Instrument Sans"/>
              <a:ea typeface="Instrument Sans"/>
              <a:cs typeface="Instrument Sans"/>
              <a:sym typeface="Instrument Sans"/>
            </a:endParaRPr>
          </a:p>
        </p:txBody>
      </p:sp>
      <p:sp>
        <p:nvSpPr>
          <p:cNvPr id="746" name="Google Shape;746;p47"/>
          <p:cNvSpPr/>
          <p:nvPr/>
        </p:nvSpPr>
        <p:spPr>
          <a:xfrm rot="10800000">
            <a:off x="11924400" y="114900"/>
            <a:ext cx="6516000" cy="10324500"/>
          </a:xfrm>
          <a:prstGeom prst="rect">
            <a:avLst/>
          </a:prstGeom>
          <a:gradFill>
            <a:gsLst>
              <a:gs pos="0">
                <a:srgbClr val="D13C60"/>
              </a:gs>
              <a:gs pos="100000">
                <a:srgbClr val="FFFF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7"/>
          <p:cNvSpPr txBox="1"/>
          <p:nvPr/>
        </p:nvSpPr>
        <p:spPr>
          <a:xfrm>
            <a:off x="1274955" y="1015915"/>
            <a:ext cx="5984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SemiBold"/>
                <a:ea typeface="Sora SemiBold"/>
                <a:cs typeface="Sora SemiBold"/>
                <a:sym typeface="Sora SemiBold"/>
              </a:rPr>
              <a:t>Straight Forward </a:t>
            </a:r>
            <a:r>
              <a:rPr i="0" lang="en-US" sz="6000" u="none" cap="none" strike="noStrike">
                <a:solidFill>
                  <a:srgbClr val="217BEE"/>
                </a:solidFill>
                <a:latin typeface="Sora SemiBold"/>
                <a:ea typeface="Sora SemiBold"/>
                <a:cs typeface="Sora SemiBold"/>
                <a:sym typeface="Sora SemiBold"/>
              </a:rPr>
              <a:t>Future</a:t>
            </a:r>
            <a:endParaRPr>
              <a:solidFill>
                <a:srgbClr val="217BEE"/>
              </a:solidFill>
              <a:latin typeface="Sora SemiBold"/>
              <a:ea typeface="Sora SemiBold"/>
              <a:cs typeface="Sora SemiBold"/>
              <a:sym typeface="Sora SemiBold"/>
            </a:endParaRPr>
          </a:p>
        </p:txBody>
      </p:sp>
      <p:sp>
        <p:nvSpPr>
          <p:cNvPr id="748" name="Google Shape;748;p47"/>
          <p:cNvSpPr txBox="1"/>
          <p:nvPr/>
        </p:nvSpPr>
        <p:spPr>
          <a:xfrm>
            <a:off x="1409275" y="8078750"/>
            <a:ext cx="83214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luctusluctusluctusluctusluctusluctusluctus</a:t>
            </a:r>
            <a:endParaRPr sz="1800">
              <a:solidFill>
                <a:schemeClr val="dk1"/>
              </a:solidFill>
              <a:latin typeface="Instrument Sans"/>
              <a:ea typeface="Instrument Sans"/>
              <a:cs typeface="Instrument Sans"/>
              <a:sym typeface="Instrument Sans"/>
            </a:endParaRPr>
          </a:p>
          <a:p>
            <a:pPr indent="0" lvl="0" marL="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luctusluctusluctusluctusluctusluctusluctus</a:t>
            </a:r>
            <a:endParaRPr sz="1800">
              <a:solidFill>
                <a:schemeClr val="dk1"/>
              </a:solidFill>
              <a:latin typeface="Instrument Sans"/>
              <a:ea typeface="Instrument Sans"/>
              <a:cs typeface="Instrument Sans"/>
              <a:sym typeface="Instrument Sans"/>
            </a:endParaRPr>
          </a:p>
        </p:txBody>
      </p:sp>
      <p:pic>
        <p:nvPicPr>
          <p:cNvPr id="749" name="Google Shape;749;p47"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3" name="Shape 753"/>
        <p:cNvGrpSpPr/>
        <p:nvPr/>
      </p:nvGrpSpPr>
      <p:grpSpPr>
        <a:xfrm>
          <a:off x="0" y="0"/>
          <a:ext cx="0" cy="0"/>
          <a:chOff x="0" y="0"/>
          <a:chExt cx="0" cy="0"/>
        </a:xfrm>
      </p:grpSpPr>
      <p:sp>
        <p:nvSpPr>
          <p:cNvPr id="754" name="Google Shape;754;p48"/>
          <p:cNvSpPr txBox="1"/>
          <p:nvPr/>
        </p:nvSpPr>
        <p:spPr>
          <a:xfrm>
            <a:off x="1274955" y="1015915"/>
            <a:ext cx="59847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0" lang="en-US" sz="6000" u="none" cap="none" strike="noStrike">
                <a:solidFill>
                  <a:srgbClr val="1C1E4C"/>
                </a:solidFill>
                <a:latin typeface="Sora Medium"/>
                <a:ea typeface="Sora Medium"/>
                <a:cs typeface="Sora Medium"/>
                <a:sym typeface="Sora Medium"/>
              </a:rPr>
              <a:t>Straight Forward </a:t>
            </a:r>
            <a:r>
              <a:rPr i="0" lang="en-US" sz="6000" u="none" cap="none" strike="noStrike">
                <a:solidFill>
                  <a:srgbClr val="217BEE"/>
                </a:solidFill>
                <a:latin typeface="Sora Medium"/>
                <a:ea typeface="Sora Medium"/>
                <a:cs typeface="Sora Medium"/>
                <a:sym typeface="Sora Medium"/>
              </a:rPr>
              <a:t>Future</a:t>
            </a:r>
            <a:endParaRPr>
              <a:solidFill>
                <a:srgbClr val="217BEE"/>
              </a:solidFill>
              <a:latin typeface="Sora Medium"/>
              <a:ea typeface="Sora Medium"/>
              <a:cs typeface="Sora Medium"/>
              <a:sym typeface="Sora Medium"/>
            </a:endParaRPr>
          </a:p>
        </p:txBody>
      </p:sp>
      <p:sp>
        <p:nvSpPr>
          <p:cNvPr id="755" name="Google Shape;755;p48"/>
          <p:cNvSpPr/>
          <p:nvPr/>
        </p:nvSpPr>
        <p:spPr>
          <a:xfrm>
            <a:off x="11625375" y="-4875"/>
            <a:ext cx="6662400" cy="10287000"/>
          </a:xfrm>
          <a:prstGeom prst="rect">
            <a:avLst/>
          </a:prstGeom>
          <a:gradFill>
            <a:gsLst>
              <a:gs pos="0">
                <a:srgbClr val="217BEE"/>
              </a:gs>
              <a:gs pos="85000">
                <a:schemeClr val="lt1"/>
              </a:gs>
              <a:gs pos="100000">
                <a:schemeClr val="lt1"/>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756" name="Google Shape;756;p48"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
        <p:nvSpPr>
          <p:cNvPr id="757" name="Google Shape;757;p48"/>
          <p:cNvSpPr/>
          <p:nvPr/>
        </p:nvSpPr>
        <p:spPr>
          <a:xfrm>
            <a:off x="1409275" y="3848325"/>
            <a:ext cx="2970000" cy="1067400"/>
          </a:xfrm>
          <a:prstGeom prst="roundRect">
            <a:avLst>
              <a:gd fmla="val 8758" name="adj"/>
            </a:avLst>
          </a:prstGeom>
          <a:solidFill>
            <a:srgbClr val="00A8FF"/>
          </a:solidFill>
          <a:ln>
            <a:noFill/>
          </a:ln>
          <a:effectLst>
            <a:outerShdw blurRad="473023" rotWithShape="0" algn="ctr">
              <a:srgbClr val="000000">
                <a:alpha val="6669"/>
              </a:srgbClr>
            </a:outerShdw>
          </a:effectLst>
        </p:spPr>
        <p:txBody>
          <a:bodyPr anchorCtr="0" anchor="ctr" bIns="68075" lIns="136200" spcFirstLastPara="1" rIns="136200" wrap="square" tIns="68075">
            <a:noAutofit/>
          </a:bodyPr>
          <a:lstStyle/>
          <a:p>
            <a:pPr indent="0" lvl="0" marL="0" marR="0" rtl="0" algn="ctr">
              <a:spcBef>
                <a:spcPts val="0"/>
              </a:spcBef>
              <a:spcAft>
                <a:spcPts val="0"/>
              </a:spcAft>
              <a:buNone/>
            </a:pPr>
            <a:r>
              <a:rPr lang="en-US" sz="2383">
                <a:solidFill>
                  <a:srgbClr val="FFFFFF"/>
                </a:solidFill>
                <a:latin typeface="Instrument Sans"/>
                <a:ea typeface="Instrument Sans"/>
                <a:cs typeface="Instrument Sans"/>
                <a:sym typeface="Instrument Sans"/>
              </a:rPr>
              <a:t>$9,580</a:t>
            </a:r>
            <a:br>
              <a:rPr lang="en-US" sz="1340">
                <a:solidFill>
                  <a:srgbClr val="FFFFFF"/>
                </a:solidFill>
                <a:latin typeface="Instrument Sans"/>
                <a:ea typeface="Instrument Sans"/>
                <a:cs typeface="Instrument Sans"/>
                <a:sym typeface="Instrument Sans"/>
              </a:rPr>
            </a:br>
            <a:r>
              <a:rPr lang="en-US" sz="1489">
                <a:solidFill>
                  <a:srgbClr val="FFFFFF"/>
                </a:solidFill>
                <a:latin typeface="Instrument Sans"/>
                <a:ea typeface="Instrument Sans"/>
                <a:cs typeface="Instrument Sans"/>
                <a:sym typeface="Instrument Sans"/>
              </a:rPr>
              <a:t>Quarterly Cost</a:t>
            </a:r>
            <a:endParaRPr sz="1340">
              <a:solidFill>
                <a:srgbClr val="FFFFFF"/>
              </a:solidFill>
              <a:latin typeface="Instrument Sans"/>
              <a:ea typeface="Instrument Sans"/>
              <a:cs typeface="Instrument Sans"/>
              <a:sym typeface="Instrument Sans"/>
            </a:endParaRPr>
          </a:p>
        </p:txBody>
      </p:sp>
      <p:sp>
        <p:nvSpPr>
          <p:cNvPr id="758" name="Google Shape;758;p48"/>
          <p:cNvSpPr/>
          <p:nvPr/>
        </p:nvSpPr>
        <p:spPr>
          <a:xfrm>
            <a:off x="1409275" y="5102455"/>
            <a:ext cx="2970000" cy="1067400"/>
          </a:xfrm>
          <a:prstGeom prst="roundRect">
            <a:avLst>
              <a:gd fmla="val 8758" name="adj"/>
            </a:avLst>
          </a:prstGeom>
          <a:solidFill>
            <a:srgbClr val="217BEE"/>
          </a:solidFill>
          <a:ln>
            <a:noFill/>
          </a:ln>
          <a:effectLst>
            <a:outerShdw blurRad="473023" rotWithShape="0" algn="ctr">
              <a:srgbClr val="000000">
                <a:alpha val="6669"/>
              </a:srgbClr>
            </a:outerShdw>
          </a:effectLst>
        </p:spPr>
        <p:txBody>
          <a:bodyPr anchorCtr="0" anchor="ctr" bIns="68075" lIns="136200" spcFirstLastPara="1" rIns="136200" wrap="square" tIns="68075">
            <a:noAutofit/>
          </a:bodyPr>
          <a:lstStyle/>
          <a:p>
            <a:pPr indent="0" lvl="0" marL="0" marR="0" rtl="0" algn="ctr">
              <a:spcBef>
                <a:spcPts val="0"/>
              </a:spcBef>
              <a:spcAft>
                <a:spcPts val="0"/>
              </a:spcAft>
              <a:buNone/>
            </a:pPr>
            <a:r>
              <a:rPr lang="en-US" sz="2383">
                <a:solidFill>
                  <a:srgbClr val="FFFFFF"/>
                </a:solidFill>
                <a:latin typeface="Instrument Sans"/>
                <a:ea typeface="Instrument Sans"/>
                <a:cs typeface="Instrument Sans"/>
                <a:sym typeface="Instrument Sans"/>
              </a:rPr>
              <a:t>$15,290</a:t>
            </a:r>
            <a:br>
              <a:rPr lang="en-US" sz="1340">
                <a:solidFill>
                  <a:srgbClr val="FFFFFF"/>
                </a:solidFill>
                <a:latin typeface="Instrument Sans"/>
                <a:ea typeface="Instrument Sans"/>
                <a:cs typeface="Instrument Sans"/>
                <a:sym typeface="Instrument Sans"/>
              </a:rPr>
            </a:br>
            <a:r>
              <a:rPr lang="en-US" sz="1489">
                <a:solidFill>
                  <a:srgbClr val="FFFFFF"/>
                </a:solidFill>
                <a:latin typeface="Instrument Sans"/>
                <a:ea typeface="Instrument Sans"/>
                <a:cs typeface="Instrument Sans"/>
                <a:sym typeface="Instrument Sans"/>
              </a:rPr>
              <a:t>Quarterly Revenue</a:t>
            </a:r>
            <a:endParaRPr sz="1340">
              <a:solidFill>
                <a:srgbClr val="FFFFFF"/>
              </a:solidFill>
              <a:latin typeface="Instrument Sans"/>
              <a:ea typeface="Instrument Sans"/>
              <a:cs typeface="Instrument Sans"/>
              <a:sym typeface="Instrument Sans"/>
            </a:endParaRPr>
          </a:p>
        </p:txBody>
      </p:sp>
      <p:sp>
        <p:nvSpPr>
          <p:cNvPr id="759" name="Google Shape;759;p48"/>
          <p:cNvSpPr/>
          <p:nvPr/>
        </p:nvSpPr>
        <p:spPr>
          <a:xfrm>
            <a:off x="1409275" y="6356584"/>
            <a:ext cx="2970000" cy="1067400"/>
          </a:xfrm>
          <a:prstGeom prst="roundRect">
            <a:avLst>
              <a:gd fmla="val 8758" name="adj"/>
            </a:avLst>
          </a:prstGeom>
          <a:solidFill>
            <a:srgbClr val="2B2E72"/>
          </a:solidFill>
          <a:ln>
            <a:noFill/>
          </a:ln>
          <a:effectLst>
            <a:outerShdw blurRad="473023" rotWithShape="0" algn="ctr">
              <a:srgbClr val="000000">
                <a:alpha val="6669"/>
              </a:srgbClr>
            </a:outerShdw>
          </a:effectLst>
        </p:spPr>
        <p:txBody>
          <a:bodyPr anchorCtr="0" anchor="ctr" bIns="68075" lIns="136200" spcFirstLastPara="1" rIns="136200" wrap="square" tIns="68075">
            <a:noAutofit/>
          </a:bodyPr>
          <a:lstStyle/>
          <a:p>
            <a:pPr indent="0" lvl="0" marL="0" marR="0" rtl="0" algn="ctr">
              <a:spcBef>
                <a:spcPts val="0"/>
              </a:spcBef>
              <a:spcAft>
                <a:spcPts val="0"/>
              </a:spcAft>
              <a:buNone/>
            </a:pPr>
            <a:r>
              <a:rPr lang="en-US" sz="2383">
                <a:solidFill>
                  <a:srgbClr val="FFFFFF"/>
                </a:solidFill>
                <a:latin typeface="Instrument Sans"/>
                <a:ea typeface="Instrument Sans"/>
                <a:cs typeface="Instrument Sans"/>
                <a:sym typeface="Instrument Sans"/>
              </a:rPr>
              <a:t>$30,680</a:t>
            </a:r>
            <a:br>
              <a:rPr lang="en-US" sz="1340">
                <a:solidFill>
                  <a:srgbClr val="FFFFFF"/>
                </a:solidFill>
                <a:latin typeface="Instrument Sans"/>
                <a:ea typeface="Instrument Sans"/>
                <a:cs typeface="Instrument Sans"/>
                <a:sym typeface="Instrument Sans"/>
              </a:rPr>
            </a:br>
            <a:r>
              <a:rPr lang="en-US" sz="1489">
                <a:solidFill>
                  <a:srgbClr val="FFFFFF"/>
                </a:solidFill>
                <a:latin typeface="Instrument Sans"/>
                <a:ea typeface="Instrument Sans"/>
                <a:cs typeface="Instrument Sans"/>
                <a:sym typeface="Instrument Sans"/>
              </a:rPr>
              <a:t>Cash Flow Amount</a:t>
            </a:r>
            <a:endParaRPr sz="1340">
              <a:solidFill>
                <a:srgbClr val="FFFFFF"/>
              </a:solidFill>
              <a:latin typeface="Instrument Sans"/>
              <a:ea typeface="Instrument Sans"/>
              <a:cs typeface="Instrument Sans"/>
              <a:sym typeface="Instrument Sans"/>
            </a:endParaRPr>
          </a:p>
        </p:txBody>
      </p:sp>
      <p:sp>
        <p:nvSpPr>
          <p:cNvPr id="760" name="Google Shape;760;p48"/>
          <p:cNvSpPr/>
          <p:nvPr/>
        </p:nvSpPr>
        <p:spPr>
          <a:xfrm>
            <a:off x="4862068" y="3472290"/>
            <a:ext cx="5306400" cy="4182000"/>
          </a:xfrm>
          <a:prstGeom prst="roundRect">
            <a:avLst>
              <a:gd fmla="val 3053" name="adj"/>
            </a:avLst>
          </a:prstGeom>
          <a:solidFill>
            <a:srgbClr val="FFFFFF"/>
          </a:solidFill>
          <a:ln>
            <a:noFill/>
          </a:ln>
          <a:effectLst>
            <a:outerShdw blurRad="553304" rotWithShape="0" algn="ctr">
              <a:srgbClr val="000000">
                <a:alpha val="6669"/>
              </a:srgbClr>
            </a:outerShdw>
          </a:effectLst>
        </p:spPr>
        <p:txBody>
          <a:bodyPr anchorCtr="0" anchor="ctr" bIns="79650" lIns="159325" spcFirstLastPara="1" rIns="159325" wrap="square" tIns="79650">
            <a:noAutofit/>
          </a:bodyPr>
          <a:lstStyle/>
          <a:p>
            <a:pPr indent="0" lvl="0" marL="0" marR="0" rtl="0" algn="ctr">
              <a:spcBef>
                <a:spcPts val="0"/>
              </a:spcBef>
              <a:spcAft>
                <a:spcPts val="0"/>
              </a:spcAft>
              <a:buNone/>
            </a:pPr>
            <a:r>
              <a:t/>
            </a:r>
            <a:endParaRPr sz="1219">
              <a:solidFill>
                <a:srgbClr val="3F3F3F"/>
              </a:solidFill>
              <a:latin typeface="Roboto"/>
              <a:ea typeface="Roboto"/>
              <a:cs typeface="Roboto"/>
              <a:sym typeface="Roboto"/>
            </a:endParaRPr>
          </a:p>
        </p:txBody>
      </p:sp>
      <p:sp>
        <p:nvSpPr>
          <p:cNvPr id="761" name="Google Shape;761;p48"/>
          <p:cNvSpPr txBox="1"/>
          <p:nvPr/>
        </p:nvSpPr>
        <p:spPr>
          <a:xfrm>
            <a:off x="5720065" y="3719100"/>
            <a:ext cx="3590700" cy="268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3F3F3F"/>
              </a:buClr>
              <a:buSzPts val="1743"/>
              <a:buFont typeface="Noto Sans Symbols"/>
              <a:buNone/>
            </a:pPr>
            <a:r>
              <a:rPr b="1" lang="en-US" sz="1742">
                <a:solidFill>
                  <a:srgbClr val="3F3F3F"/>
                </a:solidFill>
                <a:latin typeface="Instrument Sans"/>
                <a:ea typeface="Instrument Sans"/>
                <a:cs typeface="Instrument Sans"/>
                <a:sym typeface="Instrument Sans"/>
              </a:rPr>
              <a:t>Cash Flow Data</a:t>
            </a:r>
            <a:endParaRPr b="1" sz="1829">
              <a:solidFill>
                <a:srgbClr val="3F3F3F"/>
              </a:solidFill>
              <a:latin typeface="Instrument Sans"/>
              <a:ea typeface="Instrument Sans"/>
              <a:cs typeface="Instrument Sans"/>
              <a:sym typeface="Instrument Sans"/>
            </a:endParaRPr>
          </a:p>
        </p:txBody>
      </p:sp>
      <p:grpSp>
        <p:nvGrpSpPr>
          <p:cNvPr id="762" name="Google Shape;762;p48"/>
          <p:cNvGrpSpPr/>
          <p:nvPr/>
        </p:nvGrpSpPr>
        <p:grpSpPr>
          <a:xfrm>
            <a:off x="4999310" y="4587252"/>
            <a:ext cx="5024390" cy="2486027"/>
            <a:chOff x="8534984" y="6820014"/>
            <a:chExt cx="3844216" cy="1583961"/>
          </a:xfrm>
        </p:grpSpPr>
        <p:cxnSp>
          <p:nvCxnSpPr>
            <p:cNvPr id="763" name="Google Shape;763;p48"/>
            <p:cNvCxnSpPr/>
            <p:nvPr/>
          </p:nvCxnSpPr>
          <p:spPr>
            <a:xfrm>
              <a:off x="8877300" y="8240713"/>
              <a:ext cx="3501900" cy="0"/>
            </a:xfrm>
            <a:prstGeom prst="straightConnector1">
              <a:avLst/>
            </a:prstGeom>
            <a:noFill/>
            <a:ln cap="flat" cmpd="sng" w="33200">
              <a:solidFill>
                <a:srgbClr val="D9D9D9"/>
              </a:solidFill>
              <a:prstDash val="solid"/>
              <a:round/>
              <a:headEnd len="med" w="med" type="none"/>
              <a:tailEnd len="med" w="med" type="none"/>
            </a:ln>
          </p:spPr>
        </p:cxnSp>
        <p:grpSp>
          <p:nvGrpSpPr>
            <p:cNvPr id="764" name="Google Shape;764;p48"/>
            <p:cNvGrpSpPr/>
            <p:nvPr/>
          </p:nvGrpSpPr>
          <p:grpSpPr>
            <a:xfrm>
              <a:off x="8534984" y="6820014"/>
              <a:ext cx="3830435" cy="1583961"/>
              <a:chOff x="8534984" y="6820014"/>
              <a:chExt cx="3830435" cy="1583961"/>
            </a:xfrm>
          </p:grpSpPr>
          <p:grpSp>
            <p:nvGrpSpPr>
              <p:cNvPr id="765" name="Google Shape;765;p48"/>
              <p:cNvGrpSpPr/>
              <p:nvPr/>
            </p:nvGrpSpPr>
            <p:grpSpPr>
              <a:xfrm>
                <a:off x="8534984" y="6820014"/>
                <a:ext cx="261647" cy="1480887"/>
                <a:chOff x="8625407" y="6820014"/>
                <a:chExt cx="170799" cy="1480887"/>
              </a:xfrm>
            </p:grpSpPr>
            <p:sp>
              <p:nvSpPr>
                <p:cNvPr id="766" name="Google Shape;766;p48"/>
                <p:cNvSpPr/>
                <p:nvPr/>
              </p:nvSpPr>
              <p:spPr>
                <a:xfrm>
                  <a:off x="8693006" y="8193201"/>
                  <a:ext cx="1032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$0K</a:t>
                  </a:r>
                  <a:endParaRPr sz="2352">
                    <a:solidFill>
                      <a:srgbClr val="000000"/>
                    </a:solidFill>
                    <a:latin typeface="Roboto"/>
                    <a:ea typeface="Roboto"/>
                    <a:cs typeface="Roboto"/>
                    <a:sym typeface="Roboto"/>
                  </a:endParaRPr>
                </a:p>
              </p:txBody>
            </p:sp>
            <p:sp>
              <p:nvSpPr>
                <p:cNvPr id="767" name="Google Shape;767;p48"/>
                <p:cNvSpPr/>
                <p:nvPr/>
              </p:nvSpPr>
              <p:spPr>
                <a:xfrm>
                  <a:off x="8625407" y="7964601"/>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$150K</a:t>
                  </a:r>
                  <a:endParaRPr sz="2352">
                    <a:solidFill>
                      <a:srgbClr val="000000"/>
                    </a:solidFill>
                    <a:latin typeface="Roboto"/>
                    <a:ea typeface="Roboto"/>
                    <a:cs typeface="Roboto"/>
                    <a:sym typeface="Roboto"/>
                  </a:endParaRPr>
                </a:p>
              </p:txBody>
            </p:sp>
            <p:sp>
              <p:nvSpPr>
                <p:cNvPr id="768" name="Google Shape;768;p48"/>
                <p:cNvSpPr/>
                <p:nvPr/>
              </p:nvSpPr>
              <p:spPr>
                <a:xfrm>
                  <a:off x="8625407" y="7736001"/>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$300K</a:t>
                  </a:r>
                  <a:endParaRPr sz="2352">
                    <a:solidFill>
                      <a:srgbClr val="000000"/>
                    </a:solidFill>
                    <a:latin typeface="Roboto"/>
                    <a:ea typeface="Roboto"/>
                    <a:cs typeface="Roboto"/>
                    <a:sym typeface="Roboto"/>
                  </a:endParaRPr>
                </a:p>
              </p:txBody>
            </p:sp>
            <p:sp>
              <p:nvSpPr>
                <p:cNvPr id="769" name="Google Shape;769;p48"/>
                <p:cNvSpPr/>
                <p:nvPr/>
              </p:nvSpPr>
              <p:spPr>
                <a:xfrm>
                  <a:off x="8625407" y="7505814"/>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$450K</a:t>
                  </a:r>
                  <a:endParaRPr sz="2352">
                    <a:solidFill>
                      <a:srgbClr val="000000"/>
                    </a:solidFill>
                    <a:latin typeface="Roboto"/>
                    <a:ea typeface="Roboto"/>
                    <a:cs typeface="Roboto"/>
                    <a:sym typeface="Roboto"/>
                  </a:endParaRPr>
                </a:p>
              </p:txBody>
            </p:sp>
            <p:sp>
              <p:nvSpPr>
                <p:cNvPr id="770" name="Google Shape;770;p48"/>
                <p:cNvSpPr/>
                <p:nvPr/>
              </p:nvSpPr>
              <p:spPr>
                <a:xfrm>
                  <a:off x="8625407" y="7277214"/>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$600K</a:t>
                  </a:r>
                  <a:endParaRPr sz="2352">
                    <a:solidFill>
                      <a:srgbClr val="000000"/>
                    </a:solidFill>
                    <a:latin typeface="Roboto"/>
                    <a:ea typeface="Roboto"/>
                    <a:cs typeface="Roboto"/>
                    <a:sym typeface="Roboto"/>
                  </a:endParaRPr>
                </a:p>
              </p:txBody>
            </p:sp>
            <p:sp>
              <p:nvSpPr>
                <p:cNvPr id="771" name="Google Shape;771;p48"/>
                <p:cNvSpPr/>
                <p:nvPr/>
              </p:nvSpPr>
              <p:spPr>
                <a:xfrm>
                  <a:off x="8625407" y="7048614"/>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$750K</a:t>
                  </a:r>
                  <a:endParaRPr sz="2352">
                    <a:solidFill>
                      <a:srgbClr val="000000"/>
                    </a:solidFill>
                    <a:latin typeface="Roboto"/>
                    <a:ea typeface="Roboto"/>
                    <a:cs typeface="Roboto"/>
                    <a:sym typeface="Roboto"/>
                  </a:endParaRPr>
                </a:p>
              </p:txBody>
            </p:sp>
            <p:sp>
              <p:nvSpPr>
                <p:cNvPr id="772" name="Google Shape;772;p48"/>
                <p:cNvSpPr/>
                <p:nvPr/>
              </p:nvSpPr>
              <p:spPr>
                <a:xfrm>
                  <a:off x="8625407" y="6820014"/>
                  <a:ext cx="170100" cy="107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914">
                      <a:solidFill>
                        <a:srgbClr val="5C5C5C"/>
                      </a:solidFill>
                      <a:latin typeface="Roboto"/>
                      <a:ea typeface="Roboto"/>
                      <a:cs typeface="Roboto"/>
                      <a:sym typeface="Roboto"/>
                    </a:rPr>
                    <a:t>$900K</a:t>
                  </a:r>
                  <a:endParaRPr sz="2352">
                    <a:solidFill>
                      <a:srgbClr val="000000"/>
                    </a:solidFill>
                    <a:latin typeface="Roboto"/>
                    <a:ea typeface="Roboto"/>
                    <a:cs typeface="Roboto"/>
                    <a:sym typeface="Roboto"/>
                  </a:endParaRPr>
                </a:p>
              </p:txBody>
            </p:sp>
          </p:grpSp>
          <p:sp>
            <p:nvSpPr>
              <p:cNvPr id="773" name="Google Shape;773;p48"/>
              <p:cNvSpPr/>
              <p:nvPr/>
            </p:nvSpPr>
            <p:spPr>
              <a:xfrm>
                <a:off x="9016057" y="8296275"/>
                <a:ext cx="521400" cy="10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914">
                    <a:solidFill>
                      <a:srgbClr val="5C5C5C"/>
                    </a:solidFill>
                    <a:latin typeface="Roboto"/>
                    <a:ea typeface="Roboto"/>
                    <a:cs typeface="Roboto"/>
                    <a:sym typeface="Roboto"/>
                  </a:rPr>
                  <a:t>FY2020</a:t>
                </a:r>
                <a:endParaRPr sz="2352">
                  <a:solidFill>
                    <a:srgbClr val="000000"/>
                  </a:solidFill>
                  <a:latin typeface="Roboto"/>
                  <a:ea typeface="Roboto"/>
                  <a:cs typeface="Roboto"/>
                  <a:sym typeface="Roboto"/>
                </a:endParaRPr>
              </a:p>
            </p:txBody>
          </p:sp>
          <p:sp>
            <p:nvSpPr>
              <p:cNvPr id="774" name="Google Shape;774;p48"/>
              <p:cNvSpPr/>
              <p:nvPr/>
            </p:nvSpPr>
            <p:spPr>
              <a:xfrm>
                <a:off x="9743757" y="8296275"/>
                <a:ext cx="521400" cy="10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914">
                    <a:solidFill>
                      <a:srgbClr val="5C5C5C"/>
                    </a:solidFill>
                    <a:latin typeface="Roboto"/>
                    <a:ea typeface="Roboto"/>
                    <a:cs typeface="Roboto"/>
                    <a:sym typeface="Roboto"/>
                  </a:rPr>
                  <a:t>FY2021</a:t>
                </a:r>
                <a:endParaRPr sz="2352">
                  <a:solidFill>
                    <a:srgbClr val="000000"/>
                  </a:solidFill>
                  <a:latin typeface="Roboto"/>
                  <a:ea typeface="Roboto"/>
                  <a:cs typeface="Roboto"/>
                  <a:sym typeface="Roboto"/>
                </a:endParaRPr>
              </a:p>
            </p:txBody>
          </p:sp>
          <p:sp>
            <p:nvSpPr>
              <p:cNvPr id="775" name="Google Shape;775;p48"/>
              <p:cNvSpPr/>
              <p:nvPr/>
            </p:nvSpPr>
            <p:spPr>
              <a:xfrm>
                <a:off x="10443845" y="8296275"/>
                <a:ext cx="521400" cy="10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914">
                    <a:solidFill>
                      <a:srgbClr val="5C5C5C"/>
                    </a:solidFill>
                    <a:latin typeface="Roboto"/>
                    <a:ea typeface="Roboto"/>
                    <a:cs typeface="Roboto"/>
                    <a:sym typeface="Roboto"/>
                  </a:rPr>
                  <a:t>FY2022</a:t>
                </a:r>
                <a:endParaRPr sz="2352">
                  <a:solidFill>
                    <a:srgbClr val="000000"/>
                  </a:solidFill>
                  <a:latin typeface="Roboto"/>
                  <a:ea typeface="Roboto"/>
                  <a:cs typeface="Roboto"/>
                  <a:sym typeface="Roboto"/>
                </a:endParaRPr>
              </a:p>
            </p:txBody>
          </p:sp>
          <p:sp>
            <p:nvSpPr>
              <p:cNvPr id="776" name="Google Shape;776;p48"/>
              <p:cNvSpPr/>
              <p:nvPr/>
            </p:nvSpPr>
            <p:spPr>
              <a:xfrm>
                <a:off x="11143932" y="8296275"/>
                <a:ext cx="521400" cy="10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914">
                    <a:solidFill>
                      <a:srgbClr val="5C5C5C"/>
                    </a:solidFill>
                    <a:latin typeface="Roboto"/>
                    <a:ea typeface="Roboto"/>
                    <a:cs typeface="Roboto"/>
                    <a:sym typeface="Roboto"/>
                  </a:rPr>
                  <a:t>FY2023</a:t>
                </a:r>
                <a:endParaRPr sz="2352">
                  <a:solidFill>
                    <a:srgbClr val="000000"/>
                  </a:solidFill>
                  <a:latin typeface="Roboto"/>
                  <a:ea typeface="Roboto"/>
                  <a:cs typeface="Roboto"/>
                  <a:sym typeface="Roboto"/>
                </a:endParaRPr>
              </a:p>
            </p:txBody>
          </p:sp>
          <p:sp>
            <p:nvSpPr>
              <p:cNvPr id="777" name="Google Shape;777;p48"/>
              <p:cNvSpPr/>
              <p:nvPr/>
            </p:nvSpPr>
            <p:spPr>
              <a:xfrm>
                <a:off x="11844019" y="8296275"/>
                <a:ext cx="521400" cy="107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914">
                    <a:solidFill>
                      <a:srgbClr val="5C5C5C"/>
                    </a:solidFill>
                    <a:latin typeface="Roboto"/>
                    <a:ea typeface="Roboto"/>
                    <a:cs typeface="Roboto"/>
                    <a:sym typeface="Roboto"/>
                  </a:rPr>
                  <a:t>FY2025</a:t>
                </a:r>
                <a:endParaRPr sz="2352">
                  <a:solidFill>
                    <a:srgbClr val="000000"/>
                  </a:solidFill>
                  <a:latin typeface="Roboto"/>
                  <a:ea typeface="Roboto"/>
                  <a:cs typeface="Roboto"/>
                  <a:sym typeface="Roboto"/>
                </a:endParaRPr>
              </a:p>
            </p:txBody>
          </p:sp>
        </p:grpSp>
      </p:grpSp>
      <p:sp>
        <p:nvSpPr>
          <p:cNvPr id="778" name="Google Shape;778;p48"/>
          <p:cNvSpPr/>
          <p:nvPr/>
        </p:nvSpPr>
        <p:spPr>
          <a:xfrm>
            <a:off x="6776897" y="7273431"/>
            <a:ext cx="830100" cy="168900"/>
          </a:xfrm>
          <a:prstGeom prst="rect">
            <a:avLst/>
          </a:prstGeom>
          <a:noFill/>
          <a:ln>
            <a:noFill/>
          </a:ln>
        </p:spPr>
        <p:txBody>
          <a:bodyPr anchorCtr="0" anchor="ctr" bIns="0" lIns="0" spcFirstLastPara="1" rIns="0" wrap="square" tIns="0">
            <a:noAutofit/>
          </a:bodyPr>
          <a:lstStyle/>
          <a:p>
            <a:pPr indent="0" lvl="0" marL="0" marR="0" rtl="1" algn="l">
              <a:spcBef>
                <a:spcPts val="0"/>
              </a:spcBef>
              <a:spcAft>
                <a:spcPts val="0"/>
              </a:spcAft>
              <a:buNone/>
            </a:pPr>
            <a:r>
              <a:rPr lang="en-US" sz="914">
                <a:solidFill>
                  <a:srgbClr val="5C5C5C"/>
                </a:solidFill>
                <a:latin typeface="Roboto"/>
                <a:ea typeface="Roboto"/>
                <a:cs typeface="Roboto"/>
                <a:sym typeface="Roboto"/>
              </a:rPr>
              <a:t>Net Cash Flow</a:t>
            </a:r>
            <a:endParaRPr sz="2352">
              <a:solidFill>
                <a:srgbClr val="000000"/>
              </a:solidFill>
              <a:latin typeface="Roboto"/>
              <a:ea typeface="Roboto"/>
              <a:cs typeface="Roboto"/>
              <a:sym typeface="Roboto"/>
            </a:endParaRPr>
          </a:p>
        </p:txBody>
      </p:sp>
      <p:sp>
        <p:nvSpPr>
          <p:cNvPr id="779" name="Google Shape;779;p48"/>
          <p:cNvSpPr/>
          <p:nvPr/>
        </p:nvSpPr>
        <p:spPr>
          <a:xfrm>
            <a:off x="7764545" y="7273431"/>
            <a:ext cx="779400" cy="168900"/>
          </a:xfrm>
          <a:prstGeom prst="rect">
            <a:avLst/>
          </a:prstGeom>
          <a:noFill/>
          <a:ln>
            <a:noFill/>
          </a:ln>
        </p:spPr>
        <p:txBody>
          <a:bodyPr anchorCtr="0" anchor="ctr" bIns="0" lIns="0" spcFirstLastPara="1" rIns="0" wrap="square" tIns="0">
            <a:noAutofit/>
          </a:bodyPr>
          <a:lstStyle/>
          <a:p>
            <a:pPr indent="0" lvl="0" marL="0" marR="0" rtl="1" algn="l">
              <a:spcBef>
                <a:spcPts val="0"/>
              </a:spcBef>
              <a:spcAft>
                <a:spcPts val="0"/>
              </a:spcAft>
              <a:buNone/>
            </a:pPr>
            <a:r>
              <a:rPr lang="en-US" sz="914">
                <a:solidFill>
                  <a:srgbClr val="5C5C5C"/>
                </a:solidFill>
                <a:latin typeface="Roboto"/>
                <a:ea typeface="Roboto"/>
                <a:cs typeface="Roboto"/>
                <a:sym typeface="Roboto"/>
              </a:rPr>
              <a:t>Cash Balance</a:t>
            </a:r>
            <a:endParaRPr sz="2352">
              <a:solidFill>
                <a:srgbClr val="000000"/>
              </a:solidFill>
              <a:latin typeface="Roboto"/>
              <a:ea typeface="Roboto"/>
              <a:cs typeface="Roboto"/>
              <a:sym typeface="Roboto"/>
            </a:endParaRPr>
          </a:p>
        </p:txBody>
      </p:sp>
      <p:sp>
        <p:nvSpPr>
          <p:cNvPr id="780" name="Google Shape;780;p48"/>
          <p:cNvSpPr/>
          <p:nvPr/>
        </p:nvSpPr>
        <p:spPr>
          <a:xfrm>
            <a:off x="7677400" y="7308135"/>
            <a:ext cx="60000" cy="77400"/>
          </a:xfrm>
          <a:prstGeom prst="rect">
            <a:avLst/>
          </a:prstGeom>
          <a:solidFill>
            <a:srgbClr val="2B2E72"/>
          </a:solidFill>
          <a:ln>
            <a:noFill/>
          </a:ln>
        </p:spPr>
        <p:txBody>
          <a:bodyPr anchorCtr="0" anchor="ctr" bIns="59725" lIns="119500" spcFirstLastPara="1" rIns="119500" wrap="square" tIns="59725">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1" name="Google Shape;781;p48"/>
          <p:cNvSpPr/>
          <p:nvPr/>
        </p:nvSpPr>
        <p:spPr>
          <a:xfrm>
            <a:off x="6687676" y="7308135"/>
            <a:ext cx="62100" cy="77400"/>
          </a:xfrm>
          <a:prstGeom prst="rect">
            <a:avLst/>
          </a:prstGeom>
          <a:solidFill>
            <a:srgbClr val="217BEE"/>
          </a:solidFill>
          <a:ln>
            <a:noFill/>
          </a:ln>
        </p:spPr>
        <p:txBody>
          <a:bodyPr anchorCtr="0" anchor="ctr" bIns="59725" lIns="119500" spcFirstLastPara="1" rIns="119500" wrap="square" tIns="59725">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2" name="Google Shape;782;p48"/>
          <p:cNvSpPr/>
          <p:nvPr/>
        </p:nvSpPr>
        <p:spPr>
          <a:xfrm>
            <a:off x="5559755" y="6687812"/>
            <a:ext cx="345031" cy="129118"/>
          </a:xfrm>
          <a:custGeom>
            <a:rect b="b" l="l" r="r" t="t"/>
            <a:pathLst>
              <a:path extrusionOk="0" h="302030" w="965123">
                <a:moveTo>
                  <a:pt x="0" y="0"/>
                </a:moveTo>
                <a:lnTo>
                  <a:pt x="965124" y="0"/>
                </a:lnTo>
                <a:lnTo>
                  <a:pt x="965124" y="302031"/>
                </a:lnTo>
                <a:lnTo>
                  <a:pt x="0" y="302031"/>
                </a:lnTo>
                <a:lnTo>
                  <a:pt x="0" y="0"/>
                </a:lnTo>
                <a:lnTo>
                  <a:pt x="0" y="0"/>
                </a:lnTo>
                <a:lnTo>
                  <a:pt x="0" y="0"/>
                </a:lnTo>
                <a:close/>
              </a:path>
            </a:pathLst>
          </a:custGeom>
          <a:solidFill>
            <a:srgbClr val="217BEE"/>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3" name="Google Shape;783;p48"/>
          <p:cNvSpPr/>
          <p:nvPr/>
        </p:nvSpPr>
        <p:spPr>
          <a:xfrm>
            <a:off x="6473996" y="6458732"/>
            <a:ext cx="345031" cy="357574"/>
          </a:xfrm>
          <a:custGeom>
            <a:rect b="b" l="l" r="r" t="t"/>
            <a:pathLst>
              <a:path extrusionOk="0" h="836431" w="965123">
                <a:moveTo>
                  <a:pt x="0" y="0"/>
                </a:moveTo>
                <a:lnTo>
                  <a:pt x="965123" y="0"/>
                </a:lnTo>
                <a:lnTo>
                  <a:pt x="965123" y="836432"/>
                </a:lnTo>
                <a:lnTo>
                  <a:pt x="0" y="836432"/>
                </a:lnTo>
                <a:lnTo>
                  <a:pt x="0" y="0"/>
                </a:lnTo>
                <a:lnTo>
                  <a:pt x="0" y="0"/>
                </a:lnTo>
                <a:lnTo>
                  <a:pt x="0" y="0"/>
                </a:lnTo>
                <a:close/>
              </a:path>
            </a:pathLst>
          </a:custGeom>
          <a:solidFill>
            <a:srgbClr val="217BEE"/>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4" name="Google Shape;784;p48"/>
          <p:cNvSpPr/>
          <p:nvPr/>
        </p:nvSpPr>
        <p:spPr>
          <a:xfrm>
            <a:off x="7389269" y="6209750"/>
            <a:ext cx="347115" cy="605880"/>
          </a:xfrm>
          <a:custGeom>
            <a:rect b="b" l="l" r="r" t="t"/>
            <a:pathLst>
              <a:path extrusionOk="0" h="1417264" w="970950">
                <a:moveTo>
                  <a:pt x="0" y="0"/>
                </a:moveTo>
                <a:lnTo>
                  <a:pt x="970951" y="0"/>
                </a:lnTo>
                <a:lnTo>
                  <a:pt x="970951" y="1417264"/>
                </a:lnTo>
                <a:lnTo>
                  <a:pt x="0" y="1417264"/>
                </a:lnTo>
                <a:lnTo>
                  <a:pt x="0" y="0"/>
                </a:lnTo>
                <a:lnTo>
                  <a:pt x="0" y="0"/>
                </a:lnTo>
                <a:lnTo>
                  <a:pt x="0" y="0"/>
                </a:lnTo>
                <a:close/>
              </a:path>
            </a:pathLst>
          </a:custGeom>
          <a:solidFill>
            <a:srgbClr val="217BEE"/>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5" name="Google Shape;785;p48"/>
          <p:cNvSpPr/>
          <p:nvPr/>
        </p:nvSpPr>
        <p:spPr>
          <a:xfrm>
            <a:off x="8305582" y="6207261"/>
            <a:ext cx="345041" cy="608360"/>
          </a:xfrm>
          <a:custGeom>
            <a:rect b="b" l="l" r="r" t="t"/>
            <a:pathLst>
              <a:path extrusionOk="0" h="1423065" w="965149">
                <a:moveTo>
                  <a:pt x="0" y="0"/>
                </a:moveTo>
                <a:lnTo>
                  <a:pt x="965150" y="0"/>
                </a:lnTo>
                <a:lnTo>
                  <a:pt x="965150" y="1423065"/>
                </a:lnTo>
                <a:lnTo>
                  <a:pt x="0" y="1423065"/>
                </a:lnTo>
                <a:lnTo>
                  <a:pt x="0" y="0"/>
                </a:lnTo>
                <a:lnTo>
                  <a:pt x="0" y="0"/>
                </a:lnTo>
                <a:lnTo>
                  <a:pt x="0" y="0"/>
                </a:lnTo>
                <a:close/>
              </a:path>
            </a:pathLst>
          </a:custGeom>
          <a:solidFill>
            <a:srgbClr val="217BEE"/>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6" name="Google Shape;786;p48"/>
          <p:cNvSpPr/>
          <p:nvPr/>
        </p:nvSpPr>
        <p:spPr>
          <a:xfrm>
            <a:off x="9219823" y="4901311"/>
            <a:ext cx="348156" cy="1910752"/>
          </a:xfrm>
          <a:custGeom>
            <a:rect b="b" l="l" r="r" t="t"/>
            <a:pathLst>
              <a:path extrusionOk="0" h="4469595" w="973863">
                <a:moveTo>
                  <a:pt x="0" y="0"/>
                </a:moveTo>
                <a:lnTo>
                  <a:pt x="973863" y="0"/>
                </a:lnTo>
                <a:lnTo>
                  <a:pt x="973863" y="4469596"/>
                </a:lnTo>
                <a:lnTo>
                  <a:pt x="0" y="4469596"/>
                </a:lnTo>
                <a:lnTo>
                  <a:pt x="0" y="0"/>
                </a:lnTo>
                <a:lnTo>
                  <a:pt x="0" y="0"/>
                </a:lnTo>
                <a:lnTo>
                  <a:pt x="0" y="0"/>
                </a:lnTo>
                <a:close/>
              </a:path>
            </a:pathLst>
          </a:custGeom>
          <a:solidFill>
            <a:srgbClr val="217BEE"/>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7" name="Google Shape;787;p48"/>
          <p:cNvSpPr/>
          <p:nvPr/>
        </p:nvSpPr>
        <p:spPr>
          <a:xfrm>
            <a:off x="5904351" y="6459755"/>
            <a:ext cx="345041" cy="356553"/>
          </a:xfrm>
          <a:custGeom>
            <a:rect b="b" l="l" r="r" t="t"/>
            <a:pathLst>
              <a:path extrusionOk="0" h="834043" w="965149">
                <a:moveTo>
                  <a:pt x="0" y="0"/>
                </a:moveTo>
                <a:lnTo>
                  <a:pt x="965150" y="0"/>
                </a:lnTo>
                <a:lnTo>
                  <a:pt x="965150" y="834043"/>
                </a:lnTo>
                <a:lnTo>
                  <a:pt x="0" y="834043"/>
                </a:lnTo>
                <a:lnTo>
                  <a:pt x="0" y="0"/>
                </a:lnTo>
                <a:lnTo>
                  <a:pt x="0" y="0"/>
                </a:lnTo>
                <a:lnTo>
                  <a:pt x="0" y="0"/>
                </a:lnTo>
                <a:close/>
              </a:path>
            </a:pathLst>
          </a:custGeom>
          <a:solidFill>
            <a:srgbClr val="2B2E72"/>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8" name="Google Shape;788;p48"/>
          <p:cNvSpPr/>
          <p:nvPr/>
        </p:nvSpPr>
        <p:spPr>
          <a:xfrm>
            <a:off x="6818592" y="6211482"/>
            <a:ext cx="347115" cy="604152"/>
          </a:xfrm>
          <a:custGeom>
            <a:rect b="b" l="l" r="r" t="t"/>
            <a:pathLst>
              <a:path extrusionOk="0" h="1413222" w="970950">
                <a:moveTo>
                  <a:pt x="0" y="0"/>
                </a:moveTo>
                <a:lnTo>
                  <a:pt x="970950" y="0"/>
                </a:lnTo>
                <a:lnTo>
                  <a:pt x="970950" y="1413222"/>
                </a:lnTo>
                <a:lnTo>
                  <a:pt x="0" y="1413222"/>
                </a:lnTo>
                <a:lnTo>
                  <a:pt x="0" y="0"/>
                </a:lnTo>
                <a:lnTo>
                  <a:pt x="0" y="0"/>
                </a:lnTo>
                <a:lnTo>
                  <a:pt x="0" y="0"/>
                </a:lnTo>
                <a:close/>
              </a:path>
            </a:pathLst>
          </a:custGeom>
          <a:solidFill>
            <a:srgbClr val="2B2E72"/>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89" name="Google Shape;789;p48"/>
          <p:cNvSpPr/>
          <p:nvPr/>
        </p:nvSpPr>
        <p:spPr>
          <a:xfrm>
            <a:off x="7735946" y="6280992"/>
            <a:ext cx="345031" cy="534830"/>
          </a:xfrm>
          <a:custGeom>
            <a:rect b="b" l="l" r="r" t="t"/>
            <a:pathLst>
              <a:path extrusionOk="0" h="1251064" w="965123">
                <a:moveTo>
                  <a:pt x="0" y="0"/>
                </a:moveTo>
                <a:lnTo>
                  <a:pt x="965123" y="0"/>
                </a:lnTo>
                <a:lnTo>
                  <a:pt x="965123" y="1251065"/>
                </a:lnTo>
                <a:lnTo>
                  <a:pt x="0" y="1251065"/>
                </a:lnTo>
                <a:lnTo>
                  <a:pt x="0" y="0"/>
                </a:lnTo>
                <a:lnTo>
                  <a:pt x="0" y="0"/>
                </a:lnTo>
                <a:lnTo>
                  <a:pt x="0" y="0"/>
                </a:lnTo>
                <a:close/>
              </a:path>
            </a:pathLst>
          </a:custGeom>
          <a:solidFill>
            <a:srgbClr val="2B2E72"/>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90" name="Google Shape;790;p48"/>
          <p:cNvSpPr/>
          <p:nvPr/>
        </p:nvSpPr>
        <p:spPr>
          <a:xfrm>
            <a:off x="8650187" y="5934651"/>
            <a:ext cx="347115" cy="880230"/>
          </a:xfrm>
          <a:custGeom>
            <a:rect b="b" l="l" r="r" t="t"/>
            <a:pathLst>
              <a:path extrusionOk="0" h="2059017" w="970950">
                <a:moveTo>
                  <a:pt x="0" y="0"/>
                </a:moveTo>
                <a:lnTo>
                  <a:pt x="970950" y="0"/>
                </a:lnTo>
                <a:lnTo>
                  <a:pt x="970950" y="2059018"/>
                </a:lnTo>
                <a:lnTo>
                  <a:pt x="0" y="2059018"/>
                </a:lnTo>
                <a:lnTo>
                  <a:pt x="0" y="0"/>
                </a:lnTo>
                <a:lnTo>
                  <a:pt x="0" y="0"/>
                </a:lnTo>
                <a:lnTo>
                  <a:pt x="0" y="0"/>
                </a:lnTo>
                <a:close/>
              </a:path>
            </a:pathLst>
          </a:custGeom>
          <a:solidFill>
            <a:srgbClr val="2B2E72"/>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91" name="Google Shape;791;p48"/>
          <p:cNvSpPr/>
          <p:nvPr/>
        </p:nvSpPr>
        <p:spPr>
          <a:xfrm>
            <a:off x="9567541" y="6201547"/>
            <a:ext cx="345031" cy="614060"/>
          </a:xfrm>
          <a:custGeom>
            <a:rect b="b" l="l" r="r" t="t"/>
            <a:pathLst>
              <a:path extrusionOk="0" h="1436398" w="965123">
                <a:moveTo>
                  <a:pt x="0" y="0"/>
                </a:moveTo>
                <a:lnTo>
                  <a:pt x="965124" y="0"/>
                </a:lnTo>
                <a:lnTo>
                  <a:pt x="965124" y="1436399"/>
                </a:lnTo>
                <a:lnTo>
                  <a:pt x="0" y="1436399"/>
                </a:lnTo>
                <a:lnTo>
                  <a:pt x="0" y="0"/>
                </a:lnTo>
                <a:lnTo>
                  <a:pt x="0" y="0"/>
                </a:lnTo>
                <a:lnTo>
                  <a:pt x="0" y="0"/>
                </a:lnTo>
                <a:close/>
              </a:path>
            </a:pathLst>
          </a:custGeom>
          <a:solidFill>
            <a:srgbClr val="2B2E72"/>
          </a:solidFill>
          <a:ln>
            <a:noFill/>
          </a:ln>
        </p:spPr>
        <p:txBody>
          <a:bodyPr anchorCtr="0" anchor="ctr" bIns="79650" lIns="159325" spcFirstLastPara="1" rIns="159325" wrap="square" tIns="79650">
            <a:noAutofit/>
          </a:bodyPr>
          <a:lstStyle/>
          <a:p>
            <a:pPr indent="0" lvl="0" marL="0" marR="0" rtl="0" algn="l">
              <a:spcBef>
                <a:spcPts val="0"/>
              </a:spcBef>
              <a:spcAft>
                <a:spcPts val="0"/>
              </a:spcAft>
              <a:buNone/>
            </a:pPr>
            <a:r>
              <a:t/>
            </a:r>
            <a:endParaRPr sz="3136">
              <a:solidFill>
                <a:srgbClr val="000000"/>
              </a:solidFill>
              <a:latin typeface="Roboto"/>
              <a:ea typeface="Roboto"/>
              <a:cs typeface="Roboto"/>
              <a:sym typeface="Roboto"/>
            </a:endParaRPr>
          </a:p>
        </p:txBody>
      </p:sp>
      <p:sp>
        <p:nvSpPr>
          <p:cNvPr id="792" name="Google Shape;792;p48"/>
          <p:cNvSpPr txBox="1"/>
          <p:nvPr/>
        </p:nvSpPr>
        <p:spPr>
          <a:xfrm>
            <a:off x="1409275" y="8078750"/>
            <a:ext cx="83214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luctusluctusluctusluctusluctusluctusluctus</a:t>
            </a:r>
            <a:endParaRPr sz="1800">
              <a:solidFill>
                <a:schemeClr val="dk1"/>
              </a:solidFill>
              <a:latin typeface="Instrument Sans"/>
              <a:ea typeface="Instrument Sans"/>
              <a:cs typeface="Instrument Sans"/>
              <a:sym typeface="Instrument Sans"/>
            </a:endParaRPr>
          </a:p>
          <a:p>
            <a:pPr indent="0" lvl="0" marL="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Diam in arcu cursus euismode quis viverra nibh pulvu ut aliqui purusa sit amet luctusluctusluctusluctusluctusluctusluctus</a:t>
            </a:r>
            <a:endParaRPr sz="1800">
              <a:solidFill>
                <a:schemeClr val="dk1"/>
              </a:solidFill>
              <a:latin typeface="Instrument Sans"/>
              <a:ea typeface="Instrument Sans"/>
              <a:cs typeface="Instrument Sans"/>
              <a:sym typeface="Instrument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49"/>
          <p:cNvSpPr/>
          <p:nvPr/>
        </p:nvSpPr>
        <p:spPr>
          <a:xfrm>
            <a:off x="775638" y="2095500"/>
            <a:ext cx="3643800" cy="74676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2237200" lIns="611600" spcFirstLastPara="1" rIns="611600" wrap="square" tIns="3862800">
            <a:noAutofit/>
          </a:bodyPr>
          <a:lstStyle/>
          <a:p>
            <a:pPr indent="0" lvl="0" marL="0" marR="0" rtl="0" algn="ctr">
              <a:lnSpc>
                <a:spcPct val="90000"/>
              </a:lnSpc>
              <a:spcBef>
                <a:spcPts val="0"/>
              </a:spcBef>
              <a:spcAft>
                <a:spcPts val="0"/>
              </a:spcAft>
              <a:buClr>
                <a:schemeClr val="dk1"/>
              </a:buClr>
              <a:buSzPts val="8600"/>
              <a:buFont typeface="Roboto"/>
              <a:buNone/>
            </a:pPr>
            <a:r>
              <a:t/>
            </a:r>
            <a:endParaRPr sz="8600">
              <a:solidFill>
                <a:schemeClr val="lt1"/>
              </a:solidFill>
              <a:latin typeface="Roboto"/>
              <a:ea typeface="Roboto"/>
              <a:cs typeface="Roboto"/>
              <a:sym typeface="Roboto"/>
            </a:endParaRPr>
          </a:p>
        </p:txBody>
      </p:sp>
      <p:sp>
        <p:nvSpPr>
          <p:cNvPr id="798" name="Google Shape;798;p49"/>
          <p:cNvSpPr/>
          <p:nvPr/>
        </p:nvSpPr>
        <p:spPr>
          <a:xfrm>
            <a:off x="1543498" y="3467100"/>
            <a:ext cx="2108400" cy="2108400"/>
          </a:xfrm>
          <a:prstGeom prst="ellipse">
            <a:avLst/>
          </a:prstGeom>
          <a:gradFill>
            <a:gsLst>
              <a:gs pos="0">
                <a:srgbClr val="FFFFFF">
                  <a:alpha val="0"/>
                </a:srgbClr>
              </a:gs>
              <a:gs pos="79000">
                <a:srgbClr val="D8D8D8">
                  <a:alpha val="47843"/>
                </a:srgbClr>
              </a:gs>
              <a:gs pos="100000">
                <a:srgbClr val="D8D8D8">
                  <a:alpha val="47843"/>
                </a:srgbClr>
              </a:gs>
            </a:gsLst>
            <a:lin ang="7799903" scaled="0"/>
          </a:gradFill>
          <a:ln cap="flat" cmpd="sng" w="2540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799" name="Google Shape;799;p49"/>
          <p:cNvCxnSpPr/>
          <p:nvPr/>
        </p:nvCxnSpPr>
        <p:spPr>
          <a:xfrm>
            <a:off x="1132544" y="9105900"/>
            <a:ext cx="2930400" cy="0"/>
          </a:xfrm>
          <a:prstGeom prst="straightConnector1">
            <a:avLst/>
          </a:prstGeom>
          <a:noFill/>
          <a:ln cap="flat" cmpd="sng" w="38100">
            <a:solidFill>
              <a:schemeClr val="lt1"/>
            </a:solidFill>
            <a:prstDash val="solid"/>
            <a:round/>
            <a:headEnd len="sm" w="sm" type="none"/>
            <a:tailEnd len="sm" w="sm" type="none"/>
          </a:ln>
        </p:spPr>
      </p:cxnSp>
      <p:sp>
        <p:nvSpPr>
          <p:cNvPr id="800" name="Google Shape;800;p49"/>
          <p:cNvSpPr/>
          <p:nvPr/>
        </p:nvSpPr>
        <p:spPr>
          <a:xfrm>
            <a:off x="1132544" y="6324956"/>
            <a:ext cx="2930400" cy="2031600"/>
          </a:xfrm>
          <a:prstGeom prst="roundRect">
            <a:avLst>
              <a:gd fmla="val 0" name="adj"/>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lang="en-US" sz="18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01" name="Google Shape;801;p49"/>
          <p:cNvSpPr/>
          <p:nvPr/>
        </p:nvSpPr>
        <p:spPr>
          <a:xfrm>
            <a:off x="5139892" y="2095500"/>
            <a:ext cx="3643800" cy="7467600"/>
          </a:xfrm>
          <a:prstGeom prst="roundRect">
            <a:avLst>
              <a:gd fmla="val 0" name="adj"/>
            </a:avLst>
          </a:prstGeom>
          <a:gradFill>
            <a:gsLst>
              <a:gs pos="0">
                <a:srgbClr val="D13B5F"/>
              </a:gs>
              <a:gs pos="50000">
                <a:srgbClr val="D13B5F"/>
              </a:gs>
              <a:gs pos="100000">
                <a:schemeClr val="lt1"/>
              </a:gs>
            </a:gsLst>
            <a:lin ang="5400012" scaled="0"/>
          </a:gradFill>
          <a:ln>
            <a:noFill/>
          </a:ln>
        </p:spPr>
        <p:txBody>
          <a:bodyPr anchorCtr="0" anchor="ctr" bIns="2237200" lIns="611600" spcFirstLastPara="1" rIns="611600" wrap="square" tIns="3862800">
            <a:noAutofit/>
          </a:bodyPr>
          <a:lstStyle/>
          <a:p>
            <a:pPr indent="0" lvl="0" marL="0" marR="0" rtl="0" algn="ctr">
              <a:lnSpc>
                <a:spcPct val="90000"/>
              </a:lnSpc>
              <a:spcBef>
                <a:spcPts val="0"/>
              </a:spcBef>
              <a:spcAft>
                <a:spcPts val="0"/>
              </a:spcAft>
              <a:buClr>
                <a:schemeClr val="dk1"/>
              </a:buClr>
              <a:buSzPts val="8600"/>
              <a:buFont typeface="Roboto"/>
              <a:buNone/>
            </a:pPr>
            <a:r>
              <a:t/>
            </a:r>
            <a:endParaRPr sz="8600">
              <a:solidFill>
                <a:schemeClr val="lt1"/>
              </a:solidFill>
              <a:latin typeface="Roboto"/>
              <a:ea typeface="Roboto"/>
              <a:cs typeface="Roboto"/>
              <a:sym typeface="Roboto"/>
            </a:endParaRPr>
          </a:p>
        </p:txBody>
      </p:sp>
      <p:sp>
        <p:nvSpPr>
          <p:cNvPr id="802" name="Google Shape;802;p49"/>
          <p:cNvSpPr/>
          <p:nvPr/>
        </p:nvSpPr>
        <p:spPr>
          <a:xfrm>
            <a:off x="5907752" y="3467100"/>
            <a:ext cx="2108400" cy="2108400"/>
          </a:xfrm>
          <a:prstGeom prst="ellipse">
            <a:avLst/>
          </a:prstGeom>
          <a:gradFill>
            <a:gsLst>
              <a:gs pos="0">
                <a:srgbClr val="FFFFFF">
                  <a:alpha val="0"/>
                </a:srgbClr>
              </a:gs>
              <a:gs pos="79000">
                <a:srgbClr val="D8D8D8">
                  <a:alpha val="47843"/>
                </a:srgbClr>
              </a:gs>
              <a:gs pos="100000">
                <a:srgbClr val="D8D8D8">
                  <a:alpha val="47843"/>
                </a:srgbClr>
              </a:gs>
            </a:gsLst>
            <a:lin ang="7799903" scaled="0"/>
          </a:gradFill>
          <a:ln cap="flat" cmpd="sng" w="2540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803" name="Google Shape;803;p49"/>
          <p:cNvCxnSpPr/>
          <p:nvPr/>
        </p:nvCxnSpPr>
        <p:spPr>
          <a:xfrm>
            <a:off x="5496798" y="9105900"/>
            <a:ext cx="2930400" cy="0"/>
          </a:xfrm>
          <a:prstGeom prst="straightConnector1">
            <a:avLst/>
          </a:prstGeom>
          <a:noFill/>
          <a:ln cap="flat" cmpd="sng" w="38100">
            <a:solidFill>
              <a:schemeClr val="lt1"/>
            </a:solidFill>
            <a:prstDash val="solid"/>
            <a:round/>
            <a:headEnd len="sm" w="sm" type="none"/>
            <a:tailEnd len="sm" w="sm" type="none"/>
          </a:ln>
        </p:spPr>
      </p:cxnSp>
      <p:sp>
        <p:nvSpPr>
          <p:cNvPr id="804" name="Google Shape;804;p49"/>
          <p:cNvSpPr/>
          <p:nvPr/>
        </p:nvSpPr>
        <p:spPr>
          <a:xfrm>
            <a:off x="5422796" y="6324958"/>
            <a:ext cx="3078000" cy="2031600"/>
          </a:xfrm>
          <a:prstGeom prst="roundRect">
            <a:avLst>
              <a:gd fmla="val 0" name="adj"/>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lang="en-US" sz="18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05" name="Google Shape;805;p49"/>
          <p:cNvSpPr/>
          <p:nvPr/>
        </p:nvSpPr>
        <p:spPr>
          <a:xfrm>
            <a:off x="9504146" y="2095500"/>
            <a:ext cx="3643800" cy="74676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2237200" lIns="611600" spcFirstLastPara="1" rIns="611600" wrap="square" tIns="3862800">
            <a:noAutofit/>
          </a:bodyPr>
          <a:lstStyle/>
          <a:p>
            <a:pPr indent="0" lvl="0" marL="0" marR="0" rtl="0" algn="ctr">
              <a:lnSpc>
                <a:spcPct val="90000"/>
              </a:lnSpc>
              <a:spcBef>
                <a:spcPts val="0"/>
              </a:spcBef>
              <a:spcAft>
                <a:spcPts val="0"/>
              </a:spcAft>
              <a:buClr>
                <a:schemeClr val="dk1"/>
              </a:buClr>
              <a:buSzPts val="8600"/>
              <a:buFont typeface="Roboto"/>
              <a:buNone/>
            </a:pPr>
            <a:r>
              <a:t/>
            </a:r>
            <a:endParaRPr sz="8600">
              <a:solidFill>
                <a:schemeClr val="lt1"/>
              </a:solidFill>
              <a:latin typeface="Roboto"/>
              <a:ea typeface="Roboto"/>
              <a:cs typeface="Roboto"/>
              <a:sym typeface="Roboto"/>
            </a:endParaRPr>
          </a:p>
        </p:txBody>
      </p:sp>
      <p:sp>
        <p:nvSpPr>
          <p:cNvPr id="806" name="Google Shape;806;p49"/>
          <p:cNvSpPr/>
          <p:nvPr/>
        </p:nvSpPr>
        <p:spPr>
          <a:xfrm>
            <a:off x="10272006" y="3467100"/>
            <a:ext cx="2108400" cy="2108400"/>
          </a:xfrm>
          <a:prstGeom prst="ellipse">
            <a:avLst/>
          </a:prstGeom>
          <a:gradFill>
            <a:gsLst>
              <a:gs pos="0">
                <a:srgbClr val="FFFFFF">
                  <a:alpha val="0"/>
                </a:srgbClr>
              </a:gs>
              <a:gs pos="79000">
                <a:srgbClr val="D8D8D8">
                  <a:alpha val="47843"/>
                </a:srgbClr>
              </a:gs>
              <a:gs pos="100000">
                <a:srgbClr val="D8D8D8">
                  <a:alpha val="47843"/>
                </a:srgbClr>
              </a:gs>
            </a:gsLst>
            <a:lin ang="7799903" scaled="0"/>
          </a:gradFill>
          <a:ln cap="flat" cmpd="sng" w="2540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807" name="Google Shape;807;p49"/>
          <p:cNvCxnSpPr/>
          <p:nvPr/>
        </p:nvCxnSpPr>
        <p:spPr>
          <a:xfrm>
            <a:off x="9861052" y="9105900"/>
            <a:ext cx="2930400" cy="0"/>
          </a:xfrm>
          <a:prstGeom prst="straightConnector1">
            <a:avLst/>
          </a:prstGeom>
          <a:noFill/>
          <a:ln cap="flat" cmpd="sng" w="38100">
            <a:solidFill>
              <a:schemeClr val="lt1"/>
            </a:solidFill>
            <a:prstDash val="solid"/>
            <a:round/>
            <a:headEnd len="sm" w="sm" type="none"/>
            <a:tailEnd len="sm" w="sm" type="none"/>
          </a:ln>
        </p:spPr>
      </p:cxnSp>
      <p:sp>
        <p:nvSpPr>
          <p:cNvPr id="808" name="Google Shape;808;p49"/>
          <p:cNvSpPr/>
          <p:nvPr/>
        </p:nvSpPr>
        <p:spPr>
          <a:xfrm>
            <a:off x="9861054" y="6324956"/>
            <a:ext cx="2930400" cy="2031600"/>
          </a:xfrm>
          <a:prstGeom prst="roundRect">
            <a:avLst>
              <a:gd fmla="val 0" name="adj"/>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lang="en-US" sz="18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09" name="Google Shape;809;p49"/>
          <p:cNvSpPr/>
          <p:nvPr/>
        </p:nvSpPr>
        <p:spPr>
          <a:xfrm>
            <a:off x="13868400" y="2095500"/>
            <a:ext cx="3643800" cy="7467600"/>
          </a:xfrm>
          <a:prstGeom prst="roundRect">
            <a:avLst>
              <a:gd fmla="val 0" name="adj"/>
            </a:avLst>
          </a:prstGeom>
          <a:gradFill>
            <a:gsLst>
              <a:gs pos="0">
                <a:srgbClr val="D13B5F"/>
              </a:gs>
              <a:gs pos="50000">
                <a:srgbClr val="D13B5F"/>
              </a:gs>
              <a:gs pos="100000">
                <a:schemeClr val="lt1"/>
              </a:gs>
            </a:gsLst>
            <a:lin ang="5400012" scaled="0"/>
          </a:gradFill>
          <a:ln>
            <a:noFill/>
          </a:ln>
        </p:spPr>
        <p:txBody>
          <a:bodyPr anchorCtr="0" anchor="ctr" bIns="2237200" lIns="611600" spcFirstLastPara="1" rIns="611600" wrap="square" tIns="3862800">
            <a:noAutofit/>
          </a:bodyPr>
          <a:lstStyle/>
          <a:p>
            <a:pPr indent="0" lvl="0" marL="0" marR="0" rtl="0" algn="ctr">
              <a:lnSpc>
                <a:spcPct val="90000"/>
              </a:lnSpc>
              <a:spcBef>
                <a:spcPts val="0"/>
              </a:spcBef>
              <a:spcAft>
                <a:spcPts val="0"/>
              </a:spcAft>
              <a:buClr>
                <a:schemeClr val="dk1"/>
              </a:buClr>
              <a:buSzPts val="8600"/>
              <a:buFont typeface="Roboto"/>
              <a:buNone/>
            </a:pPr>
            <a:r>
              <a:t/>
            </a:r>
            <a:endParaRPr sz="8600">
              <a:solidFill>
                <a:schemeClr val="lt1"/>
              </a:solidFill>
              <a:latin typeface="Roboto"/>
              <a:ea typeface="Roboto"/>
              <a:cs typeface="Roboto"/>
              <a:sym typeface="Roboto"/>
            </a:endParaRPr>
          </a:p>
        </p:txBody>
      </p:sp>
      <p:sp>
        <p:nvSpPr>
          <p:cNvPr id="810" name="Google Shape;810;p49"/>
          <p:cNvSpPr/>
          <p:nvPr/>
        </p:nvSpPr>
        <p:spPr>
          <a:xfrm>
            <a:off x="14636260" y="3467100"/>
            <a:ext cx="2108400" cy="2108400"/>
          </a:xfrm>
          <a:prstGeom prst="ellipse">
            <a:avLst/>
          </a:prstGeom>
          <a:gradFill>
            <a:gsLst>
              <a:gs pos="0">
                <a:srgbClr val="FFFFFF">
                  <a:alpha val="0"/>
                </a:srgbClr>
              </a:gs>
              <a:gs pos="79000">
                <a:srgbClr val="D8D8D8">
                  <a:alpha val="47843"/>
                </a:srgbClr>
              </a:gs>
              <a:gs pos="100000">
                <a:srgbClr val="D8D8D8">
                  <a:alpha val="47843"/>
                </a:srgbClr>
              </a:gs>
            </a:gsLst>
            <a:lin ang="7799903" scaled="0"/>
          </a:gradFill>
          <a:ln cap="flat" cmpd="sng" w="2540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811" name="Google Shape;811;p49"/>
          <p:cNvCxnSpPr/>
          <p:nvPr/>
        </p:nvCxnSpPr>
        <p:spPr>
          <a:xfrm>
            <a:off x="14225306" y="9105900"/>
            <a:ext cx="2930400" cy="0"/>
          </a:xfrm>
          <a:prstGeom prst="straightConnector1">
            <a:avLst/>
          </a:prstGeom>
          <a:noFill/>
          <a:ln cap="flat" cmpd="sng" w="38100">
            <a:solidFill>
              <a:schemeClr val="lt1"/>
            </a:solidFill>
            <a:prstDash val="solid"/>
            <a:round/>
            <a:headEnd len="sm" w="sm" type="none"/>
            <a:tailEnd len="sm" w="sm" type="none"/>
          </a:ln>
        </p:spPr>
      </p:cxnSp>
      <p:sp>
        <p:nvSpPr>
          <p:cNvPr id="812" name="Google Shape;812;p49"/>
          <p:cNvSpPr/>
          <p:nvPr/>
        </p:nvSpPr>
        <p:spPr>
          <a:xfrm>
            <a:off x="14225306" y="6324958"/>
            <a:ext cx="2930400" cy="2031600"/>
          </a:xfrm>
          <a:prstGeom prst="roundRect">
            <a:avLst>
              <a:gd fmla="val 0" name="adj"/>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lang="en-US" sz="18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13" name="Google Shape;813;p49"/>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3B3B3B"/>
              </a:buClr>
              <a:buSzPts val="2000"/>
              <a:buNone/>
            </a:pPr>
            <a:r>
              <a:rPr lang="en-US">
                <a:solidFill>
                  <a:srgbClr val="1C1E4C"/>
                </a:solidFill>
                <a:latin typeface="Sora ExtraLight"/>
                <a:ea typeface="Sora ExtraLight"/>
                <a:cs typeface="Sora ExtraLight"/>
                <a:sym typeface="Sora ExtraLight"/>
              </a:rPr>
              <a:t>Enter your sub headline here</a:t>
            </a:r>
            <a:endParaRPr>
              <a:solidFill>
                <a:srgbClr val="1C1E4C"/>
              </a:solidFill>
              <a:latin typeface="Sora ExtraLight"/>
              <a:ea typeface="Sora ExtraLight"/>
              <a:cs typeface="Sora ExtraLight"/>
              <a:sym typeface="Sora ExtraLight"/>
            </a:endParaRPr>
          </a:p>
        </p:txBody>
      </p:sp>
      <p:sp>
        <p:nvSpPr>
          <p:cNvPr id="814" name="Google Shape;814;p49"/>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rgbClr val="3B3B3B"/>
              </a:buClr>
              <a:buSzPts val="5200"/>
              <a:buFont typeface="Roboto"/>
              <a:buNone/>
            </a:pPr>
            <a:r>
              <a:rPr lang="en-US">
                <a:solidFill>
                  <a:srgbClr val="1C1E4C"/>
                </a:solidFill>
                <a:latin typeface="Sora SemiBold"/>
                <a:ea typeface="Sora SemiBold"/>
                <a:cs typeface="Sora SemiBold"/>
                <a:sym typeface="Sora SemiBold"/>
              </a:rPr>
              <a:t>Cost Analysis</a:t>
            </a:r>
            <a:endParaRPr>
              <a:solidFill>
                <a:srgbClr val="1C1E4C"/>
              </a:solidFill>
              <a:latin typeface="Sora SemiBold"/>
              <a:ea typeface="Sora SemiBold"/>
              <a:cs typeface="Sora SemiBold"/>
              <a:sym typeface="Sora SemiBold"/>
            </a:endParaRPr>
          </a:p>
        </p:txBody>
      </p:sp>
      <p:sp>
        <p:nvSpPr>
          <p:cNvPr id="815" name="Google Shape;815;p49"/>
          <p:cNvSpPr/>
          <p:nvPr/>
        </p:nvSpPr>
        <p:spPr>
          <a:xfrm>
            <a:off x="1445104" y="2393042"/>
            <a:ext cx="15397800" cy="1074000"/>
          </a:xfrm>
          <a:prstGeom prst="leftRightArrow">
            <a:avLst>
              <a:gd fmla="val 62019" name="adj1"/>
              <a:gd fmla="val 50000" name="adj2"/>
            </a:avLst>
          </a:prstGeom>
          <a:gradFill>
            <a:gsLst>
              <a:gs pos="0">
                <a:srgbClr val="FFFFFF">
                  <a:alpha val="0"/>
                </a:srgbClr>
              </a:gs>
              <a:gs pos="50000">
                <a:srgbClr val="F2F2F2"/>
              </a:gs>
              <a:gs pos="100000">
                <a:srgbClr val="FFFFFF">
                  <a:alpha val="0"/>
                </a:srgbClr>
              </a:gs>
            </a:gsLst>
            <a:lin ang="21593863" scaled="0"/>
          </a:gra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16" name="Google Shape;816;p49"/>
          <p:cNvSpPr/>
          <p:nvPr/>
        </p:nvSpPr>
        <p:spPr>
          <a:xfrm>
            <a:off x="6403072" y="2745404"/>
            <a:ext cx="5481600" cy="369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2400">
                <a:solidFill>
                  <a:srgbClr val="1C1E4C"/>
                </a:solidFill>
                <a:latin typeface="Sora"/>
                <a:ea typeface="Sora"/>
                <a:cs typeface="Sora"/>
                <a:sym typeface="Sora"/>
              </a:rPr>
              <a:t>The Standard Lorem Ipsum </a:t>
            </a:r>
            <a:endParaRPr sz="2800">
              <a:solidFill>
                <a:srgbClr val="1C1E4C"/>
              </a:solidFill>
              <a:latin typeface="Sora"/>
              <a:ea typeface="Sora"/>
              <a:cs typeface="Sora"/>
              <a:sym typeface="Sora"/>
            </a:endParaRPr>
          </a:p>
        </p:txBody>
      </p:sp>
      <p:pic>
        <p:nvPicPr>
          <p:cNvPr id="817" name="Google Shape;817;p49"/>
          <p:cNvPicPr preferRelativeResize="0"/>
          <p:nvPr/>
        </p:nvPicPr>
        <p:blipFill rotWithShape="1">
          <a:blip r:embed="rId3">
            <a:alphaModFix/>
          </a:blip>
          <a:srcRect b="0" l="0" r="0" t="0"/>
          <a:stretch/>
        </p:blipFill>
        <p:spPr>
          <a:xfrm>
            <a:off x="15217940" y="4048780"/>
            <a:ext cx="944876" cy="944876"/>
          </a:xfrm>
          <a:prstGeom prst="rect">
            <a:avLst/>
          </a:prstGeom>
          <a:noFill/>
          <a:ln>
            <a:noFill/>
          </a:ln>
        </p:spPr>
      </p:pic>
      <p:pic>
        <p:nvPicPr>
          <p:cNvPr id="818" name="Google Shape;818;p49"/>
          <p:cNvPicPr preferRelativeResize="0"/>
          <p:nvPr/>
        </p:nvPicPr>
        <p:blipFill rotWithShape="1">
          <a:blip r:embed="rId4">
            <a:alphaModFix/>
          </a:blip>
          <a:srcRect b="0" l="0" r="0" t="0"/>
          <a:stretch/>
        </p:blipFill>
        <p:spPr>
          <a:xfrm>
            <a:off x="2125178" y="4048780"/>
            <a:ext cx="944876" cy="944876"/>
          </a:xfrm>
          <a:prstGeom prst="rect">
            <a:avLst/>
          </a:prstGeom>
          <a:noFill/>
          <a:ln>
            <a:noFill/>
          </a:ln>
        </p:spPr>
      </p:pic>
      <p:pic>
        <p:nvPicPr>
          <p:cNvPr id="819" name="Google Shape;819;p49"/>
          <p:cNvPicPr preferRelativeResize="0"/>
          <p:nvPr/>
        </p:nvPicPr>
        <p:blipFill rotWithShape="1">
          <a:blip r:embed="rId5">
            <a:alphaModFix/>
          </a:blip>
          <a:srcRect b="0" l="0" r="0" t="0"/>
          <a:stretch/>
        </p:blipFill>
        <p:spPr>
          <a:xfrm>
            <a:off x="6489432" y="4048780"/>
            <a:ext cx="944876" cy="944876"/>
          </a:xfrm>
          <a:prstGeom prst="rect">
            <a:avLst/>
          </a:prstGeom>
          <a:noFill/>
          <a:ln>
            <a:noFill/>
          </a:ln>
        </p:spPr>
      </p:pic>
      <p:pic>
        <p:nvPicPr>
          <p:cNvPr id="820" name="Google Shape;820;p49"/>
          <p:cNvPicPr preferRelativeResize="0"/>
          <p:nvPr/>
        </p:nvPicPr>
        <p:blipFill rotWithShape="1">
          <a:blip r:embed="rId6">
            <a:alphaModFix/>
          </a:blip>
          <a:srcRect b="0" l="0" r="0" t="0"/>
          <a:stretch/>
        </p:blipFill>
        <p:spPr>
          <a:xfrm>
            <a:off x="10853686" y="4048780"/>
            <a:ext cx="944876" cy="944876"/>
          </a:xfrm>
          <a:prstGeom prst="rect">
            <a:avLst/>
          </a:prstGeom>
          <a:noFill/>
          <a:ln>
            <a:noFill/>
          </a:ln>
        </p:spPr>
      </p:pic>
      <p:pic>
        <p:nvPicPr>
          <p:cNvPr id="821" name="Google Shape;821;p49" title="N Isotype.png"/>
          <p:cNvPicPr preferRelativeResize="0"/>
          <p:nvPr/>
        </p:nvPicPr>
        <p:blipFill>
          <a:blip r:embed="rId7">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0"/>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solidFill>
                  <a:srgbClr val="1C1E4C"/>
                </a:solidFill>
                <a:latin typeface="Sora Medium"/>
                <a:ea typeface="Sora Medium"/>
                <a:cs typeface="Sora Medium"/>
                <a:sym typeface="Sora Medium"/>
              </a:rPr>
              <a:t>Enter your sub headline here</a:t>
            </a:r>
            <a:endParaRPr>
              <a:solidFill>
                <a:srgbClr val="1C1E4C"/>
              </a:solidFill>
              <a:latin typeface="Sora Medium"/>
              <a:ea typeface="Sora Medium"/>
              <a:cs typeface="Sora Medium"/>
              <a:sym typeface="Sora Medium"/>
            </a:endParaRPr>
          </a:p>
        </p:txBody>
      </p:sp>
      <p:sp>
        <p:nvSpPr>
          <p:cNvPr id="827" name="Google Shape;827;p50"/>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solidFill>
                  <a:srgbClr val="1C1E4C"/>
                </a:solidFill>
                <a:latin typeface="Sora Medium"/>
                <a:ea typeface="Sora Medium"/>
                <a:cs typeface="Sora Medium"/>
                <a:sym typeface="Sora Medium"/>
              </a:rPr>
              <a:t>Cost Analysis</a:t>
            </a:r>
            <a:endParaRPr>
              <a:solidFill>
                <a:srgbClr val="1C1E4C"/>
              </a:solidFill>
              <a:latin typeface="Sora Medium"/>
              <a:ea typeface="Sora Medium"/>
              <a:cs typeface="Sora Medium"/>
              <a:sym typeface="Sora Medium"/>
            </a:endParaRPr>
          </a:p>
        </p:txBody>
      </p:sp>
      <p:sp>
        <p:nvSpPr>
          <p:cNvPr id="828" name="Google Shape;828;p50"/>
          <p:cNvSpPr/>
          <p:nvPr/>
        </p:nvSpPr>
        <p:spPr>
          <a:xfrm rot="-5400000">
            <a:off x="10020320" y="-3261438"/>
            <a:ext cx="1783200" cy="132012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9000" rotWithShape="0" algn="tl" dir="2700000" dist="330200" sy="89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29" name="Google Shape;829;p50"/>
          <p:cNvSpPr/>
          <p:nvPr/>
        </p:nvSpPr>
        <p:spPr>
          <a:xfrm rot="-5400000">
            <a:off x="10020325" y="-771357"/>
            <a:ext cx="1783200" cy="132012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9000" rotWithShape="0" algn="tl" dir="2700000" dist="330200" sy="89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30" name="Google Shape;830;p50"/>
          <p:cNvSpPr/>
          <p:nvPr/>
        </p:nvSpPr>
        <p:spPr>
          <a:xfrm rot="-5400000">
            <a:off x="10020328" y="1718726"/>
            <a:ext cx="1783200" cy="132012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9000" rotWithShape="0" algn="tl" dir="2700000" dist="330200" sy="89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31" name="Google Shape;831;p50"/>
          <p:cNvSpPr/>
          <p:nvPr/>
        </p:nvSpPr>
        <p:spPr>
          <a:xfrm>
            <a:off x="775638" y="2133604"/>
            <a:ext cx="3810829" cy="2413451"/>
          </a:xfrm>
          <a:custGeom>
            <a:rect b="b" l="l" r="r" t="t"/>
            <a:pathLst>
              <a:path extrusionOk="0" h="1084697" w="1705069">
                <a:moveTo>
                  <a:pt x="0" y="0"/>
                </a:moveTo>
                <a:lnTo>
                  <a:pt x="1592579" y="0"/>
                </a:lnTo>
                <a:lnTo>
                  <a:pt x="1592579" y="417853"/>
                </a:lnTo>
                <a:lnTo>
                  <a:pt x="1705069" y="542349"/>
                </a:lnTo>
                <a:lnTo>
                  <a:pt x="1592579" y="666844"/>
                </a:lnTo>
                <a:lnTo>
                  <a:pt x="1592579" y="1084697"/>
                </a:lnTo>
                <a:lnTo>
                  <a:pt x="0" y="1084697"/>
                </a:lnTo>
                <a:close/>
              </a:path>
            </a:pathLst>
          </a:cu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32" name="Google Shape;832;p50"/>
          <p:cNvSpPr/>
          <p:nvPr/>
        </p:nvSpPr>
        <p:spPr>
          <a:xfrm>
            <a:off x="775638" y="4623686"/>
            <a:ext cx="3810829" cy="2413451"/>
          </a:xfrm>
          <a:custGeom>
            <a:rect b="b" l="l" r="r" t="t"/>
            <a:pathLst>
              <a:path extrusionOk="0" h="1084697" w="1705069">
                <a:moveTo>
                  <a:pt x="0" y="0"/>
                </a:moveTo>
                <a:lnTo>
                  <a:pt x="1592579" y="0"/>
                </a:lnTo>
                <a:lnTo>
                  <a:pt x="1592579" y="417853"/>
                </a:lnTo>
                <a:lnTo>
                  <a:pt x="1705069" y="542349"/>
                </a:lnTo>
                <a:lnTo>
                  <a:pt x="1592579" y="666844"/>
                </a:lnTo>
                <a:lnTo>
                  <a:pt x="1592579" y="1084697"/>
                </a:lnTo>
                <a:lnTo>
                  <a:pt x="0" y="1084697"/>
                </a:lnTo>
                <a:close/>
              </a:path>
            </a:pathLst>
          </a:cu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33" name="Google Shape;833;p50"/>
          <p:cNvSpPr/>
          <p:nvPr/>
        </p:nvSpPr>
        <p:spPr>
          <a:xfrm>
            <a:off x="775638" y="7113770"/>
            <a:ext cx="3810829" cy="2413451"/>
          </a:xfrm>
          <a:custGeom>
            <a:rect b="b" l="l" r="r" t="t"/>
            <a:pathLst>
              <a:path extrusionOk="0" h="1084697" w="1705069">
                <a:moveTo>
                  <a:pt x="0" y="0"/>
                </a:moveTo>
                <a:lnTo>
                  <a:pt x="1592579" y="0"/>
                </a:lnTo>
                <a:lnTo>
                  <a:pt x="1592579" y="417853"/>
                </a:lnTo>
                <a:lnTo>
                  <a:pt x="1705069" y="542349"/>
                </a:lnTo>
                <a:lnTo>
                  <a:pt x="1592579" y="666844"/>
                </a:lnTo>
                <a:lnTo>
                  <a:pt x="1592579" y="1084697"/>
                </a:lnTo>
                <a:lnTo>
                  <a:pt x="0" y="1084697"/>
                </a:lnTo>
                <a:close/>
              </a:path>
            </a:pathLst>
          </a:cu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34" name="Google Shape;834;p50"/>
          <p:cNvSpPr/>
          <p:nvPr/>
        </p:nvSpPr>
        <p:spPr>
          <a:xfrm>
            <a:off x="14935200" y="2723666"/>
            <a:ext cx="2147400" cy="123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0">
                <a:solidFill>
                  <a:srgbClr val="1C1E4C"/>
                </a:solidFill>
                <a:latin typeface="Sora"/>
                <a:ea typeface="Sora"/>
                <a:cs typeface="Sora"/>
                <a:sym typeface="Sora"/>
              </a:rPr>
              <a:t>01</a:t>
            </a:r>
            <a:endParaRPr sz="8000">
              <a:solidFill>
                <a:srgbClr val="1C1E4C"/>
              </a:solidFill>
              <a:latin typeface="Sora"/>
              <a:ea typeface="Sora"/>
              <a:cs typeface="Sora"/>
              <a:sym typeface="Sora"/>
            </a:endParaRPr>
          </a:p>
        </p:txBody>
      </p:sp>
      <p:sp>
        <p:nvSpPr>
          <p:cNvPr id="835" name="Google Shape;835;p50"/>
          <p:cNvSpPr/>
          <p:nvPr/>
        </p:nvSpPr>
        <p:spPr>
          <a:xfrm>
            <a:off x="14935200" y="5213748"/>
            <a:ext cx="2147400" cy="123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0">
                <a:solidFill>
                  <a:srgbClr val="1C1E4C"/>
                </a:solidFill>
                <a:latin typeface="Sora"/>
                <a:ea typeface="Sora"/>
                <a:cs typeface="Sora"/>
                <a:sym typeface="Sora"/>
              </a:rPr>
              <a:t>02</a:t>
            </a:r>
            <a:endParaRPr sz="8000">
              <a:solidFill>
                <a:srgbClr val="1C1E4C"/>
              </a:solidFill>
              <a:latin typeface="Sora"/>
              <a:ea typeface="Sora"/>
              <a:cs typeface="Sora"/>
              <a:sym typeface="Sora"/>
            </a:endParaRPr>
          </a:p>
        </p:txBody>
      </p:sp>
      <p:sp>
        <p:nvSpPr>
          <p:cNvPr id="836" name="Google Shape;836;p50"/>
          <p:cNvSpPr/>
          <p:nvPr/>
        </p:nvSpPr>
        <p:spPr>
          <a:xfrm>
            <a:off x="14935200" y="7703830"/>
            <a:ext cx="2147400" cy="123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0">
                <a:solidFill>
                  <a:srgbClr val="1C1E4C"/>
                </a:solidFill>
                <a:latin typeface="Sora"/>
                <a:ea typeface="Sora"/>
                <a:cs typeface="Sora"/>
                <a:sym typeface="Sora"/>
              </a:rPr>
              <a:t>03</a:t>
            </a:r>
            <a:endParaRPr sz="8000">
              <a:solidFill>
                <a:srgbClr val="1C1E4C"/>
              </a:solidFill>
              <a:latin typeface="Sora"/>
              <a:ea typeface="Sora"/>
              <a:cs typeface="Sora"/>
              <a:sym typeface="Sora"/>
            </a:endParaRPr>
          </a:p>
        </p:txBody>
      </p:sp>
      <p:sp>
        <p:nvSpPr>
          <p:cNvPr id="837" name="Google Shape;837;p50"/>
          <p:cNvSpPr/>
          <p:nvPr/>
        </p:nvSpPr>
        <p:spPr>
          <a:xfrm>
            <a:off x="5486400" y="2881400"/>
            <a:ext cx="9018600" cy="915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100">
                <a:solidFill>
                  <a:srgbClr val="1C1E4C"/>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solidFill>
                <a:srgbClr val="1C1E4C"/>
              </a:solidFill>
              <a:latin typeface="Instrument Sans"/>
              <a:ea typeface="Instrument Sans"/>
              <a:cs typeface="Instrument Sans"/>
              <a:sym typeface="Instrument Sans"/>
            </a:endParaRPr>
          </a:p>
        </p:txBody>
      </p:sp>
      <p:sp>
        <p:nvSpPr>
          <p:cNvPr id="838" name="Google Shape;838;p50"/>
          <p:cNvSpPr/>
          <p:nvPr/>
        </p:nvSpPr>
        <p:spPr>
          <a:xfrm>
            <a:off x="5486400" y="5371482"/>
            <a:ext cx="9018600" cy="915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100">
                <a:solidFill>
                  <a:srgbClr val="1C1E4C"/>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solidFill>
                <a:srgbClr val="1C1E4C"/>
              </a:solidFill>
              <a:latin typeface="Instrument Sans"/>
              <a:ea typeface="Instrument Sans"/>
              <a:cs typeface="Instrument Sans"/>
              <a:sym typeface="Instrument Sans"/>
            </a:endParaRPr>
          </a:p>
        </p:txBody>
      </p:sp>
      <p:sp>
        <p:nvSpPr>
          <p:cNvPr id="839" name="Google Shape;839;p50"/>
          <p:cNvSpPr/>
          <p:nvPr/>
        </p:nvSpPr>
        <p:spPr>
          <a:xfrm>
            <a:off x="5486400" y="7861564"/>
            <a:ext cx="9018600" cy="915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100">
                <a:solidFill>
                  <a:srgbClr val="1C1E4C"/>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solidFill>
                <a:srgbClr val="1C1E4C"/>
              </a:solidFill>
              <a:latin typeface="Instrument Sans"/>
              <a:ea typeface="Instrument Sans"/>
              <a:cs typeface="Instrument Sans"/>
              <a:sym typeface="Instrument Sans"/>
            </a:endParaRPr>
          </a:p>
        </p:txBody>
      </p:sp>
      <p:pic>
        <p:nvPicPr>
          <p:cNvPr id="840" name="Google Shape;840;p50"/>
          <p:cNvPicPr preferRelativeResize="0"/>
          <p:nvPr/>
        </p:nvPicPr>
        <p:blipFill rotWithShape="1">
          <a:blip r:embed="rId3">
            <a:alphaModFix/>
          </a:blip>
          <a:srcRect b="0" l="0" r="0" t="0"/>
          <a:stretch/>
        </p:blipFill>
        <p:spPr>
          <a:xfrm>
            <a:off x="1974482" y="2785464"/>
            <a:ext cx="1107507" cy="1107507"/>
          </a:xfrm>
          <a:prstGeom prst="rect">
            <a:avLst/>
          </a:prstGeom>
          <a:noFill/>
          <a:ln>
            <a:noFill/>
          </a:ln>
        </p:spPr>
      </p:pic>
      <p:pic>
        <p:nvPicPr>
          <p:cNvPr id="841" name="Google Shape;841;p50"/>
          <p:cNvPicPr preferRelativeResize="0"/>
          <p:nvPr/>
        </p:nvPicPr>
        <p:blipFill rotWithShape="1">
          <a:blip r:embed="rId4">
            <a:alphaModFix/>
          </a:blip>
          <a:srcRect b="0" l="0" r="0" t="0"/>
          <a:stretch/>
        </p:blipFill>
        <p:spPr>
          <a:xfrm>
            <a:off x="1974482" y="5275546"/>
            <a:ext cx="1107507" cy="1107507"/>
          </a:xfrm>
          <a:prstGeom prst="rect">
            <a:avLst/>
          </a:prstGeom>
          <a:noFill/>
          <a:ln>
            <a:noFill/>
          </a:ln>
        </p:spPr>
      </p:pic>
      <p:pic>
        <p:nvPicPr>
          <p:cNvPr id="842" name="Google Shape;842;p50"/>
          <p:cNvPicPr preferRelativeResize="0"/>
          <p:nvPr/>
        </p:nvPicPr>
        <p:blipFill rotWithShape="1">
          <a:blip r:embed="rId5">
            <a:alphaModFix/>
          </a:blip>
          <a:srcRect b="0" l="0" r="0" t="0"/>
          <a:stretch/>
        </p:blipFill>
        <p:spPr>
          <a:xfrm>
            <a:off x="1974482" y="7765630"/>
            <a:ext cx="1107507" cy="1107507"/>
          </a:xfrm>
          <a:prstGeom prst="rect">
            <a:avLst/>
          </a:prstGeom>
          <a:noFill/>
          <a:ln>
            <a:noFill/>
          </a:ln>
        </p:spPr>
      </p:pic>
      <p:pic>
        <p:nvPicPr>
          <p:cNvPr id="843" name="Google Shape;843;p50" title="N Isotype.png"/>
          <p:cNvPicPr preferRelativeResize="0"/>
          <p:nvPr/>
        </p:nvPicPr>
        <p:blipFill>
          <a:blip r:embed="rId6">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51"/>
          <p:cNvSpPr txBox="1"/>
          <p:nvPr>
            <p:ph idx="1" type="body"/>
          </p:nvPr>
        </p:nvSpPr>
        <p:spPr>
          <a:xfrm>
            <a:off x="1551276" y="2657340"/>
            <a:ext cx="33474000" cy="69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t>Enter your sub headline here</a:t>
            </a:r>
            <a:endParaRPr/>
          </a:p>
        </p:txBody>
      </p:sp>
      <p:sp>
        <p:nvSpPr>
          <p:cNvPr id="849" name="Google Shape;849;p51"/>
          <p:cNvSpPr txBox="1"/>
          <p:nvPr>
            <p:ph type="title"/>
          </p:nvPr>
        </p:nvSpPr>
        <p:spPr>
          <a:xfrm>
            <a:off x="1016351" y="551139"/>
            <a:ext cx="33474000" cy="19812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solidFill>
                  <a:srgbClr val="1C1E4C"/>
                </a:solidFill>
                <a:latin typeface="Sora SemiBold"/>
                <a:ea typeface="Sora SemiBold"/>
                <a:cs typeface="Sora SemiBold"/>
                <a:sym typeface="Sora SemiBold"/>
              </a:rPr>
              <a:t>Cost Analysis</a:t>
            </a:r>
            <a:endParaRPr>
              <a:solidFill>
                <a:srgbClr val="1C1E4C"/>
              </a:solidFill>
              <a:latin typeface="Sora SemiBold"/>
              <a:ea typeface="Sora SemiBold"/>
              <a:cs typeface="Sora SemiBold"/>
              <a:sym typeface="Sora SemiBold"/>
            </a:endParaRPr>
          </a:p>
        </p:txBody>
      </p:sp>
      <p:sp>
        <p:nvSpPr>
          <p:cNvPr id="850" name="Google Shape;850;p51"/>
          <p:cNvSpPr/>
          <p:nvPr/>
        </p:nvSpPr>
        <p:spPr>
          <a:xfrm>
            <a:off x="6394908" y="2293620"/>
            <a:ext cx="11117400" cy="1066800"/>
          </a:xfrm>
          <a:prstGeom prst="rect">
            <a:avLst/>
          </a:prstGeom>
          <a:gradFill>
            <a:gsLst>
              <a:gs pos="0">
                <a:schemeClr val="lt1"/>
              </a:gs>
              <a:gs pos="50000">
                <a:srgbClr val="F2F2F2"/>
              </a:gs>
              <a:gs pos="100000">
                <a:schemeClr val="lt1"/>
              </a:gs>
            </a:gsLst>
            <a:lin ang="11399912" scaled="0"/>
          </a:gradFill>
          <a:ln cap="flat" cmpd="sng" w="50800">
            <a:solidFill>
              <a:srgbClr val="F2F2F2"/>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51" name="Google Shape;851;p51"/>
          <p:cNvSpPr/>
          <p:nvPr/>
        </p:nvSpPr>
        <p:spPr>
          <a:xfrm>
            <a:off x="775636" y="2293620"/>
            <a:ext cx="5167800" cy="1066800"/>
          </a:xfrm>
          <a:prstGeom prst="rect">
            <a:avLst/>
          </a:prstGeom>
          <a:gradFill>
            <a:gsLst>
              <a:gs pos="0">
                <a:schemeClr val="lt1"/>
              </a:gs>
              <a:gs pos="50000">
                <a:srgbClr val="F2F2F2"/>
              </a:gs>
              <a:gs pos="100000">
                <a:schemeClr val="lt1"/>
              </a:gs>
            </a:gsLst>
            <a:lin ang="11399912" scaled="0"/>
          </a:gradFill>
          <a:ln cap="flat" cmpd="sng" w="50800">
            <a:solidFill>
              <a:srgbClr val="F2F2F2"/>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52" name="Google Shape;852;p51"/>
          <p:cNvSpPr/>
          <p:nvPr/>
        </p:nvSpPr>
        <p:spPr>
          <a:xfrm>
            <a:off x="775636" y="3475940"/>
            <a:ext cx="5777400" cy="1408200"/>
          </a:xfrm>
          <a:prstGeom prst="homePlate">
            <a:avLst>
              <a:gd fmla="val 50000" name="adj"/>
            </a:avLst>
          </a:prstGeom>
          <a:gradFill>
            <a:gsLst>
              <a:gs pos="0">
                <a:schemeClr val="lt1"/>
              </a:gs>
              <a:gs pos="100000">
                <a:srgbClr val="217BEE"/>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53" name="Google Shape;853;p51"/>
          <p:cNvSpPr/>
          <p:nvPr/>
        </p:nvSpPr>
        <p:spPr>
          <a:xfrm>
            <a:off x="6096000" y="3475940"/>
            <a:ext cx="11416364" cy="1408480"/>
          </a:xfrm>
          <a:custGeom>
            <a:rect b="b" l="l" r="r" t="t"/>
            <a:pathLst>
              <a:path extrusionOk="0" h="704240" w="5708182">
                <a:moveTo>
                  <a:pt x="0" y="0"/>
                </a:moveTo>
                <a:lnTo>
                  <a:pt x="2362200" y="0"/>
                </a:lnTo>
                <a:lnTo>
                  <a:pt x="5356062" y="0"/>
                </a:lnTo>
                <a:lnTo>
                  <a:pt x="5708182" y="0"/>
                </a:lnTo>
                <a:lnTo>
                  <a:pt x="5708182" y="352120"/>
                </a:lnTo>
                <a:lnTo>
                  <a:pt x="5708182" y="704240"/>
                </a:lnTo>
                <a:lnTo>
                  <a:pt x="5356062" y="704240"/>
                </a:lnTo>
                <a:lnTo>
                  <a:pt x="2362200" y="704240"/>
                </a:lnTo>
                <a:lnTo>
                  <a:pt x="0" y="704240"/>
                </a:lnTo>
                <a:lnTo>
                  <a:pt x="352120" y="352120"/>
                </a:lnTo>
                <a:close/>
              </a:path>
            </a:pathLst>
          </a:cu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54" name="Google Shape;854;p51"/>
          <p:cNvSpPr/>
          <p:nvPr/>
        </p:nvSpPr>
        <p:spPr>
          <a:xfrm>
            <a:off x="5529692" y="3576320"/>
            <a:ext cx="865252" cy="1207772"/>
          </a:xfrm>
          <a:custGeom>
            <a:rect b="b" l="l" r="r" t="t"/>
            <a:pathLst>
              <a:path extrusionOk="0" h="704240" w="504520">
                <a:moveTo>
                  <a:pt x="0" y="0"/>
                </a:moveTo>
                <a:lnTo>
                  <a:pt x="152400" y="0"/>
                </a:lnTo>
                <a:lnTo>
                  <a:pt x="504520" y="352120"/>
                </a:lnTo>
                <a:lnTo>
                  <a:pt x="152400" y="704240"/>
                </a:lnTo>
                <a:lnTo>
                  <a:pt x="0" y="704240"/>
                </a:lnTo>
                <a:lnTo>
                  <a:pt x="352120" y="352120"/>
                </a:lnTo>
                <a:lnTo>
                  <a:pt x="0" y="0"/>
                </a:lnTo>
                <a:close/>
              </a:path>
            </a:pathLst>
          </a:custGeom>
          <a:gradFill>
            <a:gsLst>
              <a:gs pos="0">
                <a:srgbClr val="FFFFFF">
                  <a:alpha val="30980"/>
                </a:srgbClr>
              </a:gs>
              <a:gs pos="79000">
                <a:srgbClr val="D8D8D8">
                  <a:alpha val="13725"/>
                </a:srgbClr>
              </a:gs>
              <a:gs pos="100000">
                <a:srgbClr val="D8D8D8">
                  <a:alpha val="13725"/>
                </a:srgbClr>
              </a:gs>
            </a:gsLst>
            <a:lin ang="10800025" scaled="0"/>
          </a:gradFill>
          <a:ln cap="flat" cmpd="sng" w="19050">
            <a:solidFill>
              <a:srgbClr val="F5F5F5"/>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sp>
        <p:nvSpPr>
          <p:cNvPr id="855" name="Google Shape;855;p51"/>
          <p:cNvSpPr txBox="1"/>
          <p:nvPr/>
        </p:nvSpPr>
        <p:spPr>
          <a:xfrm>
            <a:off x="2786511" y="3970139"/>
            <a:ext cx="27432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56" name="Google Shape;856;p51"/>
          <p:cNvSpPr txBox="1"/>
          <p:nvPr/>
        </p:nvSpPr>
        <p:spPr>
          <a:xfrm>
            <a:off x="1171836" y="2642354"/>
            <a:ext cx="40098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2400">
                <a:solidFill>
                  <a:srgbClr val="1C1E4C"/>
                </a:solidFill>
                <a:latin typeface="Instrument Sans"/>
                <a:ea typeface="Instrument Sans"/>
                <a:cs typeface="Instrument Sans"/>
                <a:sym typeface="Instrument Sans"/>
              </a:rPr>
              <a:t>YOUR TEXT HERE</a:t>
            </a:r>
            <a:endParaRPr sz="2800">
              <a:solidFill>
                <a:srgbClr val="1C1E4C"/>
              </a:solidFill>
              <a:latin typeface="Instrument Sans"/>
              <a:ea typeface="Instrument Sans"/>
              <a:cs typeface="Instrument Sans"/>
              <a:sym typeface="Instrument Sans"/>
            </a:endParaRPr>
          </a:p>
        </p:txBody>
      </p:sp>
      <p:sp>
        <p:nvSpPr>
          <p:cNvPr id="857" name="Google Shape;857;p51"/>
          <p:cNvSpPr txBox="1"/>
          <p:nvPr/>
        </p:nvSpPr>
        <p:spPr>
          <a:xfrm>
            <a:off x="8773952" y="2642354"/>
            <a:ext cx="63594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i="0"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858" name="Google Shape;858;p51"/>
          <p:cNvSpPr/>
          <p:nvPr/>
        </p:nvSpPr>
        <p:spPr>
          <a:xfrm>
            <a:off x="775636" y="4949140"/>
            <a:ext cx="5777400" cy="1408200"/>
          </a:xfrm>
          <a:prstGeom prst="homePlate">
            <a:avLst>
              <a:gd fmla="val 50000" name="adj"/>
            </a:avLst>
          </a:prstGeom>
          <a:gradFill>
            <a:gsLst>
              <a:gs pos="0">
                <a:schemeClr val="lt1"/>
              </a:gs>
              <a:gs pos="50000">
                <a:srgbClr val="EC683E"/>
              </a:gs>
              <a:gs pos="100000">
                <a:srgbClr val="EC683E"/>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59" name="Google Shape;859;p51"/>
          <p:cNvSpPr/>
          <p:nvPr/>
        </p:nvSpPr>
        <p:spPr>
          <a:xfrm>
            <a:off x="6096000" y="4949140"/>
            <a:ext cx="11416364" cy="1408480"/>
          </a:xfrm>
          <a:custGeom>
            <a:rect b="b" l="l" r="r" t="t"/>
            <a:pathLst>
              <a:path extrusionOk="0" h="704240" w="5708182">
                <a:moveTo>
                  <a:pt x="0" y="0"/>
                </a:moveTo>
                <a:lnTo>
                  <a:pt x="2362200" y="0"/>
                </a:lnTo>
                <a:lnTo>
                  <a:pt x="5356062" y="0"/>
                </a:lnTo>
                <a:lnTo>
                  <a:pt x="5708182" y="0"/>
                </a:lnTo>
                <a:lnTo>
                  <a:pt x="5708182" y="352120"/>
                </a:lnTo>
                <a:lnTo>
                  <a:pt x="5708182" y="704240"/>
                </a:lnTo>
                <a:lnTo>
                  <a:pt x="5356062" y="704240"/>
                </a:lnTo>
                <a:lnTo>
                  <a:pt x="2362200" y="704240"/>
                </a:lnTo>
                <a:lnTo>
                  <a:pt x="0" y="704240"/>
                </a:lnTo>
                <a:lnTo>
                  <a:pt x="352120" y="352120"/>
                </a:lnTo>
                <a:close/>
              </a:path>
            </a:pathLst>
          </a:cu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60" name="Google Shape;860;p51"/>
          <p:cNvSpPr/>
          <p:nvPr/>
        </p:nvSpPr>
        <p:spPr>
          <a:xfrm>
            <a:off x="5529692" y="5049520"/>
            <a:ext cx="865252" cy="1207772"/>
          </a:xfrm>
          <a:custGeom>
            <a:rect b="b" l="l" r="r" t="t"/>
            <a:pathLst>
              <a:path extrusionOk="0" h="704240" w="504520">
                <a:moveTo>
                  <a:pt x="0" y="0"/>
                </a:moveTo>
                <a:lnTo>
                  <a:pt x="152400" y="0"/>
                </a:lnTo>
                <a:lnTo>
                  <a:pt x="504520" y="352120"/>
                </a:lnTo>
                <a:lnTo>
                  <a:pt x="152400" y="704240"/>
                </a:lnTo>
                <a:lnTo>
                  <a:pt x="0" y="704240"/>
                </a:lnTo>
                <a:lnTo>
                  <a:pt x="352120" y="352120"/>
                </a:lnTo>
                <a:lnTo>
                  <a:pt x="0" y="0"/>
                </a:lnTo>
                <a:close/>
              </a:path>
            </a:pathLst>
          </a:custGeom>
          <a:gradFill>
            <a:gsLst>
              <a:gs pos="0">
                <a:srgbClr val="FFFFFF">
                  <a:alpha val="30980"/>
                </a:srgbClr>
              </a:gs>
              <a:gs pos="79000">
                <a:srgbClr val="D8D8D8">
                  <a:alpha val="13725"/>
                </a:srgbClr>
              </a:gs>
              <a:gs pos="100000">
                <a:srgbClr val="D8D8D8">
                  <a:alpha val="13725"/>
                </a:srgbClr>
              </a:gs>
            </a:gsLst>
            <a:lin ang="10800025" scaled="0"/>
          </a:gradFill>
          <a:ln cap="flat" cmpd="sng" w="19050">
            <a:solidFill>
              <a:srgbClr val="F5F5F5"/>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sp>
        <p:nvSpPr>
          <p:cNvPr id="861" name="Google Shape;861;p51"/>
          <p:cNvSpPr txBox="1"/>
          <p:nvPr/>
        </p:nvSpPr>
        <p:spPr>
          <a:xfrm>
            <a:off x="2438436" y="5468589"/>
            <a:ext cx="2743200" cy="3693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i="0"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62" name="Google Shape;862;p51"/>
          <p:cNvSpPr/>
          <p:nvPr/>
        </p:nvSpPr>
        <p:spPr>
          <a:xfrm>
            <a:off x="775636" y="6422340"/>
            <a:ext cx="5777400" cy="1408200"/>
          </a:xfrm>
          <a:prstGeom prst="homePlate">
            <a:avLst>
              <a:gd fmla="val 50000" name="adj"/>
            </a:avLst>
          </a:prstGeom>
          <a:gradFill>
            <a:gsLst>
              <a:gs pos="0">
                <a:schemeClr val="lt1"/>
              </a:gs>
              <a:gs pos="100000">
                <a:srgbClr val="D13B5F"/>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63" name="Google Shape;863;p51"/>
          <p:cNvSpPr/>
          <p:nvPr/>
        </p:nvSpPr>
        <p:spPr>
          <a:xfrm>
            <a:off x="6096000" y="6422340"/>
            <a:ext cx="11416364" cy="1408480"/>
          </a:xfrm>
          <a:custGeom>
            <a:rect b="b" l="l" r="r" t="t"/>
            <a:pathLst>
              <a:path extrusionOk="0" h="704240" w="5708182">
                <a:moveTo>
                  <a:pt x="0" y="0"/>
                </a:moveTo>
                <a:lnTo>
                  <a:pt x="2362200" y="0"/>
                </a:lnTo>
                <a:lnTo>
                  <a:pt x="5356062" y="0"/>
                </a:lnTo>
                <a:lnTo>
                  <a:pt x="5708182" y="0"/>
                </a:lnTo>
                <a:lnTo>
                  <a:pt x="5708182" y="352120"/>
                </a:lnTo>
                <a:lnTo>
                  <a:pt x="5708182" y="704240"/>
                </a:lnTo>
                <a:lnTo>
                  <a:pt x="5356062" y="704240"/>
                </a:lnTo>
                <a:lnTo>
                  <a:pt x="2362200" y="704240"/>
                </a:lnTo>
                <a:lnTo>
                  <a:pt x="0" y="704240"/>
                </a:lnTo>
                <a:lnTo>
                  <a:pt x="352120" y="352120"/>
                </a:lnTo>
                <a:close/>
              </a:path>
            </a:pathLst>
          </a:cu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64" name="Google Shape;864;p51"/>
          <p:cNvSpPr/>
          <p:nvPr/>
        </p:nvSpPr>
        <p:spPr>
          <a:xfrm>
            <a:off x="5529692" y="6522720"/>
            <a:ext cx="865252" cy="1207772"/>
          </a:xfrm>
          <a:custGeom>
            <a:rect b="b" l="l" r="r" t="t"/>
            <a:pathLst>
              <a:path extrusionOk="0" h="704240" w="504520">
                <a:moveTo>
                  <a:pt x="0" y="0"/>
                </a:moveTo>
                <a:lnTo>
                  <a:pt x="152400" y="0"/>
                </a:lnTo>
                <a:lnTo>
                  <a:pt x="504520" y="352120"/>
                </a:lnTo>
                <a:lnTo>
                  <a:pt x="152400" y="704240"/>
                </a:lnTo>
                <a:lnTo>
                  <a:pt x="0" y="704240"/>
                </a:lnTo>
                <a:lnTo>
                  <a:pt x="352120" y="352120"/>
                </a:lnTo>
                <a:lnTo>
                  <a:pt x="0" y="0"/>
                </a:lnTo>
                <a:close/>
              </a:path>
            </a:pathLst>
          </a:custGeom>
          <a:gradFill>
            <a:gsLst>
              <a:gs pos="0">
                <a:srgbClr val="FFFFFF">
                  <a:alpha val="30980"/>
                </a:srgbClr>
              </a:gs>
              <a:gs pos="79000">
                <a:srgbClr val="D8D8D8">
                  <a:alpha val="13725"/>
                </a:srgbClr>
              </a:gs>
              <a:gs pos="100000">
                <a:srgbClr val="D8D8D8">
                  <a:alpha val="13725"/>
                </a:srgbClr>
              </a:gs>
            </a:gsLst>
            <a:lin ang="10800025" scaled="0"/>
          </a:gradFill>
          <a:ln cap="flat" cmpd="sng" w="19050">
            <a:solidFill>
              <a:srgbClr val="F5F5F5"/>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sp>
        <p:nvSpPr>
          <p:cNvPr id="865" name="Google Shape;865;p51"/>
          <p:cNvSpPr txBox="1"/>
          <p:nvPr/>
        </p:nvSpPr>
        <p:spPr>
          <a:xfrm>
            <a:off x="2839311" y="6891764"/>
            <a:ext cx="2637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66" name="Google Shape;866;p51"/>
          <p:cNvSpPr/>
          <p:nvPr/>
        </p:nvSpPr>
        <p:spPr>
          <a:xfrm>
            <a:off x="775636" y="7895540"/>
            <a:ext cx="5777400" cy="1408200"/>
          </a:xfrm>
          <a:prstGeom prst="homePlate">
            <a:avLst>
              <a:gd fmla="val 50000" name="adj"/>
            </a:avLst>
          </a:prstGeom>
          <a:gradFill>
            <a:gsLst>
              <a:gs pos="0">
                <a:schemeClr val="lt1"/>
              </a:gs>
              <a:gs pos="100000">
                <a:srgbClr val="5255BF"/>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67" name="Google Shape;867;p51"/>
          <p:cNvSpPr/>
          <p:nvPr/>
        </p:nvSpPr>
        <p:spPr>
          <a:xfrm>
            <a:off x="6096000" y="7895540"/>
            <a:ext cx="11416364" cy="1408480"/>
          </a:xfrm>
          <a:custGeom>
            <a:rect b="b" l="l" r="r" t="t"/>
            <a:pathLst>
              <a:path extrusionOk="0" h="704240" w="5708182">
                <a:moveTo>
                  <a:pt x="0" y="0"/>
                </a:moveTo>
                <a:lnTo>
                  <a:pt x="2362200" y="0"/>
                </a:lnTo>
                <a:lnTo>
                  <a:pt x="5356062" y="0"/>
                </a:lnTo>
                <a:lnTo>
                  <a:pt x="5708182" y="0"/>
                </a:lnTo>
                <a:lnTo>
                  <a:pt x="5708182" y="352120"/>
                </a:lnTo>
                <a:lnTo>
                  <a:pt x="5708182" y="704240"/>
                </a:lnTo>
                <a:lnTo>
                  <a:pt x="5356062" y="704240"/>
                </a:lnTo>
                <a:lnTo>
                  <a:pt x="2362200" y="704240"/>
                </a:lnTo>
                <a:lnTo>
                  <a:pt x="0" y="704240"/>
                </a:lnTo>
                <a:lnTo>
                  <a:pt x="352120" y="352120"/>
                </a:lnTo>
                <a:close/>
              </a:path>
            </a:pathLst>
          </a:custGeom>
          <a:solidFill>
            <a:srgbClr val="5255B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68" name="Google Shape;868;p51"/>
          <p:cNvSpPr/>
          <p:nvPr/>
        </p:nvSpPr>
        <p:spPr>
          <a:xfrm>
            <a:off x="5529692" y="7995920"/>
            <a:ext cx="865252" cy="1207772"/>
          </a:xfrm>
          <a:custGeom>
            <a:rect b="b" l="l" r="r" t="t"/>
            <a:pathLst>
              <a:path extrusionOk="0" h="704240" w="504520">
                <a:moveTo>
                  <a:pt x="0" y="0"/>
                </a:moveTo>
                <a:lnTo>
                  <a:pt x="152400" y="0"/>
                </a:lnTo>
                <a:lnTo>
                  <a:pt x="504520" y="352120"/>
                </a:lnTo>
                <a:lnTo>
                  <a:pt x="152400" y="704240"/>
                </a:lnTo>
                <a:lnTo>
                  <a:pt x="0" y="704240"/>
                </a:lnTo>
                <a:lnTo>
                  <a:pt x="352120" y="352120"/>
                </a:lnTo>
                <a:lnTo>
                  <a:pt x="0" y="0"/>
                </a:lnTo>
                <a:close/>
              </a:path>
            </a:pathLst>
          </a:custGeom>
          <a:gradFill>
            <a:gsLst>
              <a:gs pos="0">
                <a:srgbClr val="FFFFFF">
                  <a:alpha val="30980"/>
                </a:srgbClr>
              </a:gs>
              <a:gs pos="79000">
                <a:srgbClr val="D8D8D8">
                  <a:alpha val="13725"/>
                </a:srgbClr>
              </a:gs>
              <a:gs pos="100000">
                <a:srgbClr val="D8D8D8">
                  <a:alpha val="13725"/>
                </a:srgbClr>
              </a:gs>
            </a:gsLst>
            <a:lin ang="10800025" scaled="0"/>
          </a:gradFill>
          <a:ln cap="flat" cmpd="sng" w="19050">
            <a:solidFill>
              <a:srgbClr val="F5F5F5"/>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sp>
        <p:nvSpPr>
          <p:cNvPr id="869" name="Google Shape;869;p51"/>
          <p:cNvSpPr txBox="1"/>
          <p:nvPr/>
        </p:nvSpPr>
        <p:spPr>
          <a:xfrm>
            <a:off x="2963411" y="8414989"/>
            <a:ext cx="32172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pic>
        <p:nvPicPr>
          <p:cNvPr id="870" name="Google Shape;870;p51"/>
          <p:cNvPicPr preferRelativeResize="0"/>
          <p:nvPr/>
        </p:nvPicPr>
        <p:blipFill rotWithShape="1">
          <a:blip r:embed="rId3">
            <a:alphaModFix/>
          </a:blip>
          <a:srcRect b="0" l="0" r="0" t="0"/>
          <a:stretch/>
        </p:blipFill>
        <p:spPr>
          <a:xfrm>
            <a:off x="16226196" y="2505552"/>
            <a:ext cx="642938" cy="642938"/>
          </a:xfrm>
          <a:prstGeom prst="rect">
            <a:avLst/>
          </a:prstGeom>
          <a:noFill/>
          <a:ln>
            <a:noFill/>
          </a:ln>
        </p:spPr>
      </p:pic>
      <p:pic>
        <p:nvPicPr>
          <p:cNvPr id="871" name="Google Shape;871;p51"/>
          <p:cNvPicPr preferRelativeResize="0"/>
          <p:nvPr/>
        </p:nvPicPr>
        <p:blipFill rotWithShape="1">
          <a:blip r:embed="rId4">
            <a:alphaModFix/>
          </a:blip>
          <a:srcRect b="0" l="0" r="0" t="0"/>
          <a:stretch/>
        </p:blipFill>
        <p:spPr>
          <a:xfrm>
            <a:off x="16242864" y="5348580"/>
            <a:ext cx="609597" cy="609597"/>
          </a:xfrm>
          <a:prstGeom prst="rect">
            <a:avLst/>
          </a:prstGeom>
          <a:noFill/>
          <a:ln>
            <a:noFill/>
          </a:ln>
        </p:spPr>
      </p:pic>
      <p:pic>
        <p:nvPicPr>
          <p:cNvPr id="872" name="Google Shape;872;p51"/>
          <p:cNvPicPr preferRelativeResize="0"/>
          <p:nvPr/>
        </p:nvPicPr>
        <p:blipFill rotWithShape="1">
          <a:blip r:embed="rId5">
            <a:alphaModFix/>
          </a:blip>
          <a:srcRect b="0" l="0" r="0" t="0"/>
          <a:stretch/>
        </p:blipFill>
        <p:spPr>
          <a:xfrm>
            <a:off x="16242864" y="8294980"/>
            <a:ext cx="609597" cy="609597"/>
          </a:xfrm>
          <a:prstGeom prst="rect">
            <a:avLst/>
          </a:prstGeom>
          <a:noFill/>
          <a:ln>
            <a:noFill/>
          </a:ln>
        </p:spPr>
      </p:pic>
      <p:pic>
        <p:nvPicPr>
          <p:cNvPr id="873" name="Google Shape;873;p51"/>
          <p:cNvPicPr preferRelativeResize="0"/>
          <p:nvPr/>
        </p:nvPicPr>
        <p:blipFill rotWithShape="1">
          <a:blip r:embed="rId6">
            <a:alphaModFix/>
          </a:blip>
          <a:srcRect b="0" l="0" r="0" t="0"/>
          <a:stretch/>
        </p:blipFill>
        <p:spPr>
          <a:xfrm>
            <a:off x="16242864" y="3875380"/>
            <a:ext cx="609597" cy="609597"/>
          </a:xfrm>
          <a:prstGeom prst="rect">
            <a:avLst/>
          </a:prstGeom>
          <a:noFill/>
          <a:ln>
            <a:noFill/>
          </a:ln>
        </p:spPr>
      </p:pic>
      <p:pic>
        <p:nvPicPr>
          <p:cNvPr id="874" name="Google Shape;874;p51"/>
          <p:cNvPicPr preferRelativeResize="0"/>
          <p:nvPr/>
        </p:nvPicPr>
        <p:blipFill rotWithShape="1">
          <a:blip r:embed="rId7">
            <a:alphaModFix/>
          </a:blip>
          <a:srcRect b="0" l="0" r="0" t="0"/>
          <a:stretch/>
        </p:blipFill>
        <p:spPr>
          <a:xfrm>
            <a:off x="16242864" y="6821780"/>
            <a:ext cx="609597" cy="609597"/>
          </a:xfrm>
          <a:prstGeom prst="rect">
            <a:avLst/>
          </a:prstGeom>
          <a:noFill/>
          <a:ln>
            <a:noFill/>
          </a:ln>
        </p:spPr>
      </p:pic>
      <p:sp>
        <p:nvSpPr>
          <p:cNvPr id="875" name="Google Shape;875;p51"/>
          <p:cNvSpPr/>
          <p:nvPr/>
        </p:nvSpPr>
        <p:spPr>
          <a:xfrm>
            <a:off x="7499690" y="3744162"/>
            <a:ext cx="8357400" cy="871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0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76" name="Google Shape;876;p51"/>
          <p:cNvSpPr/>
          <p:nvPr/>
        </p:nvSpPr>
        <p:spPr>
          <a:xfrm>
            <a:off x="7499690" y="5217364"/>
            <a:ext cx="8357400" cy="871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0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77" name="Google Shape;877;p51"/>
          <p:cNvSpPr/>
          <p:nvPr/>
        </p:nvSpPr>
        <p:spPr>
          <a:xfrm>
            <a:off x="7499690" y="6690564"/>
            <a:ext cx="8357400" cy="871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0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sp>
        <p:nvSpPr>
          <p:cNvPr id="878" name="Google Shape;878;p51"/>
          <p:cNvSpPr/>
          <p:nvPr/>
        </p:nvSpPr>
        <p:spPr>
          <a:xfrm>
            <a:off x="7499690" y="8163764"/>
            <a:ext cx="8357400" cy="871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lang="en-US" sz="2000">
                <a:solidFill>
                  <a:schemeClr val="lt1"/>
                </a:solidFill>
                <a:latin typeface="Instrument Sans"/>
                <a:ea typeface="Instrument Sans"/>
                <a:cs typeface="Instrument Sans"/>
                <a:sym typeface="Instrument Sans"/>
              </a:rPr>
              <a:t>Contrary to popular belief, Lorem Ipsum is not simply random text. It has roots in a piece of classical Latin literature from</a:t>
            </a:r>
            <a:endParaRPr sz="2800">
              <a:latin typeface="Instrument Sans"/>
              <a:ea typeface="Instrument Sans"/>
              <a:cs typeface="Instrument Sans"/>
              <a:sym typeface="Instrument Sans"/>
            </a:endParaRPr>
          </a:p>
        </p:txBody>
      </p:sp>
      <p:pic>
        <p:nvPicPr>
          <p:cNvPr id="879" name="Google Shape;879;p51" title="N Isotype.png"/>
          <p:cNvPicPr preferRelativeResize="0"/>
          <p:nvPr/>
        </p:nvPicPr>
        <p:blipFill>
          <a:blip r:embed="rId8">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52"/>
          <p:cNvSpPr txBox="1"/>
          <p:nvPr>
            <p:ph type="title"/>
          </p:nvPr>
        </p:nvSpPr>
        <p:spPr>
          <a:xfrm>
            <a:off x="-7592974" y="673889"/>
            <a:ext cx="33474000" cy="1981200"/>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rgbClr val="3B3B3B"/>
              </a:buClr>
              <a:buSzPts val="5200"/>
              <a:buFont typeface="Roboto"/>
              <a:buNone/>
            </a:pPr>
            <a:r>
              <a:rPr lang="en-US">
                <a:solidFill>
                  <a:srgbClr val="1C1E4C"/>
                </a:solidFill>
                <a:latin typeface="Sora Medium"/>
                <a:ea typeface="Sora Medium"/>
                <a:cs typeface="Sora Medium"/>
                <a:sym typeface="Sora Medium"/>
              </a:rPr>
              <a:t>Cost Analysis</a:t>
            </a:r>
            <a:endParaRPr>
              <a:solidFill>
                <a:srgbClr val="1C1E4C"/>
              </a:solidFill>
              <a:latin typeface="Sora Medium"/>
              <a:ea typeface="Sora Medium"/>
              <a:cs typeface="Sora Medium"/>
              <a:sym typeface="Sora Medium"/>
            </a:endParaRPr>
          </a:p>
        </p:txBody>
      </p:sp>
      <p:sp>
        <p:nvSpPr>
          <p:cNvPr id="885" name="Google Shape;885;p52"/>
          <p:cNvSpPr/>
          <p:nvPr/>
        </p:nvSpPr>
        <p:spPr>
          <a:xfrm>
            <a:off x="1283640" y="3467100"/>
            <a:ext cx="4965000" cy="1066800"/>
          </a:xfrm>
          <a:prstGeom prst="rect">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86" name="Google Shape;886;p52"/>
          <p:cNvSpPr/>
          <p:nvPr/>
        </p:nvSpPr>
        <p:spPr>
          <a:xfrm>
            <a:off x="6407620" y="3467100"/>
            <a:ext cx="5472600" cy="1066800"/>
          </a:xfrm>
          <a:prstGeom prst="rect">
            <a:avLst/>
          </a:pr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87" name="Google Shape;887;p52"/>
          <p:cNvSpPr/>
          <p:nvPr/>
        </p:nvSpPr>
        <p:spPr>
          <a:xfrm>
            <a:off x="12039602" y="3467100"/>
            <a:ext cx="4965000" cy="1066800"/>
          </a:xfrm>
          <a:prstGeom prst="rect">
            <a:avLst/>
          </a:pr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88" name="Google Shape;888;p52"/>
          <p:cNvSpPr/>
          <p:nvPr/>
        </p:nvSpPr>
        <p:spPr>
          <a:xfrm>
            <a:off x="1283640" y="5753100"/>
            <a:ext cx="4456800" cy="1066800"/>
          </a:xfrm>
          <a:prstGeom prst="rect">
            <a:avLst/>
          </a:prstGeom>
          <a:gradFill>
            <a:gsLst>
              <a:gs pos="0">
                <a:srgbClr val="217BEE"/>
              </a:gs>
              <a:gs pos="65000">
                <a:schemeClr val="lt1"/>
              </a:gs>
              <a:gs pos="100000">
                <a:schemeClr val="lt1"/>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89" name="Google Shape;889;p52"/>
          <p:cNvSpPr/>
          <p:nvPr/>
        </p:nvSpPr>
        <p:spPr>
          <a:xfrm>
            <a:off x="1283640" y="6946900"/>
            <a:ext cx="4456800" cy="24636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90" name="Google Shape;890;p52"/>
          <p:cNvSpPr/>
          <p:nvPr/>
        </p:nvSpPr>
        <p:spPr>
          <a:xfrm>
            <a:off x="2673820" y="4876800"/>
            <a:ext cx="1676400" cy="1676400"/>
          </a:xfrm>
          <a:prstGeom prst="ellipse">
            <a:avLst/>
          </a:prstGeom>
          <a:solidFill>
            <a:srgbClr val="217BEE"/>
          </a:solidFill>
          <a:ln cap="flat" cmpd="sng" w="50800">
            <a:solidFill>
              <a:srgbClr val="217BEE"/>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cxnSp>
        <p:nvCxnSpPr>
          <p:cNvPr id="891" name="Google Shape;891;p52"/>
          <p:cNvCxnSpPr/>
          <p:nvPr/>
        </p:nvCxnSpPr>
        <p:spPr>
          <a:xfrm rot="10800000">
            <a:off x="3512018" y="4534200"/>
            <a:ext cx="0" cy="342600"/>
          </a:xfrm>
          <a:prstGeom prst="straightConnector1">
            <a:avLst/>
          </a:prstGeom>
          <a:noFill/>
          <a:ln cap="flat" cmpd="sng" w="38100">
            <a:solidFill>
              <a:srgbClr val="7F7F7F"/>
            </a:solidFill>
            <a:prstDash val="solid"/>
            <a:round/>
            <a:headEnd len="sm" w="sm" type="none"/>
            <a:tailEnd len="sm" w="sm" type="none"/>
          </a:ln>
        </p:spPr>
      </p:cxnSp>
      <p:sp>
        <p:nvSpPr>
          <p:cNvPr id="892" name="Google Shape;892;p52"/>
          <p:cNvSpPr/>
          <p:nvPr/>
        </p:nvSpPr>
        <p:spPr>
          <a:xfrm>
            <a:off x="2214076" y="7809468"/>
            <a:ext cx="2595600" cy="738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893" name="Google Shape;893;p52"/>
          <p:cNvSpPr/>
          <p:nvPr/>
        </p:nvSpPr>
        <p:spPr>
          <a:xfrm>
            <a:off x="1141400" y="3815834"/>
            <a:ext cx="4893600" cy="369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94" name="Google Shape;894;p52"/>
          <p:cNvSpPr/>
          <p:nvPr/>
        </p:nvSpPr>
        <p:spPr>
          <a:xfrm>
            <a:off x="6697180" y="3815834"/>
            <a:ext cx="4893600" cy="369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95" name="Google Shape;895;p52"/>
          <p:cNvSpPr/>
          <p:nvPr/>
        </p:nvSpPr>
        <p:spPr>
          <a:xfrm>
            <a:off x="12329160" y="3815834"/>
            <a:ext cx="4893600" cy="369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chemeClr val="lt1"/>
                </a:solidFill>
                <a:latin typeface="Instrument Sans"/>
                <a:ea typeface="Instrument Sans"/>
                <a:cs typeface="Instrument Sans"/>
                <a:sym typeface="Instrument Sans"/>
              </a:rPr>
              <a:t>YOUR TEXT HERE</a:t>
            </a:r>
            <a:endParaRPr sz="2800">
              <a:latin typeface="Instrument Sans"/>
              <a:ea typeface="Instrument Sans"/>
              <a:cs typeface="Instrument Sans"/>
              <a:sym typeface="Instrument Sans"/>
            </a:endParaRPr>
          </a:p>
        </p:txBody>
      </p:sp>
      <p:sp>
        <p:nvSpPr>
          <p:cNvPr id="896" name="Google Shape;896;p52"/>
          <p:cNvSpPr/>
          <p:nvPr/>
        </p:nvSpPr>
        <p:spPr>
          <a:xfrm>
            <a:off x="6187440" y="2419196"/>
            <a:ext cx="5913000" cy="4308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800">
                <a:solidFill>
                  <a:srgbClr val="1C1E4C"/>
                </a:solidFill>
                <a:latin typeface="Sora Medium"/>
                <a:ea typeface="Sora Medium"/>
                <a:cs typeface="Sora Medium"/>
                <a:sym typeface="Sora Medium"/>
              </a:rPr>
              <a:t>The Standard Lorem Ipsum </a:t>
            </a:r>
            <a:endParaRPr sz="2800">
              <a:solidFill>
                <a:srgbClr val="1C1E4C"/>
              </a:solidFill>
              <a:latin typeface="Sora Medium"/>
              <a:ea typeface="Sora Medium"/>
              <a:cs typeface="Sora Medium"/>
              <a:sym typeface="Sora Medium"/>
            </a:endParaRPr>
          </a:p>
        </p:txBody>
      </p:sp>
      <p:sp>
        <p:nvSpPr>
          <p:cNvPr id="897" name="Google Shape;897;p52"/>
          <p:cNvSpPr/>
          <p:nvPr/>
        </p:nvSpPr>
        <p:spPr>
          <a:xfrm>
            <a:off x="6915620" y="5753100"/>
            <a:ext cx="4456800" cy="1066800"/>
          </a:xfrm>
          <a:prstGeom prst="rect">
            <a:avLst/>
          </a:prstGeom>
          <a:gradFill>
            <a:gsLst>
              <a:gs pos="0">
                <a:schemeClr val="lt1"/>
              </a:gs>
              <a:gs pos="100000">
                <a:srgbClr val="D13B5F"/>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898" name="Google Shape;898;p52"/>
          <p:cNvSpPr/>
          <p:nvPr/>
        </p:nvSpPr>
        <p:spPr>
          <a:xfrm>
            <a:off x="6915620" y="6946900"/>
            <a:ext cx="4456800" cy="24636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899" name="Google Shape;899;p52"/>
          <p:cNvSpPr/>
          <p:nvPr/>
        </p:nvSpPr>
        <p:spPr>
          <a:xfrm>
            <a:off x="8305800" y="4876800"/>
            <a:ext cx="1676400" cy="1676400"/>
          </a:xfrm>
          <a:prstGeom prst="ellipse">
            <a:avLst/>
          </a:prstGeom>
          <a:solidFill>
            <a:srgbClr val="D13B5F"/>
          </a:solidFill>
          <a:ln cap="flat" cmpd="sng" w="50800">
            <a:solidFill>
              <a:srgbClr val="D13B5F"/>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cxnSp>
        <p:nvCxnSpPr>
          <p:cNvPr id="900" name="Google Shape;900;p52"/>
          <p:cNvCxnSpPr/>
          <p:nvPr/>
        </p:nvCxnSpPr>
        <p:spPr>
          <a:xfrm rot="10800000">
            <a:off x="9143998" y="4534200"/>
            <a:ext cx="0" cy="342600"/>
          </a:xfrm>
          <a:prstGeom prst="straightConnector1">
            <a:avLst/>
          </a:prstGeom>
          <a:noFill/>
          <a:ln cap="flat" cmpd="sng" w="38100">
            <a:solidFill>
              <a:srgbClr val="7F7F7F"/>
            </a:solidFill>
            <a:prstDash val="solid"/>
            <a:round/>
            <a:headEnd len="sm" w="sm" type="none"/>
            <a:tailEnd len="sm" w="sm" type="none"/>
          </a:ln>
        </p:spPr>
      </p:cxnSp>
      <p:sp>
        <p:nvSpPr>
          <p:cNvPr id="901" name="Google Shape;901;p52"/>
          <p:cNvSpPr/>
          <p:nvPr/>
        </p:nvSpPr>
        <p:spPr>
          <a:xfrm>
            <a:off x="7846056" y="7809468"/>
            <a:ext cx="2595600" cy="738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902" name="Google Shape;902;p52"/>
          <p:cNvSpPr/>
          <p:nvPr/>
        </p:nvSpPr>
        <p:spPr>
          <a:xfrm>
            <a:off x="12547600" y="5753100"/>
            <a:ext cx="4456800" cy="1066800"/>
          </a:xfrm>
          <a:prstGeom prst="rect">
            <a:avLst/>
          </a:prstGeom>
          <a:gradFill>
            <a:gsLst>
              <a:gs pos="0">
                <a:schemeClr val="lt1"/>
              </a:gs>
              <a:gs pos="100000">
                <a:srgbClr val="EC683E"/>
              </a:gs>
            </a:gsLst>
            <a:lin ang="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903" name="Google Shape;903;p52"/>
          <p:cNvSpPr/>
          <p:nvPr/>
        </p:nvSpPr>
        <p:spPr>
          <a:xfrm>
            <a:off x="12547600" y="6946900"/>
            <a:ext cx="4456800" cy="2463600"/>
          </a:xfrm>
          <a:prstGeom prst="rect">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04" name="Google Shape;904;p52"/>
          <p:cNvSpPr/>
          <p:nvPr/>
        </p:nvSpPr>
        <p:spPr>
          <a:xfrm>
            <a:off x="13937780" y="4876800"/>
            <a:ext cx="1676400" cy="1676400"/>
          </a:xfrm>
          <a:prstGeom prst="ellipse">
            <a:avLst/>
          </a:prstGeom>
          <a:solidFill>
            <a:srgbClr val="EC683E"/>
          </a:solidFill>
          <a:ln cap="flat" cmpd="sng" w="50800">
            <a:solidFill>
              <a:srgbClr val="EC683E"/>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cxnSp>
        <p:nvCxnSpPr>
          <p:cNvPr id="905" name="Google Shape;905;p52"/>
          <p:cNvCxnSpPr/>
          <p:nvPr/>
        </p:nvCxnSpPr>
        <p:spPr>
          <a:xfrm rot="10800000">
            <a:off x="14775978" y="4534200"/>
            <a:ext cx="0" cy="342600"/>
          </a:xfrm>
          <a:prstGeom prst="straightConnector1">
            <a:avLst/>
          </a:prstGeom>
          <a:noFill/>
          <a:ln cap="flat" cmpd="sng" w="38100">
            <a:solidFill>
              <a:srgbClr val="7F7F7F"/>
            </a:solidFill>
            <a:prstDash val="solid"/>
            <a:round/>
            <a:headEnd len="sm" w="sm" type="none"/>
            <a:tailEnd len="sm" w="sm" type="none"/>
          </a:ln>
        </p:spPr>
      </p:cxnSp>
      <p:sp>
        <p:nvSpPr>
          <p:cNvPr id="906" name="Google Shape;906;p52"/>
          <p:cNvSpPr/>
          <p:nvPr/>
        </p:nvSpPr>
        <p:spPr>
          <a:xfrm>
            <a:off x="13478036" y="7809468"/>
            <a:ext cx="2595600" cy="738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pic>
        <p:nvPicPr>
          <p:cNvPr id="907" name="Google Shape;907;p52"/>
          <p:cNvPicPr preferRelativeResize="0"/>
          <p:nvPr/>
        </p:nvPicPr>
        <p:blipFill rotWithShape="1">
          <a:blip r:embed="rId3">
            <a:alphaModFix/>
          </a:blip>
          <a:srcRect b="0" l="0" r="0" t="0"/>
          <a:stretch/>
        </p:blipFill>
        <p:spPr>
          <a:xfrm>
            <a:off x="8774898" y="5345898"/>
            <a:ext cx="738202" cy="738202"/>
          </a:xfrm>
          <a:prstGeom prst="rect">
            <a:avLst/>
          </a:prstGeom>
          <a:noFill/>
          <a:ln>
            <a:noFill/>
          </a:ln>
        </p:spPr>
      </p:pic>
      <p:pic>
        <p:nvPicPr>
          <p:cNvPr id="908" name="Google Shape;908;p52"/>
          <p:cNvPicPr preferRelativeResize="0"/>
          <p:nvPr/>
        </p:nvPicPr>
        <p:blipFill rotWithShape="1">
          <a:blip r:embed="rId4">
            <a:alphaModFix/>
          </a:blip>
          <a:srcRect b="0" l="0" r="0" t="0"/>
          <a:stretch/>
        </p:blipFill>
        <p:spPr>
          <a:xfrm>
            <a:off x="3142918" y="5345898"/>
            <a:ext cx="738202" cy="738202"/>
          </a:xfrm>
          <a:prstGeom prst="rect">
            <a:avLst/>
          </a:prstGeom>
          <a:noFill/>
          <a:ln>
            <a:noFill/>
          </a:ln>
        </p:spPr>
      </p:pic>
      <p:pic>
        <p:nvPicPr>
          <p:cNvPr id="909" name="Google Shape;909;p52"/>
          <p:cNvPicPr preferRelativeResize="0"/>
          <p:nvPr/>
        </p:nvPicPr>
        <p:blipFill rotWithShape="1">
          <a:blip r:embed="rId5">
            <a:alphaModFix/>
          </a:blip>
          <a:srcRect b="0" l="0" r="0" t="0"/>
          <a:stretch/>
        </p:blipFill>
        <p:spPr>
          <a:xfrm>
            <a:off x="14406878" y="5345898"/>
            <a:ext cx="738202" cy="738202"/>
          </a:xfrm>
          <a:prstGeom prst="rect">
            <a:avLst/>
          </a:prstGeom>
          <a:noFill/>
          <a:ln>
            <a:noFill/>
          </a:ln>
        </p:spPr>
      </p:pic>
      <p:pic>
        <p:nvPicPr>
          <p:cNvPr id="910" name="Google Shape;910;p52" title="N Isotype.png"/>
          <p:cNvPicPr preferRelativeResize="0"/>
          <p:nvPr/>
        </p:nvPicPr>
        <p:blipFill>
          <a:blip r:embed="rId6">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53"/>
          <p:cNvSpPr/>
          <p:nvPr/>
        </p:nvSpPr>
        <p:spPr>
          <a:xfrm flipH="1">
            <a:off x="3092268" y="8869680"/>
            <a:ext cx="4596600" cy="727200"/>
          </a:xfrm>
          <a:prstGeom prst="roundRect">
            <a:avLst>
              <a:gd fmla="val 0" name="adj"/>
            </a:avLst>
          </a:prstGeom>
          <a:solidFill>
            <a:srgbClr val="217BE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16" name="Google Shape;916;p53"/>
          <p:cNvSpPr/>
          <p:nvPr/>
        </p:nvSpPr>
        <p:spPr>
          <a:xfrm flipH="1">
            <a:off x="3467938" y="9079396"/>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17" name="Google Shape;917;p53"/>
          <p:cNvSpPr/>
          <p:nvPr/>
        </p:nvSpPr>
        <p:spPr>
          <a:xfrm flipH="1">
            <a:off x="7047474" y="8964930"/>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18" name="Google Shape;918;p53"/>
          <p:cNvSpPr/>
          <p:nvPr/>
        </p:nvSpPr>
        <p:spPr>
          <a:xfrm flipH="1">
            <a:off x="3092268" y="2071884"/>
            <a:ext cx="4596600" cy="727200"/>
          </a:xfrm>
          <a:prstGeom prst="roundRect">
            <a:avLst>
              <a:gd fmla="val 0" name="adj"/>
            </a:avLst>
          </a:prstGeom>
          <a:solidFill>
            <a:srgbClr val="217BE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19" name="Google Shape;919;p53"/>
          <p:cNvSpPr/>
          <p:nvPr/>
        </p:nvSpPr>
        <p:spPr>
          <a:xfrm flipH="1">
            <a:off x="3467938" y="2281600"/>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20" name="Google Shape;920;p53"/>
          <p:cNvSpPr/>
          <p:nvPr/>
        </p:nvSpPr>
        <p:spPr>
          <a:xfrm flipH="1">
            <a:off x="7047474" y="2167134"/>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1" name="Google Shape;921;p53"/>
          <p:cNvSpPr/>
          <p:nvPr/>
        </p:nvSpPr>
        <p:spPr>
          <a:xfrm flipH="1">
            <a:off x="2526730" y="2921608"/>
            <a:ext cx="4596600" cy="727200"/>
          </a:xfrm>
          <a:prstGeom prst="roundRect">
            <a:avLst>
              <a:gd fmla="val 0" name="adj"/>
            </a:avLst>
          </a:prstGeom>
          <a:solidFill>
            <a:srgbClr val="D13B5F"/>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2" name="Google Shape;922;p53"/>
          <p:cNvSpPr/>
          <p:nvPr/>
        </p:nvSpPr>
        <p:spPr>
          <a:xfrm flipH="1">
            <a:off x="2902400" y="3131324"/>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23" name="Google Shape;923;p53"/>
          <p:cNvSpPr/>
          <p:nvPr/>
        </p:nvSpPr>
        <p:spPr>
          <a:xfrm flipH="1">
            <a:off x="6481936" y="3016858"/>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4" name="Google Shape;924;p53"/>
          <p:cNvSpPr/>
          <p:nvPr/>
        </p:nvSpPr>
        <p:spPr>
          <a:xfrm flipH="1">
            <a:off x="1961190" y="3771332"/>
            <a:ext cx="4596600" cy="727200"/>
          </a:xfrm>
          <a:prstGeom prst="roundRect">
            <a:avLst>
              <a:gd fmla="val 0" name="adj"/>
            </a:avLst>
          </a:prstGeom>
          <a:solidFill>
            <a:srgbClr val="EC683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5" name="Google Shape;925;p53"/>
          <p:cNvSpPr/>
          <p:nvPr/>
        </p:nvSpPr>
        <p:spPr>
          <a:xfrm flipH="1">
            <a:off x="2336860" y="3981048"/>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26" name="Google Shape;926;p53"/>
          <p:cNvSpPr/>
          <p:nvPr/>
        </p:nvSpPr>
        <p:spPr>
          <a:xfrm flipH="1">
            <a:off x="5916396" y="3866582"/>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7" name="Google Shape;927;p53"/>
          <p:cNvSpPr/>
          <p:nvPr/>
        </p:nvSpPr>
        <p:spPr>
          <a:xfrm flipH="1">
            <a:off x="1395650" y="4621056"/>
            <a:ext cx="4596600" cy="727200"/>
          </a:xfrm>
          <a:prstGeom prst="roundRect">
            <a:avLst>
              <a:gd fmla="val 0" name="adj"/>
            </a:avLst>
          </a:prstGeom>
          <a:solidFill>
            <a:srgbClr val="7CC8E3"/>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28" name="Google Shape;928;p53"/>
          <p:cNvSpPr/>
          <p:nvPr/>
        </p:nvSpPr>
        <p:spPr>
          <a:xfrm flipH="1">
            <a:off x="1771320" y="4830772"/>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29" name="Google Shape;929;p53"/>
          <p:cNvSpPr/>
          <p:nvPr/>
        </p:nvSpPr>
        <p:spPr>
          <a:xfrm flipH="1">
            <a:off x="5350856" y="4716306"/>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0" name="Google Shape;930;p53"/>
          <p:cNvSpPr/>
          <p:nvPr/>
        </p:nvSpPr>
        <p:spPr>
          <a:xfrm flipH="1">
            <a:off x="830110" y="5470780"/>
            <a:ext cx="4596600" cy="727200"/>
          </a:xfrm>
          <a:prstGeom prst="roundRect">
            <a:avLst>
              <a:gd fmla="val 0" name="adj"/>
            </a:avLst>
          </a:prstGeom>
          <a:solidFill>
            <a:schemeClr val="accent5"/>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1" name="Google Shape;931;p53"/>
          <p:cNvSpPr/>
          <p:nvPr/>
        </p:nvSpPr>
        <p:spPr>
          <a:xfrm flipH="1">
            <a:off x="1205780" y="5680496"/>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32" name="Google Shape;932;p53"/>
          <p:cNvSpPr/>
          <p:nvPr/>
        </p:nvSpPr>
        <p:spPr>
          <a:xfrm flipH="1">
            <a:off x="4785316" y="5566030"/>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3" name="Google Shape;933;p53"/>
          <p:cNvSpPr/>
          <p:nvPr/>
        </p:nvSpPr>
        <p:spPr>
          <a:xfrm flipH="1">
            <a:off x="1395650" y="6320504"/>
            <a:ext cx="4596600" cy="727200"/>
          </a:xfrm>
          <a:prstGeom prst="roundRect">
            <a:avLst>
              <a:gd fmla="val 0" name="adj"/>
            </a:avLst>
          </a:prstGeom>
          <a:solidFill>
            <a:schemeClr val="accent4"/>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4" name="Google Shape;934;p53"/>
          <p:cNvSpPr/>
          <p:nvPr/>
        </p:nvSpPr>
        <p:spPr>
          <a:xfrm flipH="1">
            <a:off x="1771320" y="6530220"/>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35" name="Google Shape;935;p53"/>
          <p:cNvSpPr/>
          <p:nvPr/>
        </p:nvSpPr>
        <p:spPr>
          <a:xfrm flipH="1">
            <a:off x="5350856" y="6415754"/>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6" name="Google Shape;936;p53"/>
          <p:cNvSpPr/>
          <p:nvPr/>
        </p:nvSpPr>
        <p:spPr>
          <a:xfrm flipH="1">
            <a:off x="2526730" y="8019952"/>
            <a:ext cx="4596600" cy="727200"/>
          </a:xfrm>
          <a:prstGeom prst="roundRect">
            <a:avLst>
              <a:gd fmla="val 0" name="adj"/>
            </a:avLst>
          </a:prstGeom>
          <a:solidFill>
            <a:srgbClr val="D13B5F"/>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7" name="Google Shape;937;p53"/>
          <p:cNvSpPr/>
          <p:nvPr/>
        </p:nvSpPr>
        <p:spPr>
          <a:xfrm flipH="1">
            <a:off x="2902400" y="8229668"/>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38" name="Google Shape;938;p53"/>
          <p:cNvSpPr/>
          <p:nvPr/>
        </p:nvSpPr>
        <p:spPr>
          <a:xfrm flipH="1">
            <a:off x="6481936" y="8115202"/>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39" name="Google Shape;939;p53"/>
          <p:cNvSpPr/>
          <p:nvPr/>
        </p:nvSpPr>
        <p:spPr>
          <a:xfrm flipH="1">
            <a:off x="1961190" y="7170228"/>
            <a:ext cx="4596600" cy="727200"/>
          </a:xfrm>
          <a:prstGeom prst="roundRect">
            <a:avLst>
              <a:gd fmla="val 0" name="adj"/>
            </a:avLst>
          </a:prstGeom>
          <a:solidFill>
            <a:srgbClr val="D13B5F">
              <a:alpha val="68630"/>
            </a:srgbClr>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0" name="Google Shape;940;p53"/>
          <p:cNvSpPr/>
          <p:nvPr/>
        </p:nvSpPr>
        <p:spPr>
          <a:xfrm flipH="1">
            <a:off x="2336860" y="7379944"/>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41" name="Google Shape;941;p53"/>
          <p:cNvSpPr/>
          <p:nvPr/>
        </p:nvSpPr>
        <p:spPr>
          <a:xfrm flipH="1">
            <a:off x="5916396" y="7265478"/>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2" name="Google Shape;942;p53"/>
          <p:cNvSpPr/>
          <p:nvPr/>
        </p:nvSpPr>
        <p:spPr>
          <a:xfrm>
            <a:off x="10599132" y="8869680"/>
            <a:ext cx="4596600" cy="727200"/>
          </a:xfrm>
          <a:prstGeom prst="roundRect">
            <a:avLst>
              <a:gd fmla="val 0" name="adj"/>
            </a:avLst>
          </a:prstGeom>
          <a:solidFill>
            <a:srgbClr val="217BE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3" name="Google Shape;943;p53"/>
          <p:cNvSpPr/>
          <p:nvPr/>
        </p:nvSpPr>
        <p:spPr>
          <a:xfrm>
            <a:off x="11640662" y="9079396"/>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44" name="Google Shape;944;p53"/>
          <p:cNvSpPr/>
          <p:nvPr/>
        </p:nvSpPr>
        <p:spPr>
          <a:xfrm>
            <a:off x="10703526" y="8964930"/>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5" name="Google Shape;945;p53"/>
          <p:cNvSpPr/>
          <p:nvPr/>
        </p:nvSpPr>
        <p:spPr>
          <a:xfrm>
            <a:off x="10599132" y="2071884"/>
            <a:ext cx="4596600" cy="727200"/>
          </a:xfrm>
          <a:prstGeom prst="roundRect">
            <a:avLst>
              <a:gd fmla="val 0" name="adj"/>
            </a:avLst>
          </a:prstGeom>
          <a:solidFill>
            <a:srgbClr val="217BE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6" name="Google Shape;946;p53"/>
          <p:cNvSpPr/>
          <p:nvPr/>
        </p:nvSpPr>
        <p:spPr>
          <a:xfrm>
            <a:off x="11640662" y="2281600"/>
            <a:ext cx="3179400" cy="307800"/>
          </a:xfrm>
          <a:prstGeom prst="roundRect">
            <a:avLst>
              <a:gd fmla="val 0" name="adj"/>
            </a:avLst>
          </a:prstGeom>
          <a:solidFill>
            <a:srgbClr val="217BEE"/>
          </a:solid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47" name="Google Shape;947;p53"/>
          <p:cNvSpPr/>
          <p:nvPr/>
        </p:nvSpPr>
        <p:spPr>
          <a:xfrm>
            <a:off x="10703526" y="2167134"/>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8" name="Google Shape;948;p53"/>
          <p:cNvSpPr/>
          <p:nvPr/>
        </p:nvSpPr>
        <p:spPr>
          <a:xfrm>
            <a:off x="11164670" y="2921608"/>
            <a:ext cx="4596600" cy="727200"/>
          </a:xfrm>
          <a:prstGeom prst="roundRect">
            <a:avLst>
              <a:gd fmla="val 0" name="adj"/>
            </a:avLst>
          </a:prstGeom>
          <a:solidFill>
            <a:srgbClr val="D13B5F"/>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49" name="Google Shape;949;p53"/>
          <p:cNvSpPr/>
          <p:nvPr/>
        </p:nvSpPr>
        <p:spPr>
          <a:xfrm>
            <a:off x="12206200" y="3131324"/>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50" name="Google Shape;950;p53"/>
          <p:cNvSpPr/>
          <p:nvPr/>
        </p:nvSpPr>
        <p:spPr>
          <a:xfrm>
            <a:off x="11269064" y="3016858"/>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51" name="Google Shape;951;p53"/>
          <p:cNvSpPr/>
          <p:nvPr/>
        </p:nvSpPr>
        <p:spPr>
          <a:xfrm>
            <a:off x="11730210" y="3771332"/>
            <a:ext cx="4596600" cy="727200"/>
          </a:xfrm>
          <a:prstGeom prst="roundRect">
            <a:avLst>
              <a:gd fmla="val 0" name="adj"/>
            </a:avLst>
          </a:prstGeom>
          <a:solidFill>
            <a:srgbClr val="EC683E"/>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52" name="Google Shape;952;p53"/>
          <p:cNvSpPr/>
          <p:nvPr/>
        </p:nvSpPr>
        <p:spPr>
          <a:xfrm>
            <a:off x="12771740" y="3981048"/>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53" name="Google Shape;953;p53"/>
          <p:cNvSpPr/>
          <p:nvPr/>
        </p:nvSpPr>
        <p:spPr>
          <a:xfrm>
            <a:off x="11834604" y="3866582"/>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54" name="Google Shape;954;p53"/>
          <p:cNvSpPr/>
          <p:nvPr/>
        </p:nvSpPr>
        <p:spPr>
          <a:xfrm>
            <a:off x="12295750" y="4621056"/>
            <a:ext cx="4596600" cy="727200"/>
          </a:xfrm>
          <a:prstGeom prst="roundRect">
            <a:avLst>
              <a:gd fmla="val 0" name="adj"/>
            </a:avLst>
          </a:prstGeom>
          <a:solidFill>
            <a:srgbClr val="7CC8E3"/>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55" name="Google Shape;955;p53"/>
          <p:cNvSpPr/>
          <p:nvPr/>
        </p:nvSpPr>
        <p:spPr>
          <a:xfrm>
            <a:off x="13337280" y="4830772"/>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56" name="Google Shape;956;p53"/>
          <p:cNvSpPr/>
          <p:nvPr/>
        </p:nvSpPr>
        <p:spPr>
          <a:xfrm>
            <a:off x="12400144" y="4716306"/>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57" name="Google Shape;957;p53"/>
          <p:cNvSpPr/>
          <p:nvPr/>
        </p:nvSpPr>
        <p:spPr>
          <a:xfrm>
            <a:off x="12861290" y="5470780"/>
            <a:ext cx="4596600" cy="727200"/>
          </a:xfrm>
          <a:prstGeom prst="roundRect">
            <a:avLst>
              <a:gd fmla="val 0" name="adj"/>
            </a:avLst>
          </a:prstGeom>
          <a:solidFill>
            <a:schemeClr val="accent5"/>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58" name="Google Shape;958;p53"/>
          <p:cNvSpPr/>
          <p:nvPr/>
        </p:nvSpPr>
        <p:spPr>
          <a:xfrm>
            <a:off x="13902820" y="5680496"/>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59" name="Google Shape;959;p53"/>
          <p:cNvSpPr/>
          <p:nvPr/>
        </p:nvSpPr>
        <p:spPr>
          <a:xfrm>
            <a:off x="12965684" y="5566030"/>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60" name="Google Shape;960;p53"/>
          <p:cNvSpPr/>
          <p:nvPr/>
        </p:nvSpPr>
        <p:spPr>
          <a:xfrm>
            <a:off x="12295750" y="6320504"/>
            <a:ext cx="4596600" cy="727200"/>
          </a:xfrm>
          <a:prstGeom prst="roundRect">
            <a:avLst>
              <a:gd fmla="val 0" name="adj"/>
            </a:avLst>
          </a:prstGeom>
          <a:solidFill>
            <a:schemeClr val="accent4"/>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61" name="Google Shape;961;p53"/>
          <p:cNvSpPr/>
          <p:nvPr/>
        </p:nvSpPr>
        <p:spPr>
          <a:xfrm>
            <a:off x="13337280" y="6530220"/>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62" name="Google Shape;962;p53"/>
          <p:cNvSpPr/>
          <p:nvPr/>
        </p:nvSpPr>
        <p:spPr>
          <a:xfrm>
            <a:off x="12400144" y="6415754"/>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63" name="Google Shape;963;p53"/>
          <p:cNvSpPr/>
          <p:nvPr/>
        </p:nvSpPr>
        <p:spPr>
          <a:xfrm>
            <a:off x="11164670" y="8019952"/>
            <a:ext cx="4596600" cy="727200"/>
          </a:xfrm>
          <a:prstGeom prst="roundRect">
            <a:avLst>
              <a:gd fmla="val 0" name="adj"/>
            </a:avLst>
          </a:prstGeom>
          <a:solidFill>
            <a:srgbClr val="D13B5F"/>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64" name="Google Shape;964;p53"/>
          <p:cNvSpPr/>
          <p:nvPr/>
        </p:nvSpPr>
        <p:spPr>
          <a:xfrm>
            <a:off x="12206200" y="8229668"/>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65" name="Google Shape;965;p53"/>
          <p:cNvSpPr/>
          <p:nvPr/>
        </p:nvSpPr>
        <p:spPr>
          <a:xfrm>
            <a:off x="11269064" y="8115202"/>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66" name="Google Shape;966;p53"/>
          <p:cNvSpPr/>
          <p:nvPr/>
        </p:nvSpPr>
        <p:spPr>
          <a:xfrm>
            <a:off x="11730210" y="7170228"/>
            <a:ext cx="4596600" cy="727200"/>
          </a:xfrm>
          <a:prstGeom prst="roundRect">
            <a:avLst>
              <a:gd fmla="val 0" name="adj"/>
            </a:avLst>
          </a:prstGeom>
          <a:solidFill>
            <a:srgbClr val="D13B5F">
              <a:alpha val="68630"/>
            </a:srgbClr>
          </a:soli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967" name="Google Shape;967;p53"/>
          <p:cNvSpPr/>
          <p:nvPr/>
        </p:nvSpPr>
        <p:spPr>
          <a:xfrm>
            <a:off x="12771740" y="7379944"/>
            <a:ext cx="3179400" cy="307800"/>
          </a:xfrm>
          <a:prstGeom prst="roundRect">
            <a:avLst>
              <a:gd fmla="val 0" name="adj"/>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lt1"/>
                </a:solidFill>
                <a:latin typeface="Roboto"/>
                <a:ea typeface="Roboto"/>
                <a:cs typeface="Roboto"/>
                <a:sym typeface="Roboto"/>
              </a:rPr>
              <a:t>YOUR TEXT HERE</a:t>
            </a:r>
            <a:endParaRPr sz="2800"/>
          </a:p>
        </p:txBody>
      </p:sp>
      <p:sp>
        <p:nvSpPr>
          <p:cNvPr id="968" name="Google Shape;968;p53"/>
          <p:cNvSpPr/>
          <p:nvPr/>
        </p:nvSpPr>
        <p:spPr>
          <a:xfrm>
            <a:off x="11834604" y="7265478"/>
            <a:ext cx="537000" cy="537000"/>
          </a:xfrm>
          <a:prstGeom prst="ellipse">
            <a:avLst/>
          </a:prstGeom>
          <a:solidFill>
            <a:schemeClr val="lt1"/>
          </a:solidFill>
          <a:ln>
            <a:noFill/>
          </a:ln>
          <a:effectLst>
            <a:outerShdw blurRad="101600" rotWithShape="0" algn="l" dist="76200">
              <a:srgbClr val="000000">
                <a:alpha val="20000"/>
              </a:srgbClr>
            </a:outerShdw>
          </a:effectLst>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chemeClr val="lt1"/>
              </a:solidFill>
              <a:latin typeface="Roboto"/>
              <a:ea typeface="Roboto"/>
              <a:cs typeface="Roboto"/>
              <a:sym typeface="Roboto"/>
            </a:endParaRPr>
          </a:p>
        </p:txBody>
      </p:sp>
      <p:sp>
        <p:nvSpPr>
          <p:cNvPr id="969" name="Google Shape;969;p53"/>
          <p:cNvSpPr/>
          <p:nvPr/>
        </p:nvSpPr>
        <p:spPr>
          <a:xfrm rot="2700000">
            <a:off x="7830903" y="4521222"/>
            <a:ext cx="2626195" cy="2626195"/>
          </a:xfrm>
          <a:prstGeom prst="roundRect">
            <a:avLst>
              <a:gd fmla="val 16667" name="adj"/>
            </a:avLst>
          </a:prstGeom>
          <a:solidFill>
            <a:srgbClr val="A5A5A5"/>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970" name="Google Shape;970;p53"/>
          <p:cNvSpPr/>
          <p:nvPr/>
        </p:nvSpPr>
        <p:spPr>
          <a:xfrm rot="2700000">
            <a:off x="7690896" y="4381414"/>
            <a:ext cx="2906209" cy="2906209"/>
          </a:xfrm>
          <a:prstGeom prst="roundRect">
            <a:avLst>
              <a:gd fmla="val 16667" name="adj"/>
            </a:avLst>
          </a:prstGeom>
          <a:solidFill>
            <a:srgbClr val="1C1E4C"/>
          </a:solidFill>
          <a:ln cap="flat" cmpd="sng" w="19050">
            <a:solidFill>
              <a:srgbClr val="1C1E4C"/>
            </a:solidFill>
            <a:prstDash val="dash"/>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971" name="Google Shape;971;p53"/>
          <p:cNvSpPr/>
          <p:nvPr/>
        </p:nvSpPr>
        <p:spPr>
          <a:xfrm>
            <a:off x="10746980" y="2312378"/>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01</a:t>
            </a:r>
            <a:endParaRPr b="1" sz="1600">
              <a:solidFill>
                <a:srgbClr val="5B5B5B"/>
              </a:solidFill>
              <a:latin typeface="Roboto"/>
              <a:ea typeface="Roboto"/>
              <a:cs typeface="Roboto"/>
              <a:sym typeface="Roboto"/>
            </a:endParaRPr>
          </a:p>
        </p:txBody>
      </p:sp>
      <p:sp>
        <p:nvSpPr>
          <p:cNvPr id="972" name="Google Shape;972;p53"/>
          <p:cNvSpPr/>
          <p:nvPr/>
        </p:nvSpPr>
        <p:spPr>
          <a:xfrm>
            <a:off x="11312518" y="3162102"/>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02</a:t>
            </a:r>
            <a:endParaRPr b="1" sz="1600">
              <a:solidFill>
                <a:srgbClr val="5B5B5B"/>
              </a:solidFill>
              <a:latin typeface="Roboto"/>
              <a:ea typeface="Roboto"/>
              <a:cs typeface="Roboto"/>
              <a:sym typeface="Roboto"/>
            </a:endParaRPr>
          </a:p>
        </p:txBody>
      </p:sp>
      <p:sp>
        <p:nvSpPr>
          <p:cNvPr id="973" name="Google Shape;973;p53"/>
          <p:cNvSpPr/>
          <p:nvPr/>
        </p:nvSpPr>
        <p:spPr>
          <a:xfrm>
            <a:off x="11878058" y="401182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03</a:t>
            </a:r>
            <a:endParaRPr b="1" sz="1600">
              <a:solidFill>
                <a:srgbClr val="5B5B5B"/>
              </a:solidFill>
              <a:latin typeface="Roboto"/>
              <a:ea typeface="Roboto"/>
              <a:cs typeface="Roboto"/>
              <a:sym typeface="Roboto"/>
            </a:endParaRPr>
          </a:p>
        </p:txBody>
      </p:sp>
      <p:sp>
        <p:nvSpPr>
          <p:cNvPr id="974" name="Google Shape;974;p53"/>
          <p:cNvSpPr/>
          <p:nvPr/>
        </p:nvSpPr>
        <p:spPr>
          <a:xfrm>
            <a:off x="12443598" y="4861550"/>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04</a:t>
            </a:r>
            <a:endParaRPr b="1" sz="1600">
              <a:solidFill>
                <a:srgbClr val="5B5B5B"/>
              </a:solidFill>
              <a:latin typeface="Roboto"/>
              <a:ea typeface="Roboto"/>
              <a:cs typeface="Roboto"/>
              <a:sym typeface="Roboto"/>
            </a:endParaRPr>
          </a:p>
        </p:txBody>
      </p:sp>
      <p:sp>
        <p:nvSpPr>
          <p:cNvPr id="975" name="Google Shape;975;p53"/>
          <p:cNvSpPr/>
          <p:nvPr/>
        </p:nvSpPr>
        <p:spPr>
          <a:xfrm>
            <a:off x="13009138" y="5711274"/>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05</a:t>
            </a:r>
            <a:endParaRPr b="1" sz="1600">
              <a:solidFill>
                <a:srgbClr val="5B5B5B"/>
              </a:solidFill>
              <a:latin typeface="Roboto"/>
              <a:ea typeface="Roboto"/>
              <a:cs typeface="Roboto"/>
              <a:sym typeface="Roboto"/>
            </a:endParaRPr>
          </a:p>
        </p:txBody>
      </p:sp>
      <p:sp>
        <p:nvSpPr>
          <p:cNvPr id="976" name="Google Shape;976;p53"/>
          <p:cNvSpPr/>
          <p:nvPr/>
        </p:nvSpPr>
        <p:spPr>
          <a:xfrm>
            <a:off x="12443598" y="656099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06</a:t>
            </a:r>
            <a:endParaRPr sz="1600">
              <a:solidFill>
                <a:srgbClr val="5B5B5B"/>
              </a:solidFill>
              <a:latin typeface="Roboto"/>
              <a:ea typeface="Roboto"/>
              <a:cs typeface="Roboto"/>
              <a:sym typeface="Roboto"/>
            </a:endParaRPr>
          </a:p>
        </p:txBody>
      </p:sp>
      <p:sp>
        <p:nvSpPr>
          <p:cNvPr id="977" name="Google Shape;977;p53"/>
          <p:cNvSpPr/>
          <p:nvPr/>
        </p:nvSpPr>
        <p:spPr>
          <a:xfrm>
            <a:off x="11878058" y="7410722"/>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07</a:t>
            </a:r>
            <a:endParaRPr b="1" sz="1600">
              <a:solidFill>
                <a:srgbClr val="5B5B5B"/>
              </a:solidFill>
              <a:latin typeface="Roboto"/>
              <a:ea typeface="Roboto"/>
              <a:cs typeface="Roboto"/>
              <a:sym typeface="Roboto"/>
            </a:endParaRPr>
          </a:p>
        </p:txBody>
      </p:sp>
      <p:sp>
        <p:nvSpPr>
          <p:cNvPr id="978" name="Google Shape;978;p53"/>
          <p:cNvSpPr/>
          <p:nvPr/>
        </p:nvSpPr>
        <p:spPr>
          <a:xfrm>
            <a:off x="11312518" y="826044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08</a:t>
            </a:r>
            <a:endParaRPr b="1" sz="1600">
              <a:solidFill>
                <a:srgbClr val="5B5B5B"/>
              </a:solidFill>
              <a:latin typeface="Roboto"/>
              <a:ea typeface="Roboto"/>
              <a:cs typeface="Roboto"/>
              <a:sym typeface="Roboto"/>
            </a:endParaRPr>
          </a:p>
        </p:txBody>
      </p:sp>
      <p:sp>
        <p:nvSpPr>
          <p:cNvPr id="979" name="Google Shape;979;p53"/>
          <p:cNvSpPr/>
          <p:nvPr/>
        </p:nvSpPr>
        <p:spPr>
          <a:xfrm>
            <a:off x="10746980" y="9110174"/>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09</a:t>
            </a:r>
            <a:endParaRPr b="1" sz="1600">
              <a:solidFill>
                <a:srgbClr val="5B5B5B"/>
              </a:solidFill>
              <a:latin typeface="Roboto"/>
              <a:ea typeface="Roboto"/>
              <a:cs typeface="Roboto"/>
              <a:sym typeface="Roboto"/>
            </a:endParaRPr>
          </a:p>
        </p:txBody>
      </p:sp>
      <p:sp>
        <p:nvSpPr>
          <p:cNvPr id="980" name="Google Shape;980;p53"/>
          <p:cNvSpPr/>
          <p:nvPr/>
        </p:nvSpPr>
        <p:spPr>
          <a:xfrm flipH="1">
            <a:off x="7089714" y="2312378"/>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18</a:t>
            </a:r>
            <a:endParaRPr b="1" sz="1600">
              <a:solidFill>
                <a:srgbClr val="5B5B5B"/>
              </a:solidFill>
              <a:latin typeface="Roboto"/>
              <a:ea typeface="Roboto"/>
              <a:cs typeface="Roboto"/>
              <a:sym typeface="Roboto"/>
            </a:endParaRPr>
          </a:p>
        </p:txBody>
      </p:sp>
      <p:sp>
        <p:nvSpPr>
          <p:cNvPr id="981" name="Google Shape;981;p53"/>
          <p:cNvSpPr/>
          <p:nvPr/>
        </p:nvSpPr>
        <p:spPr>
          <a:xfrm flipH="1">
            <a:off x="6524176" y="3162102"/>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17</a:t>
            </a:r>
            <a:endParaRPr b="1" sz="1600">
              <a:solidFill>
                <a:srgbClr val="5B5B5B"/>
              </a:solidFill>
              <a:latin typeface="Roboto"/>
              <a:ea typeface="Roboto"/>
              <a:cs typeface="Roboto"/>
              <a:sym typeface="Roboto"/>
            </a:endParaRPr>
          </a:p>
        </p:txBody>
      </p:sp>
      <p:sp>
        <p:nvSpPr>
          <p:cNvPr id="982" name="Google Shape;982;p53"/>
          <p:cNvSpPr/>
          <p:nvPr/>
        </p:nvSpPr>
        <p:spPr>
          <a:xfrm flipH="1">
            <a:off x="5958636" y="401182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16</a:t>
            </a:r>
            <a:endParaRPr b="1" sz="1600">
              <a:solidFill>
                <a:srgbClr val="5B5B5B"/>
              </a:solidFill>
              <a:latin typeface="Roboto"/>
              <a:ea typeface="Roboto"/>
              <a:cs typeface="Roboto"/>
              <a:sym typeface="Roboto"/>
            </a:endParaRPr>
          </a:p>
        </p:txBody>
      </p:sp>
      <p:sp>
        <p:nvSpPr>
          <p:cNvPr id="983" name="Google Shape;983;p53"/>
          <p:cNvSpPr/>
          <p:nvPr/>
        </p:nvSpPr>
        <p:spPr>
          <a:xfrm flipH="1">
            <a:off x="5393096" y="4861550"/>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15</a:t>
            </a:r>
            <a:endParaRPr b="1" sz="1600">
              <a:solidFill>
                <a:srgbClr val="5B5B5B"/>
              </a:solidFill>
              <a:latin typeface="Roboto"/>
              <a:ea typeface="Roboto"/>
              <a:cs typeface="Roboto"/>
              <a:sym typeface="Roboto"/>
            </a:endParaRPr>
          </a:p>
        </p:txBody>
      </p:sp>
      <p:sp>
        <p:nvSpPr>
          <p:cNvPr id="984" name="Google Shape;984;p53"/>
          <p:cNvSpPr/>
          <p:nvPr/>
        </p:nvSpPr>
        <p:spPr>
          <a:xfrm flipH="1">
            <a:off x="4827556" y="5711274"/>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14</a:t>
            </a:r>
            <a:endParaRPr b="1" sz="1600">
              <a:solidFill>
                <a:srgbClr val="5B5B5B"/>
              </a:solidFill>
              <a:latin typeface="Roboto"/>
              <a:ea typeface="Roboto"/>
              <a:cs typeface="Roboto"/>
              <a:sym typeface="Roboto"/>
            </a:endParaRPr>
          </a:p>
        </p:txBody>
      </p:sp>
      <p:sp>
        <p:nvSpPr>
          <p:cNvPr id="985" name="Google Shape;985;p53"/>
          <p:cNvSpPr/>
          <p:nvPr/>
        </p:nvSpPr>
        <p:spPr>
          <a:xfrm flipH="1">
            <a:off x="5393096" y="656099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13</a:t>
            </a:r>
            <a:endParaRPr b="1" sz="1600">
              <a:solidFill>
                <a:srgbClr val="5B5B5B"/>
              </a:solidFill>
              <a:latin typeface="Roboto"/>
              <a:ea typeface="Roboto"/>
              <a:cs typeface="Roboto"/>
              <a:sym typeface="Roboto"/>
            </a:endParaRPr>
          </a:p>
        </p:txBody>
      </p:sp>
      <p:sp>
        <p:nvSpPr>
          <p:cNvPr id="986" name="Google Shape;986;p53"/>
          <p:cNvSpPr/>
          <p:nvPr/>
        </p:nvSpPr>
        <p:spPr>
          <a:xfrm flipH="1">
            <a:off x="5958636" y="7410722"/>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12</a:t>
            </a:r>
            <a:endParaRPr b="1" sz="1600">
              <a:solidFill>
                <a:srgbClr val="5B5B5B"/>
              </a:solidFill>
              <a:latin typeface="Roboto"/>
              <a:ea typeface="Roboto"/>
              <a:cs typeface="Roboto"/>
              <a:sym typeface="Roboto"/>
            </a:endParaRPr>
          </a:p>
        </p:txBody>
      </p:sp>
      <p:sp>
        <p:nvSpPr>
          <p:cNvPr id="987" name="Google Shape;987;p53"/>
          <p:cNvSpPr/>
          <p:nvPr/>
        </p:nvSpPr>
        <p:spPr>
          <a:xfrm flipH="1">
            <a:off x="6524176" y="8260446"/>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5B5B5B"/>
                </a:solidFill>
                <a:latin typeface="Roboto"/>
                <a:ea typeface="Roboto"/>
                <a:cs typeface="Roboto"/>
                <a:sym typeface="Roboto"/>
              </a:rPr>
              <a:t>11</a:t>
            </a:r>
            <a:endParaRPr b="1" sz="1600">
              <a:solidFill>
                <a:srgbClr val="5B5B5B"/>
              </a:solidFill>
              <a:latin typeface="Roboto"/>
              <a:ea typeface="Roboto"/>
              <a:cs typeface="Roboto"/>
              <a:sym typeface="Roboto"/>
            </a:endParaRPr>
          </a:p>
        </p:txBody>
      </p:sp>
      <p:sp>
        <p:nvSpPr>
          <p:cNvPr id="988" name="Google Shape;988;p53"/>
          <p:cNvSpPr/>
          <p:nvPr/>
        </p:nvSpPr>
        <p:spPr>
          <a:xfrm flipH="1">
            <a:off x="7089714" y="9110174"/>
            <a:ext cx="450000" cy="2460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5B5B5B"/>
                </a:solidFill>
                <a:latin typeface="Roboto"/>
                <a:ea typeface="Roboto"/>
                <a:cs typeface="Roboto"/>
                <a:sym typeface="Roboto"/>
              </a:rPr>
              <a:t>10</a:t>
            </a:r>
            <a:endParaRPr b="1" sz="1600">
              <a:solidFill>
                <a:srgbClr val="5B5B5B"/>
              </a:solidFill>
              <a:latin typeface="Roboto"/>
              <a:ea typeface="Roboto"/>
              <a:cs typeface="Roboto"/>
              <a:sym typeface="Roboto"/>
            </a:endParaRPr>
          </a:p>
        </p:txBody>
      </p:sp>
      <p:sp>
        <p:nvSpPr>
          <p:cNvPr id="989" name="Google Shape;989;p53"/>
          <p:cNvSpPr/>
          <p:nvPr/>
        </p:nvSpPr>
        <p:spPr>
          <a:xfrm>
            <a:off x="7924800" y="5341946"/>
            <a:ext cx="2438400" cy="984600"/>
          </a:xfrm>
          <a:prstGeom prst="roundRect">
            <a:avLst>
              <a:gd fmla="val 0" name="adj"/>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3200">
                <a:solidFill>
                  <a:schemeClr val="lt1"/>
                </a:solidFill>
                <a:latin typeface="Roboto"/>
                <a:ea typeface="Roboto"/>
                <a:cs typeface="Roboto"/>
                <a:sym typeface="Roboto"/>
              </a:rPr>
              <a:t>Cost Analysis</a:t>
            </a:r>
            <a:endParaRPr sz="2800"/>
          </a:p>
        </p:txBody>
      </p:sp>
      <p:grpSp>
        <p:nvGrpSpPr>
          <p:cNvPr id="990" name="Google Shape;990;p53"/>
          <p:cNvGrpSpPr/>
          <p:nvPr/>
        </p:nvGrpSpPr>
        <p:grpSpPr>
          <a:xfrm>
            <a:off x="5426710" y="2435219"/>
            <a:ext cx="2698286" cy="6716457"/>
            <a:chOff x="2709140" y="1217609"/>
            <a:chExt cx="1349143" cy="3358229"/>
          </a:xfrm>
        </p:grpSpPr>
        <p:cxnSp>
          <p:nvCxnSpPr>
            <p:cNvPr id="991" name="Google Shape;991;p53"/>
            <p:cNvCxnSpPr>
              <a:stCxn id="970" idx="1"/>
              <a:endCxn id="918" idx="1"/>
            </p:cNvCxnSpPr>
            <p:nvPr/>
          </p:nvCxnSpPr>
          <p:spPr>
            <a:xfrm rot="10800000">
              <a:off x="3840135" y="1217609"/>
              <a:ext cx="213900" cy="1185900"/>
            </a:xfrm>
            <a:prstGeom prst="straightConnector1">
              <a:avLst/>
            </a:prstGeom>
            <a:noFill/>
            <a:ln cap="flat" cmpd="sng" w="25400">
              <a:solidFill>
                <a:srgbClr val="7F7F7F"/>
              </a:solidFill>
              <a:prstDash val="dash"/>
              <a:round/>
              <a:headEnd len="sm" w="sm" type="triangle"/>
              <a:tailEnd len="sm" w="sm" type="none"/>
            </a:ln>
          </p:spPr>
        </p:cxnSp>
        <p:cxnSp>
          <p:nvCxnSpPr>
            <p:cNvPr id="992" name="Google Shape;992;p53"/>
            <p:cNvCxnSpPr>
              <a:stCxn id="970" idx="1"/>
              <a:endCxn id="924" idx="1"/>
            </p:cNvCxnSpPr>
            <p:nvPr/>
          </p:nvCxnSpPr>
          <p:spPr>
            <a:xfrm rot="10800000">
              <a:off x="3274635" y="2067509"/>
              <a:ext cx="779400" cy="336000"/>
            </a:xfrm>
            <a:prstGeom prst="straightConnector1">
              <a:avLst/>
            </a:prstGeom>
            <a:noFill/>
            <a:ln cap="flat" cmpd="sng" w="25400">
              <a:solidFill>
                <a:srgbClr val="7F7F7F"/>
              </a:solidFill>
              <a:prstDash val="dash"/>
              <a:round/>
              <a:headEnd len="sm" w="sm" type="triangle"/>
              <a:tailEnd len="sm" w="sm" type="none"/>
            </a:ln>
          </p:spPr>
        </p:cxnSp>
        <p:cxnSp>
          <p:nvCxnSpPr>
            <p:cNvPr id="993" name="Google Shape;993;p53"/>
            <p:cNvCxnSpPr>
              <a:stCxn id="970" idx="1"/>
              <a:endCxn id="927" idx="1"/>
            </p:cNvCxnSpPr>
            <p:nvPr/>
          </p:nvCxnSpPr>
          <p:spPr>
            <a:xfrm flipH="1">
              <a:off x="2992035" y="2403509"/>
              <a:ext cx="1062000" cy="88800"/>
            </a:xfrm>
            <a:prstGeom prst="straightConnector1">
              <a:avLst/>
            </a:prstGeom>
            <a:noFill/>
            <a:ln cap="flat" cmpd="sng" w="25400">
              <a:solidFill>
                <a:srgbClr val="7F7F7F"/>
              </a:solidFill>
              <a:prstDash val="dash"/>
              <a:round/>
              <a:headEnd len="sm" w="sm" type="triangle"/>
              <a:tailEnd len="sm" w="sm" type="none"/>
            </a:ln>
          </p:spPr>
        </p:cxnSp>
        <p:cxnSp>
          <p:nvCxnSpPr>
            <p:cNvPr id="994" name="Google Shape;994;p53"/>
            <p:cNvCxnSpPr>
              <a:endCxn id="930" idx="1"/>
            </p:cNvCxnSpPr>
            <p:nvPr/>
          </p:nvCxnSpPr>
          <p:spPr>
            <a:xfrm rot="10800000">
              <a:off x="2709140" y="2917190"/>
              <a:ext cx="930000" cy="0"/>
            </a:xfrm>
            <a:prstGeom prst="straightConnector1">
              <a:avLst/>
            </a:prstGeom>
            <a:noFill/>
            <a:ln cap="flat" cmpd="sng" w="25400">
              <a:solidFill>
                <a:srgbClr val="7F7F7F"/>
              </a:solidFill>
              <a:prstDash val="dash"/>
              <a:round/>
              <a:headEnd len="sm" w="sm" type="triangle"/>
              <a:tailEnd len="sm" w="sm" type="none"/>
            </a:ln>
          </p:spPr>
        </p:cxnSp>
        <p:grpSp>
          <p:nvGrpSpPr>
            <p:cNvPr id="995" name="Google Shape;995;p53"/>
            <p:cNvGrpSpPr/>
            <p:nvPr/>
          </p:nvGrpSpPr>
          <p:grpSpPr>
            <a:xfrm flipH="1" rot="10800000">
              <a:off x="2995983" y="3301438"/>
              <a:ext cx="1062300" cy="1274400"/>
              <a:chOff x="2995983" y="1608018"/>
              <a:chExt cx="1062300" cy="1274400"/>
            </a:xfrm>
          </p:grpSpPr>
          <p:cxnSp>
            <p:nvCxnSpPr>
              <p:cNvPr id="996" name="Google Shape;996;p53"/>
              <p:cNvCxnSpPr/>
              <p:nvPr/>
            </p:nvCxnSpPr>
            <p:spPr>
              <a:xfrm rot="10800000">
                <a:off x="3844383" y="1608018"/>
                <a:ext cx="213900" cy="1185600"/>
              </a:xfrm>
              <a:prstGeom prst="straightConnector1">
                <a:avLst/>
              </a:prstGeom>
              <a:noFill/>
              <a:ln cap="flat" cmpd="sng" w="25400">
                <a:solidFill>
                  <a:srgbClr val="7F7F7F"/>
                </a:solidFill>
                <a:prstDash val="dash"/>
                <a:round/>
                <a:headEnd len="sm" w="sm" type="triangle"/>
                <a:tailEnd len="sm" w="sm" type="none"/>
              </a:ln>
            </p:spPr>
          </p:cxnSp>
          <p:cxnSp>
            <p:nvCxnSpPr>
              <p:cNvPr id="997" name="Google Shape;997;p53"/>
              <p:cNvCxnSpPr/>
              <p:nvPr/>
            </p:nvCxnSpPr>
            <p:spPr>
              <a:xfrm rot="10800000">
                <a:off x="3572283" y="2042118"/>
                <a:ext cx="486000" cy="751500"/>
              </a:xfrm>
              <a:prstGeom prst="straightConnector1">
                <a:avLst/>
              </a:prstGeom>
              <a:noFill/>
              <a:ln cap="flat" cmpd="sng" w="25400">
                <a:solidFill>
                  <a:srgbClr val="7F7F7F"/>
                </a:solidFill>
                <a:prstDash val="dash"/>
                <a:round/>
                <a:headEnd len="sm" w="sm" type="triangle"/>
                <a:tailEnd len="sm" w="sm" type="none"/>
              </a:ln>
            </p:spPr>
          </p:cxnSp>
          <p:cxnSp>
            <p:nvCxnSpPr>
              <p:cNvPr id="998" name="Google Shape;998;p53"/>
              <p:cNvCxnSpPr/>
              <p:nvPr/>
            </p:nvCxnSpPr>
            <p:spPr>
              <a:xfrm rot="10800000">
                <a:off x="3278883" y="2457618"/>
                <a:ext cx="779400" cy="336000"/>
              </a:xfrm>
              <a:prstGeom prst="straightConnector1">
                <a:avLst/>
              </a:prstGeom>
              <a:noFill/>
              <a:ln cap="flat" cmpd="sng" w="25400">
                <a:solidFill>
                  <a:srgbClr val="7F7F7F"/>
                </a:solidFill>
                <a:prstDash val="dash"/>
                <a:round/>
                <a:headEnd len="sm" w="sm" type="triangle"/>
                <a:tailEnd len="sm" w="sm" type="none"/>
              </a:ln>
            </p:spPr>
          </p:cxnSp>
          <p:cxnSp>
            <p:nvCxnSpPr>
              <p:cNvPr id="999" name="Google Shape;999;p53"/>
              <p:cNvCxnSpPr/>
              <p:nvPr/>
            </p:nvCxnSpPr>
            <p:spPr>
              <a:xfrm flipH="1">
                <a:off x="2995983" y="2793618"/>
                <a:ext cx="1062300" cy="88800"/>
              </a:xfrm>
              <a:prstGeom prst="straightConnector1">
                <a:avLst/>
              </a:prstGeom>
              <a:noFill/>
              <a:ln cap="flat" cmpd="sng" w="25400">
                <a:solidFill>
                  <a:srgbClr val="7F7F7F"/>
                </a:solidFill>
                <a:prstDash val="dash"/>
                <a:round/>
                <a:headEnd len="sm" w="sm" type="triangle"/>
                <a:tailEnd len="sm" w="sm" type="none"/>
              </a:ln>
            </p:spPr>
          </p:cxnSp>
        </p:grpSp>
      </p:grpSp>
      <p:grpSp>
        <p:nvGrpSpPr>
          <p:cNvPr id="1000" name="Google Shape;1000;p53"/>
          <p:cNvGrpSpPr/>
          <p:nvPr/>
        </p:nvGrpSpPr>
        <p:grpSpPr>
          <a:xfrm flipH="1">
            <a:off x="10163004" y="2435754"/>
            <a:ext cx="2689636" cy="6715922"/>
            <a:chOff x="2713465" y="1217877"/>
            <a:chExt cx="1344818" cy="3357961"/>
          </a:xfrm>
        </p:grpSpPr>
        <p:cxnSp>
          <p:nvCxnSpPr>
            <p:cNvPr id="1001" name="Google Shape;1001;p53"/>
            <p:cNvCxnSpPr/>
            <p:nvPr/>
          </p:nvCxnSpPr>
          <p:spPr>
            <a:xfrm rot="10800000">
              <a:off x="3844383" y="1217877"/>
              <a:ext cx="213900" cy="1185600"/>
            </a:xfrm>
            <a:prstGeom prst="straightConnector1">
              <a:avLst/>
            </a:prstGeom>
            <a:noFill/>
            <a:ln cap="flat" cmpd="sng" w="25400">
              <a:solidFill>
                <a:srgbClr val="7F7F7F"/>
              </a:solidFill>
              <a:prstDash val="dash"/>
              <a:round/>
              <a:headEnd len="sm" w="sm" type="triangle"/>
              <a:tailEnd len="sm" w="sm" type="none"/>
            </a:ln>
          </p:spPr>
        </p:cxnSp>
        <p:cxnSp>
          <p:nvCxnSpPr>
            <p:cNvPr id="1002" name="Google Shape;1002;p53"/>
            <p:cNvCxnSpPr/>
            <p:nvPr/>
          </p:nvCxnSpPr>
          <p:spPr>
            <a:xfrm rot="10800000">
              <a:off x="3572283" y="1651977"/>
              <a:ext cx="486000" cy="751500"/>
            </a:xfrm>
            <a:prstGeom prst="straightConnector1">
              <a:avLst/>
            </a:prstGeom>
            <a:noFill/>
            <a:ln cap="flat" cmpd="sng" w="25400">
              <a:solidFill>
                <a:srgbClr val="7F7F7F"/>
              </a:solidFill>
              <a:prstDash val="dash"/>
              <a:round/>
              <a:headEnd len="sm" w="sm" type="triangle"/>
              <a:tailEnd len="sm" w="sm" type="none"/>
            </a:ln>
          </p:spPr>
        </p:cxnSp>
        <p:cxnSp>
          <p:nvCxnSpPr>
            <p:cNvPr id="1003" name="Google Shape;1003;p53"/>
            <p:cNvCxnSpPr/>
            <p:nvPr/>
          </p:nvCxnSpPr>
          <p:spPr>
            <a:xfrm rot="10800000">
              <a:off x="3278883" y="2067477"/>
              <a:ext cx="779400" cy="336000"/>
            </a:xfrm>
            <a:prstGeom prst="straightConnector1">
              <a:avLst/>
            </a:prstGeom>
            <a:noFill/>
            <a:ln cap="flat" cmpd="sng" w="25400">
              <a:solidFill>
                <a:srgbClr val="7F7F7F"/>
              </a:solidFill>
              <a:prstDash val="dash"/>
              <a:round/>
              <a:headEnd len="sm" w="sm" type="triangle"/>
              <a:tailEnd len="sm" w="sm" type="none"/>
            </a:ln>
          </p:spPr>
        </p:cxnSp>
        <p:cxnSp>
          <p:nvCxnSpPr>
            <p:cNvPr id="1004" name="Google Shape;1004;p53"/>
            <p:cNvCxnSpPr/>
            <p:nvPr/>
          </p:nvCxnSpPr>
          <p:spPr>
            <a:xfrm flipH="1">
              <a:off x="2995983" y="2403477"/>
              <a:ext cx="1062300" cy="88800"/>
            </a:xfrm>
            <a:prstGeom prst="straightConnector1">
              <a:avLst/>
            </a:prstGeom>
            <a:noFill/>
            <a:ln cap="flat" cmpd="sng" w="25400">
              <a:solidFill>
                <a:srgbClr val="7F7F7F"/>
              </a:solidFill>
              <a:prstDash val="dash"/>
              <a:round/>
              <a:headEnd len="sm" w="sm" type="triangle"/>
              <a:tailEnd len="sm" w="sm" type="none"/>
            </a:ln>
          </p:spPr>
        </p:cxnSp>
        <p:cxnSp>
          <p:nvCxnSpPr>
            <p:cNvPr id="1005" name="Google Shape;1005;p53"/>
            <p:cNvCxnSpPr/>
            <p:nvPr/>
          </p:nvCxnSpPr>
          <p:spPr>
            <a:xfrm rot="10800000">
              <a:off x="2713465" y="2917192"/>
              <a:ext cx="930000" cy="0"/>
            </a:xfrm>
            <a:prstGeom prst="straightConnector1">
              <a:avLst/>
            </a:prstGeom>
            <a:noFill/>
            <a:ln cap="flat" cmpd="sng" w="25400">
              <a:solidFill>
                <a:srgbClr val="7F7F7F"/>
              </a:solidFill>
              <a:prstDash val="dash"/>
              <a:round/>
              <a:headEnd len="sm" w="sm" type="triangle"/>
              <a:tailEnd len="sm" w="sm" type="none"/>
            </a:ln>
          </p:spPr>
        </p:cxnSp>
        <p:grpSp>
          <p:nvGrpSpPr>
            <p:cNvPr id="1006" name="Google Shape;1006;p53"/>
            <p:cNvGrpSpPr/>
            <p:nvPr/>
          </p:nvGrpSpPr>
          <p:grpSpPr>
            <a:xfrm flipH="1" rot="10800000">
              <a:off x="2995983" y="3301438"/>
              <a:ext cx="1062300" cy="1274400"/>
              <a:chOff x="2995983" y="1608018"/>
              <a:chExt cx="1062300" cy="1274400"/>
            </a:xfrm>
          </p:grpSpPr>
          <p:cxnSp>
            <p:nvCxnSpPr>
              <p:cNvPr id="1007" name="Google Shape;1007;p53"/>
              <p:cNvCxnSpPr/>
              <p:nvPr/>
            </p:nvCxnSpPr>
            <p:spPr>
              <a:xfrm rot="10800000">
                <a:off x="3844383" y="1608018"/>
                <a:ext cx="213900" cy="1185600"/>
              </a:xfrm>
              <a:prstGeom prst="straightConnector1">
                <a:avLst/>
              </a:prstGeom>
              <a:noFill/>
              <a:ln cap="flat" cmpd="sng" w="25400">
                <a:solidFill>
                  <a:srgbClr val="7F7F7F"/>
                </a:solidFill>
                <a:prstDash val="dash"/>
                <a:round/>
                <a:headEnd len="sm" w="sm" type="triangle"/>
                <a:tailEnd len="sm" w="sm" type="none"/>
              </a:ln>
            </p:spPr>
          </p:cxnSp>
          <p:cxnSp>
            <p:nvCxnSpPr>
              <p:cNvPr id="1008" name="Google Shape;1008;p53"/>
              <p:cNvCxnSpPr/>
              <p:nvPr/>
            </p:nvCxnSpPr>
            <p:spPr>
              <a:xfrm rot="10800000">
                <a:off x="3572283" y="2042118"/>
                <a:ext cx="486000" cy="751500"/>
              </a:xfrm>
              <a:prstGeom prst="straightConnector1">
                <a:avLst/>
              </a:prstGeom>
              <a:noFill/>
              <a:ln cap="flat" cmpd="sng" w="25400">
                <a:solidFill>
                  <a:srgbClr val="7F7F7F"/>
                </a:solidFill>
                <a:prstDash val="dash"/>
                <a:round/>
                <a:headEnd len="sm" w="sm" type="triangle"/>
                <a:tailEnd len="sm" w="sm" type="none"/>
              </a:ln>
            </p:spPr>
          </p:cxnSp>
          <p:cxnSp>
            <p:nvCxnSpPr>
              <p:cNvPr id="1009" name="Google Shape;1009;p53"/>
              <p:cNvCxnSpPr/>
              <p:nvPr/>
            </p:nvCxnSpPr>
            <p:spPr>
              <a:xfrm rot="10800000">
                <a:off x="3278883" y="2457618"/>
                <a:ext cx="779400" cy="336000"/>
              </a:xfrm>
              <a:prstGeom prst="straightConnector1">
                <a:avLst/>
              </a:prstGeom>
              <a:noFill/>
              <a:ln cap="flat" cmpd="sng" w="25400">
                <a:solidFill>
                  <a:srgbClr val="7F7F7F"/>
                </a:solidFill>
                <a:prstDash val="dash"/>
                <a:round/>
                <a:headEnd len="sm" w="sm" type="triangle"/>
                <a:tailEnd len="sm" w="sm" type="none"/>
              </a:ln>
            </p:spPr>
          </p:cxnSp>
          <p:cxnSp>
            <p:nvCxnSpPr>
              <p:cNvPr id="1010" name="Google Shape;1010;p53"/>
              <p:cNvCxnSpPr/>
              <p:nvPr/>
            </p:nvCxnSpPr>
            <p:spPr>
              <a:xfrm flipH="1">
                <a:off x="2995983" y="2793618"/>
                <a:ext cx="1062300" cy="88800"/>
              </a:xfrm>
              <a:prstGeom prst="straightConnector1">
                <a:avLst/>
              </a:prstGeom>
              <a:noFill/>
              <a:ln cap="flat" cmpd="sng" w="25400">
                <a:solidFill>
                  <a:srgbClr val="7F7F7F"/>
                </a:solidFill>
                <a:prstDash val="dash"/>
                <a:round/>
                <a:headEnd len="sm" w="sm" type="triangle"/>
                <a:tailEnd len="sm" w="sm" type="none"/>
              </a:ln>
            </p:spPr>
          </p:cxnSp>
        </p:grpSp>
      </p:grpSp>
      <p:sp>
        <p:nvSpPr>
          <p:cNvPr id="1011" name="Google Shape;1011;p53"/>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solidFill>
                  <a:srgbClr val="1C1E4C"/>
                </a:solidFill>
                <a:latin typeface="Sora Medium"/>
                <a:ea typeface="Sora Medium"/>
                <a:cs typeface="Sora Medium"/>
                <a:sym typeface="Sora Medium"/>
              </a:rPr>
              <a:t>Enter your sub headline here</a:t>
            </a:r>
            <a:endParaRPr>
              <a:solidFill>
                <a:srgbClr val="1C1E4C"/>
              </a:solidFill>
              <a:latin typeface="Sora Medium"/>
              <a:ea typeface="Sora Medium"/>
              <a:cs typeface="Sora Medium"/>
              <a:sym typeface="Sora Medium"/>
            </a:endParaRPr>
          </a:p>
        </p:txBody>
      </p:sp>
      <p:sp>
        <p:nvSpPr>
          <p:cNvPr id="1012" name="Google Shape;1012;p53"/>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solidFill>
                  <a:srgbClr val="1C1E4C"/>
                </a:solidFill>
                <a:latin typeface="Sora Medium"/>
                <a:ea typeface="Sora Medium"/>
                <a:cs typeface="Sora Medium"/>
                <a:sym typeface="Sora Medium"/>
              </a:rPr>
              <a:t>Cost Analysis</a:t>
            </a:r>
            <a:endParaRPr>
              <a:solidFill>
                <a:srgbClr val="1C1E4C"/>
              </a:solidFill>
              <a:latin typeface="Sora Medium"/>
              <a:ea typeface="Sora Medium"/>
              <a:cs typeface="Sora Medium"/>
              <a:sym typeface="Sora Medium"/>
            </a:endParaRPr>
          </a:p>
        </p:txBody>
      </p:sp>
      <p:pic>
        <p:nvPicPr>
          <p:cNvPr id="1013" name="Google Shape;1013;p53"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cxnSp>
        <p:nvCxnSpPr>
          <p:cNvPr id="1018" name="Google Shape;1018;p54"/>
          <p:cNvCxnSpPr/>
          <p:nvPr/>
        </p:nvCxnSpPr>
        <p:spPr>
          <a:xfrm flipH="1" rot="10800000">
            <a:off x="3968520" y="8058122"/>
            <a:ext cx="3600" cy="639600"/>
          </a:xfrm>
          <a:prstGeom prst="straightConnector1">
            <a:avLst/>
          </a:prstGeom>
          <a:noFill/>
          <a:ln cap="flat" cmpd="sng" w="25400">
            <a:solidFill>
              <a:srgbClr val="5B5B5B"/>
            </a:solidFill>
            <a:prstDash val="solid"/>
            <a:round/>
            <a:headEnd len="sm" w="sm" type="none"/>
            <a:tailEnd len="sm" w="sm" type="none"/>
          </a:ln>
        </p:spPr>
      </p:cxnSp>
      <p:cxnSp>
        <p:nvCxnSpPr>
          <p:cNvPr id="1019" name="Google Shape;1019;p54"/>
          <p:cNvCxnSpPr/>
          <p:nvPr/>
        </p:nvCxnSpPr>
        <p:spPr>
          <a:xfrm flipH="1" rot="10800000">
            <a:off x="6219266" y="7609868"/>
            <a:ext cx="3600" cy="639600"/>
          </a:xfrm>
          <a:prstGeom prst="straightConnector1">
            <a:avLst/>
          </a:prstGeom>
          <a:noFill/>
          <a:ln cap="flat" cmpd="sng" w="25400">
            <a:solidFill>
              <a:srgbClr val="5B5B5B"/>
            </a:solidFill>
            <a:prstDash val="solid"/>
            <a:round/>
            <a:headEnd len="sm" w="sm" type="none"/>
            <a:tailEnd len="sm" w="sm" type="none"/>
          </a:ln>
        </p:spPr>
      </p:cxnSp>
      <p:cxnSp>
        <p:nvCxnSpPr>
          <p:cNvPr id="1020" name="Google Shape;1020;p54"/>
          <p:cNvCxnSpPr/>
          <p:nvPr/>
        </p:nvCxnSpPr>
        <p:spPr>
          <a:xfrm flipH="1" rot="10800000">
            <a:off x="8414428" y="7416314"/>
            <a:ext cx="3600" cy="639600"/>
          </a:xfrm>
          <a:prstGeom prst="straightConnector1">
            <a:avLst/>
          </a:prstGeom>
          <a:noFill/>
          <a:ln cap="flat" cmpd="sng" w="25400">
            <a:solidFill>
              <a:srgbClr val="5B5B5B"/>
            </a:solidFill>
            <a:prstDash val="solid"/>
            <a:round/>
            <a:headEnd len="sm" w="sm" type="none"/>
            <a:tailEnd len="sm" w="sm" type="none"/>
          </a:ln>
        </p:spPr>
      </p:cxnSp>
      <p:cxnSp>
        <p:nvCxnSpPr>
          <p:cNvPr id="1021" name="Google Shape;1021;p54"/>
          <p:cNvCxnSpPr/>
          <p:nvPr/>
        </p:nvCxnSpPr>
        <p:spPr>
          <a:xfrm flipH="1" rot="10800000">
            <a:off x="12985898" y="6939356"/>
            <a:ext cx="3600" cy="639600"/>
          </a:xfrm>
          <a:prstGeom prst="straightConnector1">
            <a:avLst/>
          </a:prstGeom>
          <a:noFill/>
          <a:ln cap="flat" cmpd="sng" w="25400">
            <a:solidFill>
              <a:srgbClr val="5B5B5B"/>
            </a:solidFill>
            <a:prstDash val="solid"/>
            <a:round/>
            <a:headEnd len="sm" w="sm" type="none"/>
            <a:tailEnd len="sm" w="sm" type="none"/>
          </a:ln>
        </p:spPr>
      </p:cxnSp>
      <p:cxnSp>
        <p:nvCxnSpPr>
          <p:cNvPr id="1022" name="Google Shape;1022;p54"/>
          <p:cNvCxnSpPr/>
          <p:nvPr/>
        </p:nvCxnSpPr>
        <p:spPr>
          <a:xfrm rot="10800000">
            <a:off x="15166928" y="5279102"/>
            <a:ext cx="10200" cy="662400"/>
          </a:xfrm>
          <a:prstGeom prst="straightConnector1">
            <a:avLst/>
          </a:prstGeom>
          <a:noFill/>
          <a:ln cap="flat" cmpd="sng" w="25400">
            <a:solidFill>
              <a:srgbClr val="5B5B5B"/>
            </a:solidFill>
            <a:prstDash val="solid"/>
            <a:round/>
            <a:headEnd len="sm" w="sm" type="none"/>
            <a:tailEnd len="sm" w="sm" type="none"/>
          </a:ln>
        </p:spPr>
      </p:cxnSp>
      <p:cxnSp>
        <p:nvCxnSpPr>
          <p:cNvPr id="1023" name="Google Shape;1023;p54"/>
          <p:cNvCxnSpPr/>
          <p:nvPr/>
        </p:nvCxnSpPr>
        <p:spPr>
          <a:xfrm rot="10800000">
            <a:off x="10660440" y="5094074"/>
            <a:ext cx="5400" cy="619800"/>
          </a:xfrm>
          <a:prstGeom prst="straightConnector1">
            <a:avLst/>
          </a:prstGeom>
          <a:noFill/>
          <a:ln cap="flat" cmpd="sng" w="25400">
            <a:solidFill>
              <a:srgbClr val="5B5B5B"/>
            </a:solidFill>
            <a:prstDash val="solid"/>
            <a:round/>
            <a:headEnd len="sm" w="sm" type="none"/>
            <a:tailEnd len="sm" w="sm" type="none"/>
          </a:ln>
        </p:spPr>
      </p:cxnSp>
      <p:cxnSp>
        <p:nvCxnSpPr>
          <p:cNvPr id="1024" name="Google Shape;1024;p54"/>
          <p:cNvCxnSpPr/>
          <p:nvPr/>
        </p:nvCxnSpPr>
        <p:spPr>
          <a:xfrm rot="10800000">
            <a:off x="2144514" y="3145704"/>
            <a:ext cx="0" cy="658200"/>
          </a:xfrm>
          <a:prstGeom prst="straightConnector1">
            <a:avLst/>
          </a:prstGeom>
          <a:noFill/>
          <a:ln cap="flat" cmpd="sng" w="25400">
            <a:solidFill>
              <a:srgbClr val="5B5B5B"/>
            </a:solidFill>
            <a:prstDash val="solid"/>
            <a:round/>
            <a:headEnd len="sm" w="sm" type="none"/>
            <a:tailEnd len="sm" w="sm" type="none"/>
          </a:ln>
        </p:spPr>
      </p:cxnSp>
      <p:sp>
        <p:nvSpPr>
          <p:cNvPr id="1025" name="Google Shape;1025;p54"/>
          <p:cNvSpPr/>
          <p:nvPr/>
        </p:nvSpPr>
        <p:spPr>
          <a:xfrm>
            <a:off x="3659938" y="4143330"/>
            <a:ext cx="2086694" cy="4390344"/>
          </a:xfrm>
          <a:custGeom>
            <a:rect b="b" l="l" r="r" t="t"/>
            <a:pathLst>
              <a:path extrusionOk="0" h="1678" w="731">
                <a:moveTo>
                  <a:pt x="0" y="182"/>
                </a:moveTo>
                <a:cubicBezTo>
                  <a:pt x="0" y="1496"/>
                  <a:pt x="0" y="1496"/>
                  <a:pt x="0" y="1496"/>
                </a:cubicBezTo>
                <a:cubicBezTo>
                  <a:pt x="0" y="1602"/>
                  <a:pt x="100" y="1678"/>
                  <a:pt x="202" y="1651"/>
                </a:cubicBezTo>
                <a:cubicBezTo>
                  <a:pt x="331" y="1617"/>
                  <a:pt x="466" y="1584"/>
                  <a:pt x="607" y="1551"/>
                </a:cubicBezTo>
                <a:cubicBezTo>
                  <a:pt x="679" y="1534"/>
                  <a:pt x="731" y="1469"/>
                  <a:pt x="731" y="1395"/>
                </a:cubicBezTo>
                <a:cubicBezTo>
                  <a:pt x="731" y="283"/>
                  <a:pt x="731" y="283"/>
                  <a:pt x="731" y="283"/>
                </a:cubicBezTo>
                <a:cubicBezTo>
                  <a:pt x="731" y="209"/>
                  <a:pt x="679" y="144"/>
                  <a:pt x="607" y="127"/>
                </a:cubicBezTo>
                <a:cubicBezTo>
                  <a:pt x="466" y="94"/>
                  <a:pt x="331" y="61"/>
                  <a:pt x="202" y="27"/>
                </a:cubicBezTo>
                <a:cubicBezTo>
                  <a:pt x="100" y="0"/>
                  <a:pt x="0" y="76"/>
                  <a:pt x="0" y="182"/>
                </a:cubicBezTo>
                <a:close/>
              </a:path>
            </a:pathLst>
          </a:custGeom>
          <a:solidFill>
            <a:srgbClr val="D13B5F"/>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26" name="Google Shape;1026;p54"/>
          <p:cNvSpPr/>
          <p:nvPr/>
        </p:nvSpPr>
        <p:spPr>
          <a:xfrm>
            <a:off x="1371600" y="3482538"/>
            <a:ext cx="2150853" cy="5711935"/>
          </a:xfrm>
          <a:custGeom>
            <a:rect b="b" l="l" r="r" t="t"/>
            <a:pathLst>
              <a:path extrusionOk="0" h="2184" w="754">
                <a:moveTo>
                  <a:pt x="0" y="188"/>
                </a:moveTo>
                <a:cubicBezTo>
                  <a:pt x="0" y="1996"/>
                  <a:pt x="0" y="1996"/>
                  <a:pt x="0" y="1996"/>
                </a:cubicBezTo>
                <a:cubicBezTo>
                  <a:pt x="0" y="2107"/>
                  <a:pt x="111" y="2184"/>
                  <a:pt x="215" y="2147"/>
                </a:cubicBezTo>
                <a:cubicBezTo>
                  <a:pt x="346" y="2100"/>
                  <a:pt x="488" y="2053"/>
                  <a:pt x="640" y="2007"/>
                </a:cubicBezTo>
                <a:cubicBezTo>
                  <a:pt x="708" y="1987"/>
                  <a:pt x="754" y="1924"/>
                  <a:pt x="754" y="1853"/>
                </a:cubicBezTo>
                <a:cubicBezTo>
                  <a:pt x="754" y="331"/>
                  <a:pt x="754" y="331"/>
                  <a:pt x="754" y="331"/>
                </a:cubicBezTo>
                <a:cubicBezTo>
                  <a:pt x="754" y="260"/>
                  <a:pt x="708" y="197"/>
                  <a:pt x="640" y="177"/>
                </a:cubicBezTo>
                <a:cubicBezTo>
                  <a:pt x="488" y="131"/>
                  <a:pt x="346" y="84"/>
                  <a:pt x="215" y="37"/>
                </a:cubicBezTo>
                <a:cubicBezTo>
                  <a:pt x="111" y="0"/>
                  <a:pt x="0" y="77"/>
                  <a:pt x="0" y="188"/>
                </a:cubicBezTo>
                <a:close/>
              </a:path>
            </a:pathLst>
          </a:custGeom>
          <a:solidFill>
            <a:srgbClr val="217BEE"/>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27" name="Google Shape;1027;p54"/>
          <p:cNvSpPr/>
          <p:nvPr/>
        </p:nvSpPr>
        <p:spPr>
          <a:xfrm>
            <a:off x="10323302" y="5333314"/>
            <a:ext cx="2080584" cy="2010374"/>
          </a:xfrm>
          <a:custGeom>
            <a:rect b="b" l="l" r="r" t="t"/>
            <a:pathLst>
              <a:path extrusionOk="0" h="768" w="730">
                <a:moveTo>
                  <a:pt x="0" y="172"/>
                </a:moveTo>
                <a:cubicBezTo>
                  <a:pt x="0" y="596"/>
                  <a:pt x="0" y="596"/>
                  <a:pt x="0" y="596"/>
                </a:cubicBezTo>
                <a:cubicBezTo>
                  <a:pt x="0" y="693"/>
                  <a:pt x="86" y="768"/>
                  <a:pt x="182" y="755"/>
                </a:cubicBezTo>
                <a:cubicBezTo>
                  <a:pt x="318" y="737"/>
                  <a:pt x="454" y="721"/>
                  <a:pt x="588" y="706"/>
                </a:cubicBezTo>
                <a:cubicBezTo>
                  <a:pt x="669" y="697"/>
                  <a:pt x="730" y="628"/>
                  <a:pt x="730" y="547"/>
                </a:cubicBezTo>
                <a:cubicBezTo>
                  <a:pt x="730" y="221"/>
                  <a:pt x="730" y="221"/>
                  <a:pt x="730" y="221"/>
                </a:cubicBezTo>
                <a:cubicBezTo>
                  <a:pt x="730" y="140"/>
                  <a:pt x="669" y="71"/>
                  <a:pt x="588" y="62"/>
                </a:cubicBezTo>
                <a:cubicBezTo>
                  <a:pt x="454" y="47"/>
                  <a:pt x="318" y="31"/>
                  <a:pt x="182" y="13"/>
                </a:cubicBezTo>
                <a:cubicBezTo>
                  <a:pt x="86" y="0"/>
                  <a:pt x="0" y="75"/>
                  <a:pt x="0" y="172"/>
                </a:cubicBezTo>
                <a:close/>
              </a:path>
            </a:pathLst>
          </a:custGeom>
          <a:solidFill>
            <a:srgbClr val="217BEE"/>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28" name="Google Shape;1028;p54"/>
          <p:cNvSpPr/>
          <p:nvPr/>
        </p:nvSpPr>
        <p:spPr>
          <a:xfrm>
            <a:off x="5884114" y="4633322"/>
            <a:ext cx="2080584" cy="3410358"/>
          </a:xfrm>
          <a:custGeom>
            <a:rect b="b" l="l" r="r" t="t"/>
            <a:pathLst>
              <a:path extrusionOk="0" h="1304" w="730">
                <a:moveTo>
                  <a:pt x="0" y="178"/>
                </a:moveTo>
                <a:cubicBezTo>
                  <a:pt x="0" y="1126"/>
                  <a:pt x="0" y="1126"/>
                  <a:pt x="0" y="1126"/>
                </a:cubicBezTo>
                <a:cubicBezTo>
                  <a:pt x="0" y="1228"/>
                  <a:pt x="93" y="1304"/>
                  <a:pt x="193" y="1283"/>
                </a:cubicBezTo>
                <a:cubicBezTo>
                  <a:pt x="325" y="1256"/>
                  <a:pt x="460" y="1229"/>
                  <a:pt x="599" y="1203"/>
                </a:cubicBezTo>
                <a:cubicBezTo>
                  <a:pt x="675" y="1189"/>
                  <a:pt x="730" y="1122"/>
                  <a:pt x="730" y="1045"/>
                </a:cubicBezTo>
                <a:cubicBezTo>
                  <a:pt x="730" y="259"/>
                  <a:pt x="730" y="259"/>
                  <a:pt x="730" y="259"/>
                </a:cubicBezTo>
                <a:cubicBezTo>
                  <a:pt x="730" y="182"/>
                  <a:pt x="675" y="115"/>
                  <a:pt x="599" y="101"/>
                </a:cubicBezTo>
                <a:cubicBezTo>
                  <a:pt x="460" y="75"/>
                  <a:pt x="325" y="48"/>
                  <a:pt x="193" y="21"/>
                </a:cubicBezTo>
                <a:cubicBezTo>
                  <a:pt x="93" y="0"/>
                  <a:pt x="0" y="76"/>
                  <a:pt x="0" y="178"/>
                </a:cubicBezTo>
                <a:close/>
              </a:path>
            </a:pathLst>
          </a:custGeom>
          <a:solidFill>
            <a:srgbClr val="EC683E"/>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29" name="Google Shape;1029;p54"/>
          <p:cNvSpPr/>
          <p:nvPr/>
        </p:nvSpPr>
        <p:spPr>
          <a:xfrm>
            <a:off x="8102182" y="5025316"/>
            <a:ext cx="2083639" cy="2626369"/>
          </a:xfrm>
          <a:custGeom>
            <a:rect b="b" l="l" r="r" t="t"/>
            <a:pathLst>
              <a:path extrusionOk="0" h="1004" w="730">
                <a:moveTo>
                  <a:pt x="0" y="137"/>
                </a:moveTo>
                <a:cubicBezTo>
                  <a:pt x="0" y="867"/>
                  <a:pt x="0" y="867"/>
                  <a:pt x="0" y="867"/>
                </a:cubicBezTo>
                <a:cubicBezTo>
                  <a:pt x="0" y="946"/>
                  <a:pt x="94" y="1004"/>
                  <a:pt x="193" y="988"/>
                </a:cubicBezTo>
                <a:cubicBezTo>
                  <a:pt x="325" y="967"/>
                  <a:pt x="460" y="946"/>
                  <a:pt x="599" y="927"/>
                </a:cubicBezTo>
                <a:cubicBezTo>
                  <a:pt x="675" y="916"/>
                  <a:pt x="730" y="864"/>
                  <a:pt x="730" y="805"/>
                </a:cubicBezTo>
                <a:cubicBezTo>
                  <a:pt x="730" y="199"/>
                  <a:pt x="730" y="199"/>
                  <a:pt x="730" y="199"/>
                </a:cubicBezTo>
                <a:cubicBezTo>
                  <a:pt x="730" y="140"/>
                  <a:pt x="675" y="88"/>
                  <a:pt x="599" y="77"/>
                </a:cubicBezTo>
                <a:cubicBezTo>
                  <a:pt x="460" y="58"/>
                  <a:pt x="325" y="37"/>
                  <a:pt x="193" y="16"/>
                </a:cubicBezTo>
                <a:cubicBezTo>
                  <a:pt x="94" y="0"/>
                  <a:pt x="0" y="58"/>
                  <a:pt x="0" y="137"/>
                </a:cubicBezTo>
                <a:close/>
              </a:path>
            </a:pathLst>
          </a:custGeom>
          <a:solidFill>
            <a:schemeClr val="accent4"/>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30" name="Google Shape;1030;p54"/>
          <p:cNvSpPr/>
          <p:nvPr/>
        </p:nvSpPr>
        <p:spPr>
          <a:xfrm>
            <a:off x="14765548" y="5730908"/>
            <a:ext cx="2150853" cy="1215184"/>
          </a:xfrm>
          <a:custGeom>
            <a:rect b="b" l="l" r="r" t="t"/>
            <a:pathLst>
              <a:path extrusionOk="0" h="464" w="754">
                <a:moveTo>
                  <a:pt x="598" y="22"/>
                </a:moveTo>
                <a:cubicBezTo>
                  <a:pt x="459" y="18"/>
                  <a:pt x="316" y="13"/>
                  <a:pt x="169" y="5"/>
                </a:cubicBezTo>
                <a:cubicBezTo>
                  <a:pt x="77" y="0"/>
                  <a:pt x="0" y="73"/>
                  <a:pt x="0" y="165"/>
                </a:cubicBezTo>
                <a:cubicBezTo>
                  <a:pt x="0" y="299"/>
                  <a:pt x="0" y="299"/>
                  <a:pt x="0" y="299"/>
                </a:cubicBezTo>
                <a:cubicBezTo>
                  <a:pt x="0" y="391"/>
                  <a:pt x="77" y="464"/>
                  <a:pt x="169" y="459"/>
                </a:cubicBezTo>
                <a:cubicBezTo>
                  <a:pt x="316" y="451"/>
                  <a:pt x="459" y="446"/>
                  <a:pt x="598" y="442"/>
                </a:cubicBezTo>
                <a:cubicBezTo>
                  <a:pt x="685" y="439"/>
                  <a:pt x="754" y="368"/>
                  <a:pt x="754" y="281"/>
                </a:cubicBezTo>
                <a:cubicBezTo>
                  <a:pt x="754" y="183"/>
                  <a:pt x="754" y="183"/>
                  <a:pt x="754" y="183"/>
                </a:cubicBezTo>
                <a:cubicBezTo>
                  <a:pt x="754" y="96"/>
                  <a:pt x="685" y="25"/>
                  <a:pt x="598" y="22"/>
                </a:cubicBezTo>
                <a:close/>
              </a:path>
            </a:pathLst>
          </a:custGeom>
          <a:solidFill>
            <a:srgbClr val="EC683E"/>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31" name="Google Shape;1031;p54"/>
          <p:cNvSpPr/>
          <p:nvPr/>
        </p:nvSpPr>
        <p:spPr>
          <a:xfrm>
            <a:off x="12541370" y="5571312"/>
            <a:ext cx="2086694" cy="1534382"/>
          </a:xfrm>
          <a:custGeom>
            <a:rect b="b" l="l" r="r" t="t"/>
            <a:pathLst>
              <a:path extrusionOk="0" h="586" w="731">
                <a:moveTo>
                  <a:pt x="0" y="168"/>
                </a:moveTo>
                <a:cubicBezTo>
                  <a:pt x="0" y="418"/>
                  <a:pt x="0" y="418"/>
                  <a:pt x="0" y="418"/>
                </a:cubicBezTo>
                <a:cubicBezTo>
                  <a:pt x="0" y="512"/>
                  <a:pt x="82" y="586"/>
                  <a:pt x="176" y="577"/>
                </a:cubicBezTo>
                <a:cubicBezTo>
                  <a:pt x="313" y="565"/>
                  <a:pt x="449" y="553"/>
                  <a:pt x="582" y="543"/>
                </a:cubicBezTo>
                <a:cubicBezTo>
                  <a:pt x="666" y="537"/>
                  <a:pt x="731" y="467"/>
                  <a:pt x="731" y="383"/>
                </a:cubicBezTo>
                <a:cubicBezTo>
                  <a:pt x="731" y="203"/>
                  <a:pt x="731" y="203"/>
                  <a:pt x="731" y="203"/>
                </a:cubicBezTo>
                <a:cubicBezTo>
                  <a:pt x="731" y="119"/>
                  <a:pt x="666" y="49"/>
                  <a:pt x="582" y="43"/>
                </a:cubicBezTo>
                <a:cubicBezTo>
                  <a:pt x="449" y="33"/>
                  <a:pt x="313" y="21"/>
                  <a:pt x="176" y="9"/>
                </a:cubicBezTo>
                <a:cubicBezTo>
                  <a:pt x="82" y="0"/>
                  <a:pt x="0" y="74"/>
                  <a:pt x="0" y="168"/>
                </a:cubicBezTo>
                <a:close/>
              </a:path>
            </a:pathLst>
          </a:custGeom>
          <a:solidFill>
            <a:srgbClr val="D13B5F"/>
          </a:solid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t/>
            </a:r>
            <a:endParaRPr sz="3600">
              <a:solidFill>
                <a:schemeClr val="dk1"/>
              </a:solidFill>
              <a:latin typeface="Roboto"/>
              <a:ea typeface="Roboto"/>
              <a:cs typeface="Roboto"/>
              <a:sym typeface="Roboto"/>
            </a:endParaRPr>
          </a:p>
        </p:txBody>
      </p:sp>
      <p:sp>
        <p:nvSpPr>
          <p:cNvPr id="1032" name="Google Shape;1032;p54"/>
          <p:cNvSpPr/>
          <p:nvPr/>
        </p:nvSpPr>
        <p:spPr>
          <a:xfrm>
            <a:off x="1570726" y="2530107"/>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3" name="Google Shape;1033;p54"/>
          <p:cNvSpPr/>
          <p:nvPr/>
        </p:nvSpPr>
        <p:spPr>
          <a:xfrm>
            <a:off x="3826982" y="2929798"/>
            <a:ext cx="1701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4" name="Google Shape;1034;p54"/>
          <p:cNvSpPr/>
          <p:nvPr/>
        </p:nvSpPr>
        <p:spPr>
          <a:xfrm>
            <a:off x="6048106" y="3334860"/>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5" name="Google Shape;1035;p54"/>
          <p:cNvSpPr/>
          <p:nvPr/>
        </p:nvSpPr>
        <p:spPr>
          <a:xfrm>
            <a:off x="10487292" y="4302412"/>
            <a:ext cx="20538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6" name="Google Shape;1036;p54"/>
          <p:cNvSpPr/>
          <p:nvPr/>
        </p:nvSpPr>
        <p:spPr>
          <a:xfrm>
            <a:off x="14964674" y="4302412"/>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7" name="Google Shape;1037;p54"/>
          <p:cNvSpPr/>
          <p:nvPr/>
        </p:nvSpPr>
        <p:spPr>
          <a:xfrm>
            <a:off x="12708414" y="7750866"/>
            <a:ext cx="20574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8" name="Google Shape;1038;p54"/>
          <p:cNvSpPr/>
          <p:nvPr/>
        </p:nvSpPr>
        <p:spPr>
          <a:xfrm>
            <a:off x="8267700" y="8249526"/>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39" name="Google Shape;1039;p54"/>
          <p:cNvSpPr/>
          <p:nvPr/>
        </p:nvSpPr>
        <p:spPr>
          <a:xfrm>
            <a:off x="6048106" y="8604704"/>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040" name="Google Shape;1040;p54"/>
          <p:cNvSpPr/>
          <p:nvPr/>
        </p:nvSpPr>
        <p:spPr>
          <a:xfrm>
            <a:off x="3826984" y="8959882"/>
            <a:ext cx="1752600" cy="6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grpSp>
        <p:nvGrpSpPr>
          <p:cNvPr id="1041" name="Google Shape;1041;p54"/>
          <p:cNvGrpSpPr/>
          <p:nvPr/>
        </p:nvGrpSpPr>
        <p:grpSpPr>
          <a:xfrm>
            <a:off x="15723972" y="6135957"/>
            <a:ext cx="292737" cy="290658"/>
            <a:chOff x="768062" y="1148448"/>
            <a:chExt cx="772800" cy="579000"/>
          </a:xfrm>
        </p:grpSpPr>
        <p:sp>
          <p:nvSpPr>
            <p:cNvPr id="1042" name="Google Shape;1042;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43" name="Google Shape;1043;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44" name="Google Shape;1044;p54"/>
          <p:cNvGrpSpPr/>
          <p:nvPr/>
        </p:nvGrpSpPr>
        <p:grpSpPr>
          <a:xfrm>
            <a:off x="11231188" y="5724027"/>
            <a:ext cx="292737" cy="290658"/>
            <a:chOff x="768062" y="1148448"/>
            <a:chExt cx="772800" cy="579000"/>
          </a:xfrm>
        </p:grpSpPr>
        <p:sp>
          <p:nvSpPr>
            <p:cNvPr id="1045" name="Google Shape;1045;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46" name="Google Shape;1046;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47" name="Google Shape;1047;p54"/>
          <p:cNvGrpSpPr/>
          <p:nvPr/>
        </p:nvGrpSpPr>
        <p:grpSpPr>
          <a:xfrm>
            <a:off x="9011594" y="6960289"/>
            <a:ext cx="292737" cy="290658"/>
            <a:chOff x="768062" y="1148448"/>
            <a:chExt cx="772800" cy="579000"/>
          </a:xfrm>
        </p:grpSpPr>
        <p:sp>
          <p:nvSpPr>
            <p:cNvPr id="1048" name="Google Shape;1048;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49" name="Google Shape;1049;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50" name="Google Shape;1050;p54"/>
          <p:cNvGrpSpPr/>
          <p:nvPr/>
        </p:nvGrpSpPr>
        <p:grpSpPr>
          <a:xfrm>
            <a:off x="6792000" y="5081827"/>
            <a:ext cx="292737" cy="290658"/>
            <a:chOff x="768062" y="1148448"/>
            <a:chExt cx="772800" cy="579000"/>
          </a:xfrm>
        </p:grpSpPr>
        <p:sp>
          <p:nvSpPr>
            <p:cNvPr id="1051" name="Google Shape;1051;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52" name="Google Shape;1052;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53" name="Google Shape;1053;p54"/>
          <p:cNvGrpSpPr/>
          <p:nvPr/>
        </p:nvGrpSpPr>
        <p:grpSpPr>
          <a:xfrm>
            <a:off x="4573648" y="4734541"/>
            <a:ext cx="292737" cy="290658"/>
            <a:chOff x="768062" y="1148448"/>
            <a:chExt cx="772800" cy="579000"/>
          </a:xfrm>
        </p:grpSpPr>
        <p:sp>
          <p:nvSpPr>
            <p:cNvPr id="1054" name="Google Shape;1054;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55" name="Google Shape;1055;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56" name="Google Shape;1056;p54"/>
          <p:cNvGrpSpPr/>
          <p:nvPr/>
        </p:nvGrpSpPr>
        <p:grpSpPr>
          <a:xfrm>
            <a:off x="2314620" y="4143293"/>
            <a:ext cx="292737" cy="290658"/>
            <a:chOff x="768062" y="1148448"/>
            <a:chExt cx="772800" cy="579000"/>
          </a:xfrm>
        </p:grpSpPr>
        <p:sp>
          <p:nvSpPr>
            <p:cNvPr id="1057" name="Google Shape;1057;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58" name="Google Shape;1058;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grpSp>
        <p:nvGrpSpPr>
          <p:cNvPr id="1059" name="Google Shape;1059;p54"/>
          <p:cNvGrpSpPr/>
          <p:nvPr/>
        </p:nvGrpSpPr>
        <p:grpSpPr>
          <a:xfrm>
            <a:off x="4570861" y="7643683"/>
            <a:ext cx="265071" cy="290658"/>
            <a:chOff x="768062" y="1148448"/>
            <a:chExt cx="772800" cy="579000"/>
          </a:xfrm>
        </p:grpSpPr>
        <p:sp>
          <p:nvSpPr>
            <p:cNvPr id="1060" name="Google Shape;1060;p54"/>
            <p:cNvSpPr/>
            <p:nvPr/>
          </p:nvSpPr>
          <p:spPr>
            <a:xfrm>
              <a:off x="768062" y="1148448"/>
              <a:ext cx="772800" cy="5790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accent1"/>
                </a:solidFill>
                <a:latin typeface="Roboto"/>
                <a:ea typeface="Roboto"/>
                <a:cs typeface="Roboto"/>
                <a:sym typeface="Roboto"/>
              </a:endParaRPr>
            </a:p>
          </p:txBody>
        </p:sp>
        <p:sp>
          <p:nvSpPr>
            <p:cNvPr id="1061" name="Google Shape;1061;p54"/>
            <p:cNvSpPr/>
            <p:nvPr/>
          </p:nvSpPr>
          <p:spPr>
            <a:xfrm flipH="1" rot="-5400000">
              <a:off x="871412" y="1051661"/>
              <a:ext cx="566100" cy="772800"/>
            </a:xfrm>
            <a:prstGeom prst="ellipse">
              <a:avLst/>
            </a:prstGeom>
            <a:gradFill>
              <a:gsLst>
                <a:gs pos="0">
                  <a:schemeClr val="lt1"/>
                </a:gs>
                <a:gs pos="79000">
                  <a:srgbClr val="D8D8D8">
                    <a:alpha val="47843"/>
                  </a:srgbClr>
                </a:gs>
                <a:gs pos="100000">
                  <a:srgbClr val="D8D8D8">
                    <a:alpha val="47843"/>
                  </a:srgbClr>
                </a:gs>
              </a:gsLst>
              <a:lin ang="5400012" scaled="0"/>
            </a:gradFill>
            <a:ln cap="flat" cmpd="sng" w="19050">
              <a:solidFill>
                <a:schemeClr val="lt1"/>
              </a:solidFill>
              <a:prstDash val="solid"/>
              <a:round/>
              <a:headEnd len="sm" w="sm" type="none"/>
              <a:tailEnd len="sm" w="sm" type="none"/>
            </a:ln>
            <a:effectLst>
              <a:outerShdw blurRad="279400" sx="90000" rotWithShape="0" algn="tl" dir="5400000" dist="101600" sy="90000">
                <a:srgbClr val="000000">
                  <a:alpha val="2078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accent1"/>
                </a:solidFill>
                <a:latin typeface="Roboto"/>
                <a:ea typeface="Roboto"/>
                <a:cs typeface="Roboto"/>
                <a:sym typeface="Roboto"/>
              </a:endParaRPr>
            </a:p>
          </p:txBody>
        </p:sp>
      </p:grpSp>
      <p:cxnSp>
        <p:nvCxnSpPr>
          <p:cNvPr id="1062" name="Google Shape;1062;p54"/>
          <p:cNvCxnSpPr>
            <a:stCxn id="1043" idx="7"/>
            <a:endCxn id="1063" idx="6"/>
          </p:cNvCxnSpPr>
          <p:nvPr/>
        </p:nvCxnSpPr>
        <p:spPr>
          <a:xfrm rot="10800000">
            <a:off x="14005542" y="6338616"/>
            <a:ext cx="1761300" cy="43200"/>
          </a:xfrm>
          <a:prstGeom prst="straightConnector1">
            <a:avLst/>
          </a:prstGeom>
          <a:noFill/>
          <a:ln cap="flat" cmpd="sng" w="31750">
            <a:solidFill>
              <a:schemeClr val="lt1"/>
            </a:solidFill>
            <a:prstDash val="solid"/>
            <a:round/>
            <a:headEnd len="med" w="med" type="triangle"/>
            <a:tailEnd len="sm" w="sm" type="none"/>
          </a:ln>
        </p:spPr>
      </p:cxnSp>
      <p:cxnSp>
        <p:nvCxnSpPr>
          <p:cNvPr id="1064" name="Google Shape;1064;p54"/>
          <p:cNvCxnSpPr>
            <a:stCxn id="1063" idx="2"/>
            <a:endCxn id="1046" idx="5"/>
          </p:cNvCxnSpPr>
          <p:nvPr/>
        </p:nvCxnSpPr>
        <p:spPr>
          <a:xfrm rot="10800000">
            <a:off x="11481172" y="5969858"/>
            <a:ext cx="1682700" cy="368700"/>
          </a:xfrm>
          <a:prstGeom prst="straightConnector1">
            <a:avLst/>
          </a:prstGeom>
          <a:noFill/>
          <a:ln cap="flat" cmpd="sng" w="31750">
            <a:solidFill>
              <a:schemeClr val="lt1"/>
            </a:solidFill>
            <a:prstDash val="solid"/>
            <a:round/>
            <a:headEnd len="med" w="med" type="triangle"/>
            <a:tailEnd len="sm" w="sm" type="none"/>
          </a:ln>
        </p:spPr>
      </p:cxnSp>
      <p:cxnSp>
        <p:nvCxnSpPr>
          <p:cNvPr id="1065" name="Google Shape;1065;p54"/>
          <p:cNvCxnSpPr>
            <a:stCxn id="1046" idx="0"/>
            <a:endCxn id="1049" idx="3"/>
          </p:cNvCxnSpPr>
          <p:nvPr/>
        </p:nvCxnSpPr>
        <p:spPr>
          <a:xfrm flipH="1">
            <a:off x="9261388" y="5869412"/>
            <a:ext cx="1969800" cy="1135800"/>
          </a:xfrm>
          <a:prstGeom prst="straightConnector1">
            <a:avLst/>
          </a:prstGeom>
          <a:noFill/>
          <a:ln cap="flat" cmpd="sng" w="31750">
            <a:solidFill>
              <a:schemeClr val="lt1"/>
            </a:solidFill>
            <a:prstDash val="solid"/>
            <a:round/>
            <a:headEnd len="med" w="med" type="triangle"/>
            <a:tailEnd len="sm" w="sm" type="none"/>
          </a:ln>
        </p:spPr>
      </p:cxnSp>
      <p:cxnSp>
        <p:nvCxnSpPr>
          <p:cNvPr id="1066" name="Google Shape;1066;p54"/>
          <p:cNvCxnSpPr>
            <a:stCxn id="1049" idx="1"/>
            <a:endCxn id="1052" idx="5"/>
          </p:cNvCxnSpPr>
          <p:nvPr/>
        </p:nvCxnSpPr>
        <p:spPr>
          <a:xfrm rot="10800000">
            <a:off x="7041764" y="5327601"/>
            <a:ext cx="2012700" cy="1677600"/>
          </a:xfrm>
          <a:prstGeom prst="straightConnector1">
            <a:avLst/>
          </a:prstGeom>
          <a:noFill/>
          <a:ln cap="flat" cmpd="sng" w="31750">
            <a:solidFill>
              <a:schemeClr val="lt1"/>
            </a:solidFill>
            <a:prstDash val="solid"/>
            <a:round/>
            <a:headEnd len="med" w="med" type="triangle"/>
            <a:tailEnd len="sm" w="sm" type="none"/>
          </a:ln>
        </p:spPr>
      </p:cxnSp>
      <p:cxnSp>
        <p:nvCxnSpPr>
          <p:cNvPr id="1067" name="Google Shape;1067;p54"/>
          <p:cNvCxnSpPr>
            <a:stCxn id="1052" idx="7"/>
            <a:endCxn id="1061" idx="4"/>
          </p:cNvCxnSpPr>
          <p:nvPr/>
        </p:nvCxnSpPr>
        <p:spPr>
          <a:xfrm flipH="1">
            <a:off x="4835970" y="5327686"/>
            <a:ext cx="1998900" cy="2461500"/>
          </a:xfrm>
          <a:prstGeom prst="straightConnector1">
            <a:avLst/>
          </a:prstGeom>
          <a:noFill/>
          <a:ln cap="flat" cmpd="sng" w="31750">
            <a:solidFill>
              <a:schemeClr val="lt1"/>
            </a:solidFill>
            <a:prstDash val="solid"/>
            <a:round/>
            <a:headEnd len="med" w="med" type="triangle"/>
            <a:tailEnd len="sm" w="sm" type="none"/>
          </a:ln>
        </p:spPr>
      </p:cxnSp>
      <p:cxnSp>
        <p:nvCxnSpPr>
          <p:cNvPr id="1068" name="Google Shape;1068;p54"/>
          <p:cNvCxnSpPr>
            <a:stCxn id="1061" idx="2"/>
            <a:endCxn id="1055" idx="6"/>
          </p:cNvCxnSpPr>
          <p:nvPr/>
        </p:nvCxnSpPr>
        <p:spPr>
          <a:xfrm flipH="1" rot="10800000">
            <a:off x="4703396" y="5021977"/>
            <a:ext cx="16500" cy="2625000"/>
          </a:xfrm>
          <a:prstGeom prst="straightConnector1">
            <a:avLst/>
          </a:prstGeom>
          <a:noFill/>
          <a:ln cap="flat" cmpd="sng" w="31750">
            <a:solidFill>
              <a:schemeClr val="lt1"/>
            </a:solidFill>
            <a:prstDash val="solid"/>
            <a:round/>
            <a:headEnd len="med" w="med" type="triangle"/>
            <a:tailEnd len="sm" w="sm" type="none"/>
          </a:ln>
        </p:spPr>
      </p:cxnSp>
      <p:cxnSp>
        <p:nvCxnSpPr>
          <p:cNvPr id="1069" name="Google Shape;1069;p54"/>
          <p:cNvCxnSpPr>
            <a:stCxn id="1055" idx="0"/>
            <a:endCxn id="1058" idx="4"/>
          </p:cNvCxnSpPr>
          <p:nvPr/>
        </p:nvCxnSpPr>
        <p:spPr>
          <a:xfrm rot="10800000">
            <a:off x="2607448" y="4288626"/>
            <a:ext cx="1966200" cy="591300"/>
          </a:xfrm>
          <a:prstGeom prst="straightConnector1">
            <a:avLst/>
          </a:prstGeom>
          <a:noFill/>
          <a:ln cap="flat" cmpd="sng" w="31750">
            <a:solidFill>
              <a:schemeClr val="lt1"/>
            </a:solidFill>
            <a:prstDash val="solid"/>
            <a:round/>
            <a:headEnd len="med" w="med" type="triangle"/>
            <a:tailEnd len="sm" w="sm" type="none"/>
          </a:ln>
        </p:spPr>
      </p:cxnSp>
      <p:cxnSp>
        <p:nvCxnSpPr>
          <p:cNvPr id="1070" name="Google Shape;1070;p54"/>
          <p:cNvCxnSpPr>
            <a:stCxn id="1025" idx="7"/>
          </p:cNvCxnSpPr>
          <p:nvPr/>
        </p:nvCxnSpPr>
        <p:spPr>
          <a:xfrm flipH="1" rot="10800000">
            <a:off x="4236562" y="3589974"/>
            <a:ext cx="12600" cy="624000"/>
          </a:xfrm>
          <a:prstGeom prst="straightConnector1">
            <a:avLst/>
          </a:prstGeom>
          <a:noFill/>
          <a:ln cap="flat" cmpd="sng" w="25400">
            <a:solidFill>
              <a:srgbClr val="5B5B5B"/>
            </a:solidFill>
            <a:prstDash val="solid"/>
            <a:round/>
            <a:headEnd len="sm" w="sm" type="none"/>
            <a:tailEnd len="sm" w="sm" type="none"/>
          </a:ln>
        </p:spPr>
      </p:cxnSp>
      <p:cxnSp>
        <p:nvCxnSpPr>
          <p:cNvPr id="1071" name="Google Shape;1071;p54"/>
          <p:cNvCxnSpPr/>
          <p:nvPr/>
        </p:nvCxnSpPr>
        <p:spPr>
          <a:xfrm flipH="1" rot="10800000">
            <a:off x="6310394" y="4102208"/>
            <a:ext cx="12600" cy="624000"/>
          </a:xfrm>
          <a:prstGeom prst="straightConnector1">
            <a:avLst/>
          </a:prstGeom>
          <a:noFill/>
          <a:ln cap="flat" cmpd="sng" w="25400">
            <a:solidFill>
              <a:srgbClr val="5B5B5B"/>
            </a:solidFill>
            <a:prstDash val="solid"/>
            <a:round/>
            <a:headEnd len="sm" w="sm" type="none"/>
            <a:tailEnd len="sm" w="sm" type="none"/>
          </a:ln>
        </p:spPr>
      </p:cxnSp>
      <p:sp>
        <p:nvSpPr>
          <p:cNvPr id="1072" name="Google Shape;1072;p54"/>
          <p:cNvSpPr/>
          <p:nvPr/>
        </p:nvSpPr>
        <p:spPr>
          <a:xfrm>
            <a:off x="6503562" y="5917658"/>
            <a:ext cx="841800" cy="8418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063" name="Google Shape;1063;p54"/>
          <p:cNvSpPr/>
          <p:nvPr/>
        </p:nvSpPr>
        <p:spPr>
          <a:xfrm>
            <a:off x="13163872" y="5917658"/>
            <a:ext cx="841800" cy="8418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073" name="Google Shape;1073;p54"/>
          <p:cNvSpPr/>
          <p:nvPr/>
        </p:nvSpPr>
        <p:spPr>
          <a:xfrm>
            <a:off x="4282440" y="5917660"/>
            <a:ext cx="841800" cy="8418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pic>
        <p:nvPicPr>
          <p:cNvPr id="1074" name="Google Shape;1074;p54"/>
          <p:cNvPicPr preferRelativeResize="0"/>
          <p:nvPr/>
        </p:nvPicPr>
        <p:blipFill rotWithShape="1">
          <a:blip r:embed="rId3">
            <a:alphaModFix/>
          </a:blip>
          <a:srcRect b="0" l="0" r="0" t="0"/>
          <a:stretch/>
        </p:blipFill>
        <p:spPr>
          <a:xfrm>
            <a:off x="13315986" y="6069772"/>
            <a:ext cx="537463" cy="537463"/>
          </a:xfrm>
          <a:prstGeom prst="rect">
            <a:avLst/>
          </a:prstGeom>
          <a:noFill/>
          <a:ln>
            <a:noFill/>
          </a:ln>
        </p:spPr>
      </p:pic>
      <p:pic>
        <p:nvPicPr>
          <p:cNvPr id="1075" name="Google Shape;1075;p54"/>
          <p:cNvPicPr preferRelativeResize="0"/>
          <p:nvPr/>
        </p:nvPicPr>
        <p:blipFill rotWithShape="1">
          <a:blip r:embed="rId4">
            <a:alphaModFix/>
          </a:blip>
          <a:srcRect b="0" l="0" r="0" t="0"/>
          <a:stretch/>
        </p:blipFill>
        <p:spPr>
          <a:xfrm>
            <a:off x="4448488" y="6083708"/>
            <a:ext cx="509594" cy="509594"/>
          </a:xfrm>
          <a:prstGeom prst="rect">
            <a:avLst/>
          </a:prstGeom>
          <a:noFill/>
          <a:ln>
            <a:noFill/>
          </a:ln>
        </p:spPr>
      </p:pic>
      <p:pic>
        <p:nvPicPr>
          <p:cNvPr id="1076" name="Google Shape;1076;p54"/>
          <p:cNvPicPr preferRelativeResize="0"/>
          <p:nvPr/>
        </p:nvPicPr>
        <p:blipFill rotWithShape="1">
          <a:blip r:embed="rId5">
            <a:alphaModFix/>
          </a:blip>
          <a:srcRect b="0" l="0" r="0" t="0"/>
          <a:stretch/>
        </p:blipFill>
        <p:spPr>
          <a:xfrm>
            <a:off x="6669610" y="6083706"/>
            <a:ext cx="509594" cy="509594"/>
          </a:xfrm>
          <a:prstGeom prst="rect">
            <a:avLst/>
          </a:prstGeom>
          <a:noFill/>
          <a:ln>
            <a:noFill/>
          </a:ln>
        </p:spPr>
      </p:pic>
      <p:sp>
        <p:nvSpPr>
          <p:cNvPr id="1077" name="Google Shape;1077;p54"/>
          <p:cNvSpPr/>
          <p:nvPr/>
        </p:nvSpPr>
        <p:spPr>
          <a:xfrm>
            <a:off x="8720070" y="5917658"/>
            <a:ext cx="841800" cy="841800"/>
          </a:xfrm>
          <a:prstGeom prst="ellipse">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pic>
        <p:nvPicPr>
          <p:cNvPr id="1078" name="Google Shape;1078;p54"/>
          <p:cNvPicPr preferRelativeResize="0"/>
          <p:nvPr/>
        </p:nvPicPr>
        <p:blipFill rotWithShape="1">
          <a:blip r:embed="rId6">
            <a:alphaModFix/>
          </a:blip>
          <a:srcRect b="0" l="0" r="0" t="0"/>
          <a:stretch/>
        </p:blipFill>
        <p:spPr>
          <a:xfrm>
            <a:off x="8836114" y="6033702"/>
            <a:ext cx="609597" cy="609597"/>
          </a:xfrm>
          <a:prstGeom prst="rect">
            <a:avLst/>
          </a:prstGeom>
          <a:noFill/>
          <a:ln>
            <a:noFill/>
          </a:ln>
        </p:spPr>
      </p:pic>
      <p:sp>
        <p:nvSpPr>
          <p:cNvPr id="1079" name="Google Shape;1079;p54"/>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solidFill>
                  <a:srgbClr val="1C1E4C"/>
                </a:solidFill>
                <a:latin typeface="Sora Medium"/>
                <a:ea typeface="Sora Medium"/>
                <a:cs typeface="Sora Medium"/>
                <a:sym typeface="Sora Medium"/>
              </a:rPr>
              <a:t>Enter your sub headline here</a:t>
            </a:r>
            <a:endParaRPr>
              <a:solidFill>
                <a:srgbClr val="1C1E4C"/>
              </a:solidFill>
              <a:latin typeface="Sora Medium"/>
              <a:ea typeface="Sora Medium"/>
              <a:cs typeface="Sora Medium"/>
              <a:sym typeface="Sora Medium"/>
            </a:endParaRPr>
          </a:p>
        </p:txBody>
      </p:sp>
      <p:sp>
        <p:nvSpPr>
          <p:cNvPr id="1080" name="Google Shape;1080;p54"/>
          <p:cNvSpPr txBox="1"/>
          <p:nvPr>
            <p:ph type="title"/>
          </p:nvPr>
        </p:nvSpPr>
        <p:spPr>
          <a:xfrm>
            <a:off x="775648" y="313275"/>
            <a:ext cx="145914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solidFill>
                  <a:srgbClr val="1C1E4C"/>
                </a:solidFill>
                <a:latin typeface="Sora Medium"/>
                <a:ea typeface="Sora Medium"/>
                <a:cs typeface="Sora Medium"/>
                <a:sym typeface="Sora Medium"/>
              </a:rPr>
              <a:t>Cost Analysis</a:t>
            </a:r>
            <a:endParaRPr>
              <a:solidFill>
                <a:srgbClr val="1C1E4C"/>
              </a:solidFill>
              <a:latin typeface="Sora Medium"/>
              <a:ea typeface="Sora Medium"/>
              <a:cs typeface="Sora Medium"/>
              <a:sym typeface="Sora Medium"/>
            </a:endParaRPr>
          </a:p>
        </p:txBody>
      </p:sp>
      <p:pic>
        <p:nvPicPr>
          <p:cNvPr id="1081" name="Google Shape;1081;p54" title="N Isotype.png"/>
          <p:cNvPicPr preferRelativeResize="0"/>
          <p:nvPr/>
        </p:nvPicPr>
        <p:blipFill>
          <a:blip r:embed="rId7">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55"/>
          <p:cNvSpPr/>
          <p:nvPr/>
        </p:nvSpPr>
        <p:spPr>
          <a:xfrm>
            <a:off x="826438" y="2163420"/>
            <a:ext cx="8124600" cy="727200"/>
          </a:xfrm>
          <a:prstGeom prst="roundRect">
            <a:avLst>
              <a:gd fmla="val 0" name="adj"/>
            </a:avLst>
          </a:prstGeom>
          <a:gradFill>
            <a:gsLst>
              <a:gs pos="0">
                <a:schemeClr val="lt1"/>
              </a:gs>
              <a:gs pos="100000">
                <a:srgbClr val="217BEE"/>
              </a:gs>
            </a:gsLst>
            <a:lin ang="5400012"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087" name="Google Shape;1087;p55"/>
          <p:cNvSpPr/>
          <p:nvPr/>
        </p:nvSpPr>
        <p:spPr>
          <a:xfrm>
            <a:off x="826438" y="299231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4000">
              <a:solidFill>
                <a:schemeClr val="lt1"/>
              </a:solidFill>
              <a:latin typeface="Roboto"/>
              <a:ea typeface="Roboto"/>
              <a:cs typeface="Roboto"/>
              <a:sym typeface="Roboto"/>
            </a:endParaRPr>
          </a:p>
        </p:txBody>
      </p:sp>
      <p:sp>
        <p:nvSpPr>
          <p:cNvPr id="1088" name="Google Shape;1088;p55"/>
          <p:cNvSpPr/>
          <p:nvPr/>
        </p:nvSpPr>
        <p:spPr>
          <a:xfrm>
            <a:off x="1413870" y="2365520"/>
            <a:ext cx="28176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089" name="Google Shape;1089;p55"/>
          <p:cNvSpPr/>
          <p:nvPr/>
        </p:nvSpPr>
        <p:spPr>
          <a:xfrm>
            <a:off x="5392832" y="2365520"/>
            <a:ext cx="31212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090" name="Google Shape;1090;p55"/>
          <p:cNvSpPr/>
          <p:nvPr/>
        </p:nvSpPr>
        <p:spPr>
          <a:xfrm>
            <a:off x="13467884" y="299231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4000">
              <a:solidFill>
                <a:schemeClr val="lt1"/>
              </a:solidFill>
              <a:latin typeface="Roboto"/>
              <a:ea typeface="Roboto"/>
              <a:cs typeface="Roboto"/>
              <a:sym typeface="Roboto"/>
            </a:endParaRPr>
          </a:p>
        </p:txBody>
      </p:sp>
      <p:sp>
        <p:nvSpPr>
          <p:cNvPr id="1091" name="Google Shape;1091;p55"/>
          <p:cNvSpPr/>
          <p:nvPr/>
        </p:nvSpPr>
        <p:spPr>
          <a:xfrm>
            <a:off x="9337044" y="2163420"/>
            <a:ext cx="8124600" cy="727200"/>
          </a:xfrm>
          <a:prstGeom prst="roundRect">
            <a:avLst>
              <a:gd fmla="val 0" name="adj"/>
            </a:avLst>
          </a:prstGeom>
          <a:gradFill>
            <a:gsLst>
              <a:gs pos="0">
                <a:schemeClr val="lt1"/>
              </a:gs>
              <a:gs pos="100000">
                <a:srgbClr val="D13B5F"/>
              </a:gs>
            </a:gsLst>
            <a:lin ang="5400012"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092" name="Google Shape;1092;p55"/>
          <p:cNvSpPr/>
          <p:nvPr/>
        </p:nvSpPr>
        <p:spPr>
          <a:xfrm>
            <a:off x="9337044" y="299231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4000">
              <a:solidFill>
                <a:schemeClr val="lt1"/>
              </a:solidFill>
              <a:latin typeface="Roboto"/>
              <a:ea typeface="Roboto"/>
              <a:cs typeface="Roboto"/>
              <a:sym typeface="Roboto"/>
            </a:endParaRPr>
          </a:p>
        </p:txBody>
      </p:sp>
      <p:sp>
        <p:nvSpPr>
          <p:cNvPr id="1093" name="Google Shape;1093;p55"/>
          <p:cNvSpPr/>
          <p:nvPr/>
        </p:nvSpPr>
        <p:spPr>
          <a:xfrm>
            <a:off x="9924476" y="2365520"/>
            <a:ext cx="28176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094" name="Google Shape;1094;p55"/>
          <p:cNvSpPr/>
          <p:nvPr/>
        </p:nvSpPr>
        <p:spPr>
          <a:xfrm>
            <a:off x="13874342" y="2365520"/>
            <a:ext cx="31794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095" name="Google Shape;1095;p55"/>
          <p:cNvSpPr/>
          <p:nvPr/>
        </p:nvSpPr>
        <p:spPr>
          <a:xfrm>
            <a:off x="4957278" y="299231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4000">
              <a:solidFill>
                <a:schemeClr val="lt1"/>
              </a:solidFill>
              <a:latin typeface="Roboto"/>
              <a:ea typeface="Roboto"/>
              <a:cs typeface="Roboto"/>
              <a:sym typeface="Roboto"/>
            </a:endParaRPr>
          </a:p>
        </p:txBody>
      </p:sp>
      <p:sp>
        <p:nvSpPr>
          <p:cNvPr id="1096" name="Google Shape;1096;p55"/>
          <p:cNvSpPr/>
          <p:nvPr/>
        </p:nvSpPr>
        <p:spPr>
          <a:xfrm>
            <a:off x="4957278" y="681059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5B5B5B"/>
              </a:solidFill>
              <a:latin typeface="Roboto"/>
              <a:ea typeface="Roboto"/>
              <a:cs typeface="Roboto"/>
              <a:sym typeface="Roboto"/>
            </a:endParaRPr>
          </a:p>
        </p:txBody>
      </p:sp>
      <p:sp>
        <p:nvSpPr>
          <p:cNvPr id="1097" name="Google Shape;1097;p55"/>
          <p:cNvSpPr/>
          <p:nvPr/>
        </p:nvSpPr>
        <p:spPr>
          <a:xfrm>
            <a:off x="826438" y="5981700"/>
            <a:ext cx="8124600" cy="727200"/>
          </a:xfrm>
          <a:prstGeom prst="roundRect">
            <a:avLst>
              <a:gd fmla="val 0" name="adj"/>
            </a:avLst>
          </a:prstGeom>
          <a:gradFill>
            <a:gsLst>
              <a:gs pos="0">
                <a:srgbClr val="EC683E"/>
              </a:gs>
              <a:gs pos="100000">
                <a:schemeClr val="lt1"/>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098" name="Google Shape;1098;p55"/>
          <p:cNvSpPr/>
          <p:nvPr/>
        </p:nvSpPr>
        <p:spPr>
          <a:xfrm>
            <a:off x="826438" y="681059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5B5B5B"/>
              </a:solidFill>
              <a:latin typeface="Roboto"/>
              <a:ea typeface="Roboto"/>
              <a:cs typeface="Roboto"/>
              <a:sym typeface="Roboto"/>
            </a:endParaRPr>
          </a:p>
        </p:txBody>
      </p:sp>
      <p:sp>
        <p:nvSpPr>
          <p:cNvPr id="1099" name="Google Shape;1099;p55"/>
          <p:cNvSpPr/>
          <p:nvPr/>
        </p:nvSpPr>
        <p:spPr>
          <a:xfrm>
            <a:off x="1414080" y="6183800"/>
            <a:ext cx="28170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100" name="Google Shape;1100;p55"/>
          <p:cNvSpPr/>
          <p:nvPr/>
        </p:nvSpPr>
        <p:spPr>
          <a:xfrm>
            <a:off x="5220112" y="6183800"/>
            <a:ext cx="34668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101" name="Google Shape;1101;p55"/>
          <p:cNvSpPr/>
          <p:nvPr/>
        </p:nvSpPr>
        <p:spPr>
          <a:xfrm>
            <a:off x="13467884" y="681059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5B5B5B"/>
              </a:solidFill>
              <a:latin typeface="Roboto"/>
              <a:ea typeface="Roboto"/>
              <a:cs typeface="Roboto"/>
              <a:sym typeface="Roboto"/>
            </a:endParaRPr>
          </a:p>
        </p:txBody>
      </p:sp>
      <p:sp>
        <p:nvSpPr>
          <p:cNvPr id="1102" name="Google Shape;1102;p55"/>
          <p:cNvSpPr/>
          <p:nvPr/>
        </p:nvSpPr>
        <p:spPr>
          <a:xfrm>
            <a:off x="9337044" y="5981700"/>
            <a:ext cx="8124600" cy="727200"/>
          </a:xfrm>
          <a:prstGeom prst="roundRect">
            <a:avLst>
              <a:gd fmla="val 0" name="adj"/>
            </a:avLst>
          </a:prstGeom>
          <a:gradFill>
            <a:gsLst>
              <a:gs pos="0">
                <a:schemeClr val="lt1"/>
              </a:gs>
              <a:gs pos="100000">
                <a:srgbClr val="5255BF"/>
              </a:gs>
            </a:gsLst>
            <a:lin ang="5400012"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103" name="Google Shape;1103;p55"/>
          <p:cNvSpPr/>
          <p:nvPr/>
        </p:nvSpPr>
        <p:spPr>
          <a:xfrm>
            <a:off x="9337044" y="6810592"/>
            <a:ext cx="3992400" cy="2646600"/>
          </a:xfrm>
          <a:prstGeom prst="roundRect">
            <a:avLst>
              <a:gd fmla="val 2076" name="adj"/>
            </a:avLst>
          </a:prstGeom>
          <a:gradFill>
            <a:gsLst>
              <a:gs pos="0">
                <a:schemeClr val="lt1"/>
              </a:gs>
              <a:gs pos="100000">
                <a:srgbClr val="F2F2F2"/>
              </a:gs>
            </a:gsLst>
            <a:lin ang="16200038"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5B5B5B"/>
              </a:solidFill>
              <a:latin typeface="Roboto"/>
              <a:ea typeface="Roboto"/>
              <a:cs typeface="Roboto"/>
              <a:sym typeface="Roboto"/>
            </a:endParaRPr>
          </a:p>
        </p:txBody>
      </p:sp>
      <p:sp>
        <p:nvSpPr>
          <p:cNvPr id="1104" name="Google Shape;1104;p55"/>
          <p:cNvSpPr/>
          <p:nvPr/>
        </p:nvSpPr>
        <p:spPr>
          <a:xfrm>
            <a:off x="9924686" y="6183800"/>
            <a:ext cx="28170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105" name="Google Shape;1105;p55"/>
          <p:cNvSpPr/>
          <p:nvPr/>
        </p:nvSpPr>
        <p:spPr>
          <a:xfrm>
            <a:off x="13874576" y="6183800"/>
            <a:ext cx="3178800" cy="36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lt1"/>
                </a:solidFill>
                <a:latin typeface="Roboto"/>
                <a:ea typeface="Roboto"/>
                <a:cs typeface="Roboto"/>
                <a:sym typeface="Roboto"/>
              </a:rPr>
              <a:t>YOUR TEXT HERE</a:t>
            </a:r>
            <a:endParaRPr sz="2800"/>
          </a:p>
        </p:txBody>
      </p:sp>
      <p:sp>
        <p:nvSpPr>
          <p:cNvPr id="1106" name="Google Shape;1106;p55"/>
          <p:cNvSpPr/>
          <p:nvPr/>
        </p:nvSpPr>
        <p:spPr>
          <a:xfrm>
            <a:off x="1241672" y="328951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07" name="Google Shape;1107;p55"/>
          <p:cNvSpPr/>
          <p:nvPr/>
        </p:nvSpPr>
        <p:spPr>
          <a:xfrm>
            <a:off x="5372512" y="328951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08" name="Google Shape;1108;p55"/>
          <p:cNvSpPr/>
          <p:nvPr/>
        </p:nvSpPr>
        <p:spPr>
          <a:xfrm>
            <a:off x="9752278" y="328951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09" name="Google Shape;1109;p55"/>
          <p:cNvSpPr/>
          <p:nvPr/>
        </p:nvSpPr>
        <p:spPr>
          <a:xfrm>
            <a:off x="13883118" y="328951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10" name="Google Shape;1110;p55"/>
          <p:cNvSpPr/>
          <p:nvPr/>
        </p:nvSpPr>
        <p:spPr>
          <a:xfrm>
            <a:off x="1241672" y="710779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11" name="Google Shape;1111;p55"/>
          <p:cNvSpPr/>
          <p:nvPr/>
        </p:nvSpPr>
        <p:spPr>
          <a:xfrm>
            <a:off x="5372512" y="710779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12" name="Google Shape;1112;p55"/>
          <p:cNvSpPr/>
          <p:nvPr/>
        </p:nvSpPr>
        <p:spPr>
          <a:xfrm>
            <a:off x="9752278" y="710779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sp>
        <p:nvSpPr>
          <p:cNvPr id="1113" name="Google Shape;1113;p55"/>
          <p:cNvSpPr/>
          <p:nvPr/>
        </p:nvSpPr>
        <p:spPr>
          <a:xfrm>
            <a:off x="13883118" y="7107798"/>
            <a:ext cx="3162000" cy="1795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lang="en-US" sz="2000">
                <a:solidFill>
                  <a:srgbClr val="1C1E4C"/>
                </a:solidFill>
                <a:latin typeface="Instrument Sans"/>
                <a:ea typeface="Instrument Sans"/>
                <a:cs typeface="Instrument Sans"/>
                <a:sym typeface="Instrument Sans"/>
              </a:rPr>
              <a:t>You can use this sentence in any context where you are referring to some text as an example. </a:t>
            </a:r>
            <a:endParaRPr sz="2800">
              <a:solidFill>
                <a:srgbClr val="1C1E4C"/>
              </a:solidFill>
              <a:latin typeface="Instrument Sans"/>
              <a:ea typeface="Instrument Sans"/>
              <a:cs typeface="Instrument Sans"/>
              <a:sym typeface="Instrument Sans"/>
            </a:endParaRPr>
          </a:p>
        </p:txBody>
      </p:sp>
      <p:pic>
        <p:nvPicPr>
          <p:cNvPr id="1114" name="Google Shape;1114;p55"/>
          <p:cNvPicPr preferRelativeResize="0"/>
          <p:nvPr/>
        </p:nvPicPr>
        <p:blipFill rotWithShape="1">
          <a:blip r:embed="rId3">
            <a:alphaModFix/>
          </a:blip>
          <a:srcRect b="0" l="0" r="0" t="0"/>
          <a:stretch/>
        </p:blipFill>
        <p:spPr>
          <a:xfrm>
            <a:off x="13168142" y="2295940"/>
            <a:ext cx="462326" cy="462326"/>
          </a:xfrm>
          <a:prstGeom prst="rect">
            <a:avLst/>
          </a:prstGeom>
          <a:noFill/>
          <a:ln>
            <a:noFill/>
          </a:ln>
        </p:spPr>
      </p:pic>
      <p:pic>
        <p:nvPicPr>
          <p:cNvPr id="1115" name="Google Shape;1115;p55"/>
          <p:cNvPicPr preferRelativeResize="0"/>
          <p:nvPr/>
        </p:nvPicPr>
        <p:blipFill rotWithShape="1">
          <a:blip r:embed="rId4">
            <a:alphaModFix/>
          </a:blip>
          <a:srcRect b="0" l="0" r="0" t="0"/>
          <a:stretch/>
        </p:blipFill>
        <p:spPr>
          <a:xfrm>
            <a:off x="4657536" y="2295940"/>
            <a:ext cx="462326" cy="462326"/>
          </a:xfrm>
          <a:prstGeom prst="rect">
            <a:avLst/>
          </a:prstGeom>
          <a:noFill/>
          <a:ln>
            <a:noFill/>
          </a:ln>
        </p:spPr>
      </p:pic>
      <p:pic>
        <p:nvPicPr>
          <p:cNvPr id="1116" name="Google Shape;1116;p55"/>
          <p:cNvPicPr preferRelativeResize="0"/>
          <p:nvPr/>
        </p:nvPicPr>
        <p:blipFill rotWithShape="1">
          <a:blip r:embed="rId5">
            <a:alphaModFix/>
          </a:blip>
          <a:srcRect b="0" l="0" r="0" t="0"/>
          <a:stretch/>
        </p:blipFill>
        <p:spPr>
          <a:xfrm>
            <a:off x="4657536" y="6114220"/>
            <a:ext cx="462326" cy="462326"/>
          </a:xfrm>
          <a:prstGeom prst="rect">
            <a:avLst/>
          </a:prstGeom>
          <a:noFill/>
          <a:ln>
            <a:noFill/>
          </a:ln>
        </p:spPr>
      </p:pic>
      <p:pic>
        <p:nvPicPr>
          <p:cNvPr id="1117" name="Google Shape;1117;p55"/>
          <p:cNvPicPr preferRelativeResize="0"/>
          <p:nvPr/>
        </p:nvPicPr>
        <p:blipFill rotWithShape="1">
          <a:blip r:embed="rId6">
            <a:alphaModFix/>
          </a:blip>
          <a:srcRect b="0" l="0" r="0" t="0"/>
          <a:stretch/>
        </p:blipFill>
        <p:spPr>
          <a:xfrm>
            <a:off x="13168142" y="6114220"/>
            <a:ext cx="462326" cy="462326"/>
          </a:xfrm>
          <a:prstGeom prst="rect">
            <a:avLst/>
          </a:prstGeom>
          <a:noFill/>
          <a:ln>
            <a:noFill/>
          </a:ln>
        </p:spPr>
      </p:pic>
      <p:sp>
        <p:nvSpPr>
          <p:cNvPr id="1118" name="Google Shape;1118;p55"/>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latin typeface="Sora Medium"/>
                <a:ea typeface="Sora Medium"/>
                <a:cs typeface="Sora Medium"/>
                <a:sym typeface="Sora Medium"/>
              </a:rPr>
              <a:t>Enter your sub headline here</a:t>
            </a:r>
            <a:endParaRPr>
              <a:latin typeface="Sora Medium"/>
              <a:ea typeface="Sora Medium"/>
              <a:cs typeface="Sora Medium"/>
              <a:sym typeface="Sora Medium"/>
            </a:endParaRPr>
          </a:p>
        </p:txBody>
      </p:sp>
      <p:sp>
        <p:nvSpPr>
          <p:cNvPr id="1119" name="Google Shape;1119;p55"/>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latin typeface="Sora Medium"/>
                <a:ea typeface="Sora Medium"/>
                <a:cs typeface="Sora Medium"/>
                <a:sym typeface="Sora Medium"/>
              </a:rPr>
              <a:t>Cost Analysis</a:t>
            </a:r>
            <a:endParaRPr>
              <a:latin typeface="Sora Medium"/>
              <a:ea typeface="Sora Medium"/>
              <a:cs typeface="Sora Medium"/>
              <a:sym typeface="Sora Medium"/>
            </a:endParaRPr>
          </a:p>
        </p:txBody>
      </p:sp>
      <p:pic>
        <p:nvPicPr>
          <p:cNvPr id="1120" name="Google Shape;1120;p55" title="N Isotype.png"/>
          <p:cNvPicPr preferRelativeResize="0"/>
          <p:nvPr/>
        </p:nvPicPr>
        <p:blipFill>
          <a:blip r:embed="rId7">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56"/>
          <p:cNvSpPr/>
          <p:nvPr/>
        </p:nvSpPr>
        <p:spPr>
          <a:xfrm>
            <a:off x="780586" y="5952962"/>
            <a:ext cx="5931600" cy="3255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26" name="Google Shape;1126;p56"/>
          <p:cNvSpPr/>
          <p:nvPr/>
        </p:nvSpPr>
        <p:spPr>
          <a:xfrm>
            <a:off x="780586" y="2448302"/>
            <a:ext cx="5931600" cy="3255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27" name="Google Shape;1127;p56"/>
          <p:cNvSpPr/>
          <p:nvPr/>
        </p:nvSpPr>
        <p:spPr>
          <a:xfrm flipH="1">
            <a:off x="11580758" y="5952962"/>
            <a:ext cx="5931600" cy="3255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28" name="Google Shape;1128;p56"/>
          <p:cNvSpPr/>
          <p:nvPr/>
        </p:nvSpPr>
        <p:spPr>
          <a:xfrm flipH="1">
            <a:off x="11580758" y="2448302"/>
            <a:ext cx="5931600" cy="3255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29" name="Google Shape;1129;p56"/>
          <p:cNvSpPr/>
          <p:nvPr/>
        </p:nvSpPr>
        <p:spPr>
          <a:xfrm>
            <a:off x="5763006" y="2448306"/>
            <a:ext cx="3255600" cy="3255600"/>
          </a:xfrm>
          <a:prstGeom prst="roundRect">
            <a:avLst>
              <a:gd fmla="val 16667" name="adj"/>
            </a:avLst>
          </a:prstGeom>
          <a:solidFill>
            <a:srgbClr val="217BEE"/>
          </a:solidFill>
          <a:ln>
            <a:noFill/>
          </a:ln>
        </p:spPr>
        <p:txBody>
          <a:bodyPr anchorCtr="0" anchor="ctr" bIns="429050" lIns="429050" spcFirstLastPara="1" rIns="429050" wrap="square" tIns="429050">
            <a:noAutofit/>
          </a:bodyPr>
          <a:lstStyle/>
          <a:p>
            <a:pPr indent="0" lvl="0" marL="0" marR="0" rtl="0" algn="ctr">
              <a:lnSpc>
                <a:spcPct val="90000"/>
              </a:lnSpc>
              <a:spcBef>
                <a:spcPts val="0"/>
              </a:spcBef>
              <a:spcAft>
                <a:spcPts val="0"/>
              </a:spcAft>
              <a:buClr>
                <a:schemeClr val="dk1"/>
              </a:buClr>
              <a:buSzPts val="7200"/>
              <a:buFont typeface="Roboto"/>
              <a:buNone/>
            </a:pPr>
            <a:r>
              <a:t/>
            </a:r>
            <a:endParaRPr sz="7200">
              <a:solidFill>
                <a:schemeClr val="lt1"/>
              </a:solidFill>
              <a:latin typeface="Roboto"/>
              <a:ea typeface="Roboto"/>
              <a:cs typeface="Roboto"/>
              <a:sym typeface="Roboto"/>
            </a:endParaRPr>
          </a:p>
        </p:txBody>
      </p:sp>
      <p:sp>
        <p:nvSpPr>
          <p:cNvPr id="1130" name="Google Shape;1130;p56"/>
          <p:cNvSpPr/>
          <p:nvPr/>
        </p:nvSpPr>
        <p:spPr>
          <a:xfrm>
            <a:off x="9269222" y="2448306"/>
            <a:ext cx="3255600" cy="3255600"/>
          </a:xfrm>
          <a:prstGeom prst="roundRect">
            <a:avLst>
              <a:gd fmla="val 16667" name="adj"/>
            </a:avLst>
          </a:prstGeom>
          <a:solidFill>
            <a:srgbClr val="EC683E"/>
          </a:solidFill>
          <a:ln>
            <a:noFill/>
          </a:ln>
        </p:spPr>
        <p:txBody>
          <a:bodyPr anchorCtr="0" anchor="ctr" bIns="429050" lIns="429050" spcFirstLastPara="1" rIns="429050" wrap="square" tIns="429050">
            <a:noAutofit/>
          </a:bodyPr>
          <a:lstStyle/>
          <a:p>
            <a:pPr indent="0" lvl="0" marL="0" marR="0" rtl="0" algn="ctr">
              <a:lnSpc>
                <a:spcPct val="90000"/>
              </a:lnSpc>
              <a:spcBef>
                <a:spcPts val="0"/>
              </a:spcBef>
              <a:spcAft>
                <a:spcPts val="0"/>
              </a:spcAft>
              <a:buClr>
                <a:schemeClr val="dk1"/>
              </a:buClr>
              <a:buSzPts val="7200"/>
              <a:buFont typeface="Roboto"/>
              <a:buNone/>
            </a:pPr>
            <a:r>
              <a:t/>
            </a:r>
            <a:endParaRPr sz="7200">
              <a:solidFill>
                <a:schemeClr val="lt1"/>
              </a:solidFill>
              <a:latin typeface="Roboto"/>
              <a:ea typeface="Roboto"/>
              <a:cs typeface="Roboto"/>
              <a:sym typeface="Roboto"/>
            </a:endParaRPr>
          </a:p>
        </p:txBody>
      </p:sp>
      <p:sp>
        <p:nvSpPr>
          <p:cNvPr id="1131" name="Google Shape;1131;p56"/>
          <p:cNvSpPr/>
          <p:nvPr/>
        </p:nvSpPr>
        <p:spPr>
          <a:xfrm>
            <a:off x="5763006" y="5954522"/>
            <a:ext cx="3255600" cy="3255600"/>
          </a:xfrm>
          <a:prstGeom prst="roundRect">
            <a:avLst>
              <a:gd fmla="val 16667" name="adj"/>
            </a:avLst>
          </a:prstGeom>
          <a:solidFill>
            <a:srgbClr val="D13B5F"/>
          </a:solidFill>
          <a:ln>
            <a:noFill/>
          </a:ln>
        </p:spPr>
        <p:txBody>
          <a:bodyPr anchorCtr="0" anchor="ctr" bIns="429050" lIns="429050" spcFirstLastPara="1" rIns="429050" wrap="square" tIns="429050">
            <a:noAutofit/>
          </a:bodyPr>
          <a:lstStyle/>
          <a:p>
            <a:pPr indent="0" lvl="0" marL="0" marR="0" rtl="0" algn="ctr">
              <a:lnSpc>
                <a:spcPct val="90000"/>
              </a:lnSpc>
              <a:spcBef>
                <a:spcPts val="0"/>
              </a:spcBef>
              <a:spcAft>
                <a:spcPts val="0"/>
              </a:spcAft>
              <a:buClr>
                <a:schemeClr val="dk1"/>
              </a:buClr>
              <a:buSzPts val="7200"/>
              <a:buFont typeface="Roboto"/>
              <a:buNone/>
            </a:pPr>
            <a:r>
              <a:t/>
            </a:r>
            <a:endParaRPr sz="7200">
              <a:solidFill>
                <a:schemeClr val="lt1"/>
              </a:solidFill>
              <a:latin typeface="Roboto"/>
              <a:ea typeface="Roboto"/>
              <a:cs typeface="Roboto"/>
              <a:sym typeface="Roboto"/>
            </a:endParaRPr>
          </a:p>
        </p:txBody>
      </p:sp>
      <p:sp>
        <p:nvSpPr>
          <p:cNvPr id="1132" name="Google Shape;1132;p56"/>
          <p:cNvSpPr/>
          <p:nvPr/>
        </p:nvSpPr>
        <p:spPr>
          <a:xfrm>
            <a:off x="9269222" y="5954522"/>
            <a:ext cx="3255600" cy="3255600"/>
          </a:xfrm>
          <a:prstGeom prst="roundRect">
            <a:avLst>
              <a:gd fmla="val 16667" name="adj"/>
            </a:avLst>
          </a:prstGeom>
          <a:solidFill>
            <a:srgbClr val="217BEE"/>
          </a:solidFill>
          <a:ln>
            <a:noFill/>
          </a:ln>
        </p:spPr>
        <p:txBody>
          <a:bodyPr anchorCtr="0" anchor="ctr" bIns="429050" lIns="429050" spcFirstLastPara="1" rIns="429050" wrap="square" tIns="429050">
            <a:noAutofit/>
          </a:bodyPr>
          <a:lstStyle/>
          <a:p>
            <a:pPr indent="0" lvl="0" marL="0" marR="0" rtl="0" algn="ctr">
              <a:lnSpc>
                <a:spcPct val="90000"/>
              </a:lnSpc>
              <a:spcBef>
                <a:spcPts val="0"/>
              </a:spcBef>
              <a:spcAft>
                <a:spcPts val="0"/>
              </a:spcAft>
              <a:buClr>
                <a:schemeClr val="dk1"/>
              </a:buClr>
              <a:buSzPts val="7200"/>
              <a:buFont typeface="Roboto"/>
              <a:buNone/>
            </a:pPr>
            <a:r>
              <a:t/>
            </a:r>
            <a:endParaRPr sz="7200">
              <a:solidFill>
                <a:schemeClr val="lt1"/>
              </a:solidFill>
              <a:latin typeface="Roboto"/>
              <a:ea typeface="Roboto"/>
              <a:cs typeface="Roboto"/>
              <a:sym typeface="Roboto"/>
            </a:endParaRPr>
          </a:p>
        </p:txBody>
      </p:sp>
      <p:sp>
        <p:nvSpPr>
          <p:cNvPr id="1133" name="Google Shape;1133;p56"/>
          <p:cNvSpPr/>
          <p:nvPr/>
        </p:nvSpPr>
        <p:spPr>
          <a:xfrm>
            <a:off x="5977466" y="2662766"/>
            <a:ext cx="6333000" cy="6333000"/>
          </a:xfrm>
          <a:prstGeom prst="diamond">
            <a:avLst/>
          </a:prstGeom>
          <a:solidFill>
            <a:schemeClr val="lt1">
              <a:alpha val="9800"/>
            </a:schemeClr>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134" name="Google Shape;1134;p56"/>
          <p:cNvSpPr/>
          <p:nvPr/>
        </p:nvSpPr>
        <p:spPr>
          <a:xfrm>
            <a:off x="10432928" y="3427086"/>
            <a:ext cx="2148600" cy="32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100">
                <a:solidFill>
                  <a:schemeClr val="lt1"/>
                </a:solidFill>
                <a:latin typeface="Instrument Sans"/>
                <a:ea typeface="Instrument Sans"/>
                <a:cs typeface="Instrument Sans"/>
                <a:sym typeface="Instrument Sans"/>
              </a:rPr>
              <a:t>TEXT HERE</a:t>
            </a:r>
            <a:endParaRPr sz="2100">
              <a:solidFill>
                <a:schemeClr val="lt1"/>
              </a:solidFill>
              <a:latin typeface="Instrument Sans"/>
              <a:ea typeface="Instrument Sans"/>
              <a:cs typeface="Instrument Sans"/>
              <a:sym typeface="Instrument Sans"/>
            </a:endParaRPr>
          </a:p>
        </p:txBody>
      </p:sp>
      <p:sp>
        <p:nvSpPr>
          <p:cNvPr id="1135" name="Google Shape;1135;p56"/>
          <p:cNvSpPr/>
          <p:nvPr/>
        </p:nvSpPr>
        <p:spPr>
          <a:xfrm>
            <a:off x="6040708" y="3310002"/>
            <a:ext cx="1612200" cy="32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100">
                <a:solidFill>
                  <a:schemeClr val="lt1"/>
                </a:solidFill>
                <a:latin typeface="Instrument Sans"/>
                <a:ea typeface="Instrument Sans"/>
                <a:cs typeface="Instrument Sans"/>
                <a:sym typeface="Instrument Sans"/>
              </a:rPr>
              <a:t>TEXT HERE</a:t>
            </a:r>
            <a:endParaRPr sz="2100">
              <a:solidFill>
                <a:schemeClr val="lt1"/>
              </a:solidFill>
              <a:latin typeface="Instrument Sans"/>
              <a:ea typeface="Instrument Sans"/>
              <a:cs typeface="Instrument Sans"/>
              <a:sym typeface="Instrument Sans"/>
            </a:endParaRPr>
          </a:p>
        </p:txBody>
      </p:sp>
      <p:sp>
        <p:nvSpPr>
          <p:cNvPr id="1136" name="Google Shape;1136;p56"/>
          <p:cNvSpPr/>
          <p:nvPr/>
        </p:nvSpPr>
        <p:spPr>
          <a:xfrm>
            <a:off x="10331020" y="7891380"/>
            <a:ext cx="2148600" cy="32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100">
                <a:solidFill>
                  <a:schemeClr val="lt1"/>
                </a:solidFill>
                <a:latin typeface="Instrument Sans"/>
                <a:ea typeface="Instrument Sans"/>
                <a:cs typeface="Instrument Sans"/>
                <a:sym typeface="Instrument Sans"/>
              </a:rPr>
              <a:t>TEXT HERE</a:t>
            </a:r>
            <a:endParaRPr sz="2100">
              <a:solidFill>
                <a:schemeClr val="lt1"/>
              </a:solidFill>
              <a:latin typeface="Instrument Sans"/>
              <a:ea typeface="Instrument Sans"/>
              <a:cs typeface="Instrument Sans"/>
              <a:sym typeface="Instrument Sans"/>
            </a:endParaRPr>
          </a:p>
        </p:txBody>
      </p:sp>
      <p:sp>
        <p:nvSpPr>
          <p:cNvPr id="1137" name="Google Shape;1137;p56"/>
          <p:cNvSpPr/>
          <p:nvPr/>
        </p:nvSpPr>
        <p:spPr>
          <a:xfrm>
            <a:off x="5828046" y="7892584"/>
            <a:ext cx="2148600" cy="32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100">
                <a:solidFill>
                  <a:schemeClr val="lt1"/>
                </a:solidFill>
                <a:latin typeface="Instrument Sans"/>
                <a:ea typeface="Instrument Sans"/>
                <a:cs typeface="Instrument Sans"/>
                <a:sym typeface="Instrument Sans"/>
              </a:rPr>
              <a:t>TEXT HERE</a:t>
            </a:r>
            <a:endParaRPr sz="2100">
              <a:solidFill>
                <a:schemeClr val="lt1"/>
              </a:solidFill>
              <a:latin typeface="Instrument Sans"/>
              <a:ea typeface="Instrument Sans"/>
              <a:cs typeface="Instrument Sans"/>
              <a:sym typeface="Instrument Sans"/>
            </a:endParaRPr>
          </a:p>
        </p:txBody>
      </p:sp>
      <p:sp>
        <p:nvSpPr>
          <p:cNvPr id="1138" name="Google Shape;1138;p56"/>
          <p:cNvSpPr/>
          <p:nvPr/>
        </p:nvSpPr>
        <p:spPr>
          <a:xfrm>
            <a:off x="8229600" y="4914900"/>
            <a:ext cx="1828800" cy="1828800"/>
          </a:xfrm>
          <a:prstGeom prst="ellipse">
            <a:avLst/>
          </a:prstGeom>
          <a:solidFill>
            <a:schemeClr val="lt1"/>
          </a:solidFill>
          <a:ln>
            <a:noFill/>
          </a:ln>
          <a:effectLst>
            <a:outerShdw blurRad="127000" rotWithShape="0" algn="ctr">
              <a:srgbClr val="000000">
                <a:alpha val="14900"/>
              </a:srgbClr>
            </a:outerShdw>
          </a:effectLst>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139" name="Google Shape;1139;p56"/>
          <p:cNvSpPr/>
          <p:nvPr/>
        </p:nvSpPr>
        <p:spPr>
          <a:xfrm>
            <a:off x="1186168" y="3060526"/>
            <a:ext cx="3882000" cy="2031600"/>
          </a:xfrm>
          <a:prstGeom prst="rect">
            <a:avLst/>
          </a:prstGeom>
          <a:noFill/>
          <a:ln>
            <a:noFill/>
          </a:ln>
        </p:spPr>
        <p:txBody>
          <a:bodyPr anchorCtr="0" anchor="ctr" bIns="0" lIns="0" spcFirstLastPara="1" rIns="0" wrap="square" tIns="0">
            <a:noAutofit/>
          </a:bodyPr>
          <a:lstStyle/>
          <a:p>
            <a:pPr indent="-342900" lvl="0" marL="342900" marR="0" rtl="0" algn="l">
              <a:lnSpc>
                <a:spcPct val="150000"/>
              </a:lnSpc>
              <a:spcBef>
                <a:spcPts val="0"/>
              </a:spcBef>
              <a:spcAft>
                <a:spcPts val="0"/>
              </a:spcAft>
              <a:buClr>
                <a:srgbClr val="1C1E4C"/>
              </a:buClr>
              <a:buSzPts val="1800"/>
              <a:buFont typeface="Instrument Sans"/>
              <a:buChar char="•"/>
            </a:pPr>
            <a:r>
              <a:rPr lang="en-US" sz="1800">
                <a:solidFill>
                  <a:srgbClr val="1C1E4C"/>
                </a:solidFill>
                <a:latin typeface="Instrument Sans"/>
                <a:ea typeface="Instrument Sans"/>
                <a:cs typeface="Instrument Sans"/>
                <a:sym typeface="Instrument Sans"/>
              </a:rPr>
              <a:t>You can use this sentence in any context where you are referring to some text as an example. For example, if you are writing a paper about writing techniques, </a:t>
            </a:r>
            <a:endParaRPr sz="1800">
              <a:solidFill>
                <a:srgbClr val="1C1E4C"/>
              </a:solidFill>
              <a:latin typeface="Instrument Sans"/>
              <a:ea typeface="Instrument Sans"/>
              <a:cs typeface="Instrument Sans"/>
              <a:sym typeface="Instrument Sans"/>
            </a:endParaRPr>
          </a:p>
        </p:txBody>
      </p:sp>
      <p:sp>
        <p:nvSpPr>
          <p:cNvPr id="1140" name="Google Shape;1140;p56"/>
          <p:cNvSpPr/>
          <p:nvPr/>
        </p:nvSpPr>
        <p:spPr>
          <a:xfrm>
            <a:off x="1186168" y="6565186"/>
            <a:ext cx="3882000" cy="2031600"/>
          </a:xfrm>
          <a:prstGeom prst="rect">
            <a:avLst/>
          </a:prstGeom>
          <a:noFill/>
          <a:ln>
            <a:noFill/>
          </a:ln>
        </p:spPr>
        <p:txBody>
          <a:bodyPr anchorCtr="0" anchor="ctr" bIns="0" lIns="0" spcFirstLastPara="1" rIns="0" wrap="square" tIns="0">
            <a:noAutofit/>
          </a:bodyPr>
          <a:lstStyle/>
          <a:p>
            <a:pPr indent="-342900" lvl="0" marL="342900" marR="0" rtl="0" algn="l">
              <a:lnSpc>
                <a:spcPct val="150000"/>
              </a:lnSpc>
              <a:spcBef>
                <a:spcPts val="0"/>
              </a:spcBef>
              <a:spcAft>
                <a:spcPts val="0"/>
              </a:spcAft>
              <a:buClr>
                <a:srgbClr val="1C1E4C"/>
              </a:buClr>
              <a:buSzPts val="1800"/>
              <a:buFont typeface="Instrument Sans"/>
              <a:buChar char="•"/>
            </a:pPr>
            <a:r>
              <a:rPr lang="en-US" sz="1800">
                <a:solidFill>
                  <a:srgbClr val="1C1E4C"/>
                </a:solidFill>
                <a:latin typeface="Instrument Sans"/>
                <a:ea typeface="Instrument Sans"/>
                <a:cs typeface="Instrument Sans"/>
                <a:sym typeface="Instrument Sans"/>
              </a:rPr>
              <a:t>You can use this sentence in any context where you are referring to some text as an example. For example, if you are writing a paper about writing techniques, </a:t>
            </a:r>
            <a:endParaRPr sz="1800">
              <a:solidFill>
                <a:srgbClr val="1C1E4C"/>
              </a:solidFill>
              <a:latin typeface="Instrument Sans"/>
              <a:ea typeface="Instrument Sans"/>
              <a:cs typeface="Instrument Sans"/>
              <a:sym typeface="Instrument Sans"/>
            </a:endParaRPr>
          </a:p>
        </p:txBody>
      </p:sp>
      <p:pic>
        <p:nvPicPr>
          <p:cNvPr id="1141" name="Google Shape;1141;p56"/>
          <p:cNvPicPr preferRelativeResize="0"/>
          <p:nvPr/>
        </p:nvPicPr>
        <p:blipFill rotWithShape="1">
          <a:blip r:embed="rId3">
            <a:alphaModFix/>
          </a:blip>
          <a:srcRect b="0" l="0" r="0" t="0"/>
          <a:stretch/>
        </p:blipFill>
        <p:spPr>
          <a:xfrm>
            <a:off x="10046022" y="6555534"/>
            <a:ext cx="631132" cy="631132"/>
          </a:xfrm>
          <a:prstGeom prst="rect">
            <a:avLst/>
          </a:prstGeom>
          <a:noFill/>
          <a:ln>
            <a:noFill/>
          </a:ln>
        </p:spPr>
      </p:pic>
      <p:pic>
        <p:nvPicPr>
          <p:cNvPr id="1142" name="Google Shape;1142;p56"/>
          <p:cNvPicPr preferRelativeResize="0"/>
          <p:nvPr/>
        </p:nvPicPr>
        <p:blipFill rotWithShape="1">
          <a:blip r:embed="rId4">
            <a:alphaModFix/>
          </a:blip>
          <a:srcRect b="0" l="0" r="0" t="0"/>
          <a:stretch/>
        </p:blipFill>
        <p:spPr>
          <a:xfrm>
            <a:off x="8602376" y="5287676"/>
            <a:ext cx="1083249" cy="1083249"/>
          </a:xfrm>
          <a:prstGeom prst="rect">
            <a:avLst/>
          </a:prstGeom>
          <a:noFill/>
          <a:ln>
            <a:noFill/>
          </a:ln>
        </p:spPr>
      </p:pic>
      <p:pic>
        <p:nvPicPr>
          <p:cNvPr id="1143" name="Google Shape;1143;p56"/>
          <p:cNvPicPr preferRelativeResize="0"/>
          <p:nvPr/>
        </p:nvPicPr>
        <p:blipFill rotWithShape="1">
          <a:blip r:embed="rId5">
            <a:alphaModFix/>
          </a:blip>
          <a:srcRect b="0" l="0" r="0" t="0"/>
          <a:stretch/>
        </p:blipFill>
        <p:spPr>
          <a:xfrm>
            <a:off x="7662092" y="4384874"/>
            <a:ext cx="631132" cy="631132"/>
          </a:xfrm>
          <a:prstGeom prst="rect">
            <a:avLst/>
          </a:prstGeom>
          <a:noFill/>
          <a:ln>
            <a:noFill/>
          </a:ln>
        </p:spPr>
      </p:pic>
      <p:pic>
        <p:nvPicPr>
          <p:cNvPr id="1144" name="Google Shape;1144;p56"/>
          <p:cNvPicPr preferRelativeResize="0"/>
          <p:nvPr/>
        </p:nvPicPr>
        <p:blipFill rotWithShape="1">
          <a:blip r:embed="rId6">
            <a:alphaModFix/>
          </a:blip>
          <a:srcRect b="0" l="0" r="0" t="0"/>
          <a:stretch/>
        </p:blipFill>
        <p:spPr>
          <a:xfrm>
            <a:off x="10046022" y="4384874"/>
            <a:ext cx="631132" cy="631132"/>
          </a:xfrm>
          <a:prstGeom prst="rect">
            <a:avLst/>
          </a:prstGeom>
          <a:noFill/>
          <a:ln>
            <a:noFill/>
          </a:ln>
        </p:spPr>
      </p:pic>
      <p:pic>
        <p:nvPicPr>
          <p:cNvPr id="1145" name="Google Shape;1145;p56"/>
          <p:cNvPicPr preferRelativeResize="0"/>
          <p:nvPr/>
        </p:nvPicPr>
        <p:blipFill rotWithShape="1">
          <a:blip r:embed="rId7">
            <a:alphaModFix/>
          </a:blip>
          <a:srcRect b="0" l="0" r="0" t="0"/>
          <a:stretch/>
        </p:blipFill>
        <p:spPr>
          <a:xfrm>
            <a:off x="7662092" y="6555534"/>
            <a:ext cx="631132" cy="631132"/>
          </a:xfrm>
          <a:prstGeom prst="rect">
            <a:avLst/>
          </a:prstGeom>
          <a:noFill/>
          <a:ln>
            <a:noFill/>
          </a:ln>
        </p:spPr>
      </p:pic>
      <p:sp>
        <p:nvSpPr>
          <p:cNvPr id="1146" name="Google Shape;1146;p56"/>
          <p:cNvSpPr/>
          <p:nvPr/>
        </p:nvSpPr>
        <p:spPr>
          <a:xfrm>
            <a:off x="13103606" y="3060526"/>
            <a:ext cx="3882000" cy="2031600"/>
          </a:xfrm>
          <a:prstGeom prst="rect">
            <a:avLst/>
          </a:prstGeom>
          <a:noFill/>
          <a:ln>
            <a:noFill/>
          </a:ln>
        </p:spPr>
        <p:txBody>
          <a:bodyPr anchorCtr="0" anchor="ctr" bIns="0" lIns="0" spcFirstLastPara="1" rIns="0" wrap="square" tIns="0">
            <a:noAutofit/>
          </a:bodyPr>
          <a:lstStyle/>
          <a:p>
            <a:pPr indent="-342900" lvl="0" marL="342900" marR="0" rtl="0" algn="l">
              <a:lnSpc>
                <a:spcPct val="150000"/>
              </a:lnSpc>
              <a:spcBef>
                <a:spcPts val="0"/>
              </a:spcBef>
              <a:spcAft>
                <a:spcPts val="0"/>
              </a:spcAft>
              <a:buClr>
                <a:srgbClr val="1C1E4C"/>
              </a:buClr>
              <a:buSzPts val="1800"/>
              <a:buFont typeface="Instrument Sans"/>
              <a:buChar char="•"/>
            </a:pPr>
            <a:r>
              <a:rPr lang="en-US" sz="1800">
                <a:solidFill>
                  <a:srgbClr val="1C1E4C"/>
                </a:solidFill>
                <a:latin typeface="Instrument Sans"/>
                <a:ea typeface="Instrument Sans"/>
                <a:cs typeface="Instrument Sans"/>
                <a:sym typeface="Instrument Sans"/>
              </a:rPr>
              <a:t>You can use this sentence in any context where you are referring to some text as an example. For example, if you are writing a paper about writing techniques, </a:t>
            </a:r>
            <a:endParaRPr sz="1800">
              <a:solidFill>
                <a:srgbClr val="1C1E4C"/>
              </a:solidFill>
              <a:latin typeface="Instrument Sans"/>
              <a:ea typeface="Instrument Sans"/>
              <a:cs typeface="Instrument Sans"/>
              <a:sym typeface="Instrument Sans"/>
            </a:endParaRPr>
          </a:p>
        </p:txBody>
      </p:sp>
      <p:sp>
        <p:nvSpPr>
          <p:cNvPr id="1147" name="Google Shape;1147;p56"/>
          <p:cNvSpPr/>
          <p:nvPr/>
        </p:nvSpPr>
        <p:spPr>
          <a:xfrm>
            <a:off x="13103606" y="6565186"/>
            <a:ext cx="3882000" cy="2031600"/>
          </a:xfrm>
          <a:prstGeom prst="rect">
            <a:avLst/>
          </a:prstGeom>
          <a:noFill/>
          <a:ln>
            <a:noFill/>
          </a:ln>
        </p:spPr>
        <p:txBody>
          <a:bodyPr anchorCtr="0" anchor="ctr" bIns="0" lIns="0" spcFirstLastPara="1" rIns="0" wrap="square" tIns="0">
            <a:noAutofit/>
          </a:bodyPr>
          <a:lstStyle/>
          <a:p>
            <a:pPr indent="-342900" lvl="0" marL="342900" marR="0" rtl="0" algn="l">
              <a:lnSpc>
                <a:spcPct val="150000"/>
              </a:lnSpc>
              <a:spcBef>
                <a:spcPts val="0"/>
              </a:spcBef>
              <a:spcAft>
                <a:spcPts val="0"/>
              </a:spcAft>
              <a:buClr>
                <a:srgbClr val="1C1E4C"/>
              </a:buClr>
              <a:buSzPts val="1800"/>
              <a:buFont typeface="Instrument Sans"/>
              <a:buChar char="•"/>
            </a:pPr>
            <a:r>
              <a:rPr lang="en-US" sz="1800">
                <a:solidFill>
                  <a:srgbClr val="1C1E4C"/>
                </a:solidFill>
                <a:latin typeface="Instrument Sans"/>
                <a:ea typeface="Instrument Sans"/>
                <a:cs typeface="Instrument Sans"/>
                <a:sym typeface="Instrument Sans"/>
              </a:rPr>
              <a:t>You can use this sentence in any context where you are referring to some text as an example. For example, if you are writing a paper about writing techniques, </a:t>
            </a:r>
            <a:endParaRPr sz="1800">
              <a:solidFill>
                <a:srgbClr val="1C1E4C"/>
              </a:solidFill>
              <a:latin typeface="Instrument Sans"/>
              <a:ea typeface="Instrument Sans"/>
              <a:cs typeface="Instrument Sans"/>
              <a:sym typeface="Instrument Sans"/>
            </a:endParaRPr>
          </a:p>
        </p:txBody>
      </p:sp>
      <p:sp>
        <p:nvSpPr>
          <p:cNvPr id="1148" name="Google Shape;1148;p56"/>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latin typeface="Sora Medium"/>
                <a:ea typeface="Sora Medium"/>
                <a:cs typeface="Sora Medium"/>
                <a:sym typeface="Sora Medium"/>
              </a:rPr>
              <a:t>Enter your sub headline here</a:t>
            </a:r>
            <a:endParaRPr>
              <a:latin typeface="Sora Medium"/>
              <a:ea typeface="Sora Medium"/>
              <a:cs typeface="Sora Medium"/>
              <a:sym typeface="Sora Medium"/>
            </a:endParaRPr>
          </a:p>
        </p:txBody>
      </p:sp>
      <p:sp>
        <p:nvSpPr>
          <p:cNvPr id="1149" name="Google Shape;1149;p56"/>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latin typeface="Sora Medium"/>
                <a:ea typeface="Sora Medium"/>
                <a:cs typeface="Sora Medium"/>
                <a:sym typeface="Sora Medium"/>
              </a:rPr>
              <a:t>Cost Analysis</a:t>
            </a:r>
            <a:endParaRPr>
              <a:latin typeface="Sora Medium"/>
              <a:ea typeface="Sora Medium"/>
              <a:cs typeface="Sora Medium"/>
              <a:sym typeface="Sora Medium"/>
            </a:endParaRPr>
          </a:p>
        </p:txBody>
      </p:sp>
      <p:pic>
        <p:nvPicPr>
          <p:cNvPr id="1150" name="Google Shape;1150;p56" title="N Isotype.png"/>
          <p:cNvPicPr preferRelativeResize="0"/>
          <p:nvPr/>
        </p:nvPicPr>
        <p:blipFill>
          <a:blip r:embed="rId8">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57"/>
          <p:cNvSpPr/>
          <p:nvPr/>
        </p:nvSpPr>
        <p:spPr>
          <a:xfrm>
            <a:off x="775638" y="2095500"/>
            <a:ext cx="6724800" cy="1371600"/>
          </a:xfrm>
          <a:prstGeom prst="roundRect">
            <a:avLst>
              <a:gd fmla="val 0" name="adj"/>
            </a:avLst>
          </a:pr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156" name="Google Shape;1156;p57"/>
          <p:cNvSpPr/>
          <p:nvPr/>
        </p:nvSpPr>
        <p:spPr>
          <a:xfrm>
            <a:off x="10787340" y="2095500"/>
            <a:ext cx="6724800" cy="1371600"/>
          </a:xfrm>
          <a:prstGeom prst="roundRect">
            <a:avLst>
              <a:gd fmla="val 0" name="adj"/>
            </a:avLst>
          </a:pr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157" name="Google Shape;1157;p57"/>
          <p:cNvSpPr/>
          <p:nvPr/>
        </p:nvSpPr>
        <p:spPr>
          <a:xfrm>
            <a:off x="1018412" y="2247900"/>
            <a:ext cx="1676400" cy="1066800"/>
          </a:xfrm>
          <a:prstGeom prst="chevron">
            <a:avLst>
              <a:gd fmla="val 20833" name="adj"/>
            </a:avLst>
          </a:prstGeom>
          <a:gradFill>
            <a:gsLst>
              <a:gs pos="0">
                <a:srgbClr val="FFFFFF">
                  <a:alpha val="35686"/>
                </a:srgbClr>
              </a:gs>
              <a:gs pos="56000">
                <a:srgbClr val="FFFFFF">
                  <a:alpha val="35686"/>
                </a:srgbClr>
              </a:gs>
              <a:gs pos="100000">
                <a:srgbClr val="FFFFFF">
                  <a:alpha val="14901"/>
                </a:srgbClr>
              </a:gs>
            </a:gsLst>
            <a:lin ang="21593863" scaled="0"/>
          </a:gra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58" name="Google Shape;1158;p57"/>
          <p:cNvSpPr/>
          <p:nvPr/>
        </p:nvSpPr>
        <p:spPr>
          <a:xfrm flipH="1">
            <a:off x="15593190" y="2247900"/>
            <a:ext cx="1676400" cy="1066800"/>
          </a:xfrm>
          <a:prstGeom prst="chevron">
            <a:avLst>
              <a:gd fmla="val 20833" name="adj"/>
            </a:avLst>
          </a:prstGeom>
          <a:gradFill>
            <a:gsLst>
              <a:gs pos="0">
                <a:srgbClr val="FFFFFF">
                  <a:alpha val="35686"/>
                </a:srgbClr>
              </a:gs>
              <a:gs pos="56000">
                <a:srgbClr val="FFFFFF">
                  <a:alpha val="35686"/>
                </a:srgbClr>
              </a:gs>
              <a:gs pos="100000">
                <a:srgbClr val="FFFFFF">
                  <a:alpha val="14901"/>
                </a:srgbClr>
              </a:gs>
            </a:gsLst>
            <a:lin ang="21593863" scaled="0"/>
          </a:gradFill>
          <a:ln>
            <a:noFill/>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159" name="Google Shape;1159;p57"/>
          <p:cNvSpPr/>
          <p:nvPr/>
        </p:nvSpPr>
        <p:spPr>
          <a:xfrm>
            <a:off x="3031588" y="2350412"/>
            <a:ext cx="2832000" cy="8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800">
                <a:solidFill>
                  <a:schemeClr val="lt1"/>
                </a:solidFill>
                <a:latin typeface="Instrument Sans"/>
                <a:ea typeface="Instrument Sans"/>
                <a:cs typeface="Instrument Sans"/>
                <a:sym typeface="Instrument Sans"/>
              </a:rPr>
              <a:t>The Standard Lorem Ipsum </a:t>
            </a:r>
            <a:endParaRPr sz="2800">
              <a:latin typeface="Instrument Sans"/>
              <a:ea typeface="Instrument Sans"/>
              <a:cs typeface="Instrument Sans"/>
              <a:sym typeface="Instrument Sans"/>
            </a:endParaRPr>
          </a:p>
        </p:txBody>
      </p:sp>
      <p:sp>
        <p:nvSpPr>
          <p:cNvPr id="1160" name="Google Shape;1160;p57"/>
          <p:cNvSpPr/>
          <p:nvPr/>
        </p:nvSpPr>
        <p:spPr>
          <a:xfrm>
            <a:off x="12424288" y="2350412"/>
            <a:ext cx="2832000" cy="861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800">
                <a:solidFill>
                  <a:schemeClr val="lt1"/>
                </a:solidFill>
                <a:latin typeface="Roboto"/>
                <a:ea typeface="Roboto"/>
                <a:cs typeface="Roboto"/>
                <a:sym typeface="Roboto"/>
              </a:rPr>
              <a:t>The Standard Lorem Ipsum </a:t>
            </a:r>
            <a:endParaRPr sz="2800"/>
          </a:p>
        </p:txBody>
      </p:sp>
      <p:sp>
        <p:nvSpPr>
          <p:cNvPr id="1161" name="Google Shape;1161;p57"/>
          <p:cNvSpPr/>
          <p:nvPr/>
        </p:nvSpPr>
        <p:spPr>
          <a:xfrm>
            <a:off x="7772400" y="3576320"/>
            <a:ext cx="2743200" cy="1142400"/>
          </a:xfrm>
          <a:prstGeom prst="roundRect">
            <a:avLst>
              <a:gd fmla="val 0" name="adj"/>
            </a:avLst>
          </a:prstGeom>
          <a:solidFill>
            <a:srgbClr val="D8D8D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62" name="Google Shape;1162;p57"/>
          <p:cNvSpPr/>
          <p:nvPr/>
        </p:nvSpPr>
        <p:spPr>
          <a:xfrm>
            <a:off x="775638" y="3576320"/>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63" name="Google Shape;1163;p57"/>
          <p:cNvSpPr/>
          <p:nvPr/>
        </p:nvSpPr>
        <p:spPr>
          <a:xfrm>
            <a:off x="10787340" y="3576320"/>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64" name="Google Shape;1164;p57"/>
          <p:cNvSpPr/>
          <p:nvPr/>
        </p:nvSpPr>
        <p:spPr>
          <a:xfrm>
            <a:off x="1823214" y="3980370"/>
            <a:ext cx="3815400" cy="3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65" name="Google Shape;1165;p57"/>
          <p:cNvSpPr/>
          <p:nvPr/>
        </p:nvSpPr>
        <p:spPr>
          <a:xfrm flipH="1">
            <a:off x="11900588" y="3980370"/>
            <a:ext cx="4564200" cy="338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66" name="Google Shape;1166;p57"/>
          <p:cNvSpPr/>
          <p:nvPr/>
        </p:nvSpPr>
        <p:spPr>
          <a:xfrm flipH="1">
            <a:off x="7961424" y="3808848"/>
            <a:ext cx="2365200" cy="67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67" name="Google Shape;1167;p57"/>
          <p:cNvSpPr/>
          <p:nvPr/>
        </p:nvSpPr>
        <p:spPr>
          <a:xfrm>
            <a:off x="7772400" y="6005816"/>
            <a:ext cx="2743200" cy="1142400"/>
          </a:xfrm>
          <a:prstGeom prst="roundRect">
            <a:avLst>
              <a:gd fmla="val 0" name="adj"/>
            </a:avLst>
          </a:prstGeom>
          <a:solidFill>
            <a:srgbClr val="D8D8D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68" name="Google Shape;1168;p57"/>
          <p:cNvSpPr/>
          <p:nvPr/>
        </p:nvSpPr>
        <p:spPr>
          <a:xfrm>
            <a:off x="775638" y="6005816"/>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69" name="Google Shape;1169;p57"/>
          <p:cNvSpPr/>
          <p:nvPr/>
        </p:nvSpPr>
        <p:spPr>
          <a:xfrm>
            <a:off x="10787340" y="6005816"/>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0" name="Google Shape;1170;p57"/>
          <p:cNvSpPr/>
          <p:nvPr/>
        </p:nvSpPr>
        <p:spPr>
          <a:xfrm>
            <a:off x="1823214" y="6409866"/>
            <a:ext cx="3815400" cy="3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71" name="Google Shape;1171;p57"/>
          <p:cNvSpPr/>
          <p:nvPr/>
        </p:nvSpPr>
        <p:spPr>
          <a:xfrm flipH="1">
            <a:off x="11900588" y="6409866"/>
            <a:ext cx="4564200" cy="338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72" name="Google Shape;1172;p57"/>
          <p:cNvSpPr/>
          <p:nvPr/>
        </p:nvSpPr>
        <p:spPr>
          <a:xfrm>
            <a:off x="10787340" y="7220564"/>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3" name="Google Shape;1173;p57"/>
          <p:cNvSpPr/>
          <p:nvPr/>
        </p:nvSpPr>
        <p:spPr>
          <a:xfrm>
            <a:off x="7772400" y="7220564"/>
            <a:ext cx="2743200" cy="1142400"/>
          </a:xfrm>
          <a:prstGeom prst="roundRect">
            <a:avLst>
              <a:gd fmla="val 0" name="adj"/>
            </a:avLst>
          </a:prstGeom>
          <a:solidFill>
            <a:srgbClr val="D8D8D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4" name="Google Shape;1174;p57"/>
          <p:cNvSpPr/>
          <p:nvPr/>
        </p:nvSpPr>
        <p:spPr>
          <a:xfrm>
            <a:off x="775638" y="7220564"/>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5" name="Google Shape;1175;p57"/>
          <p:cNvSpPr/>
          <p:nvPr/>
        </p:nvSpPr>
        <p:spPr>
          <a:xfrm>
            <a:off x="1823214" y="7624614"/>
            <a:ext cx="3815400" cy="3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76" name="Google Shape;1176;p57"/>
          <p:cNvSpPr/>
          <p:nvPr/>
        </p:nvSpPr>
        <p:spPr>
          <a:xfrm flipH="1">
            <a:off x="11900588" y="7624614"/>
            <a:ext cx="4564200" cy="338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77" name="Google Shape;1177;p57"/>
          <p:cNvSpPr/>
          <p:nvPr/>
        </p:nvSpPr>
        <p:spPr>
          <a:xfrm>
            <a:off x="10787340" y="8435314"/>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8" name="Google Shape;1178;p57"/>
          <p:cNvSpPr/>
          <p:nvPr/>
        </p:nvSpPr>
        <p:spPr>
          <a:xfrm>
            <a:off x="7772400" y="8435314"/>
            <a:ext cx="2743200" cy="1142400"/>
          </a:xfrm>
          <a:prstGeom prst="roundRect">
            <a:avLst>
              <a:gd fmla="val 0" name="adj"/>
            </a:avLst>
          </a:prstGeom>
          <a:solidFill>
            <a:srgbClr val="D8D8D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79" name="Google Shape;1179;p57"/>
          <p:cNvSpPr/>
          <p:nvPr/>
        </p:nvSpPr>
        <p:spPr>
          <a:xfrm>
            <a:off x="775638" y="8435314"/>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80" name="Google Shape;1180;p57"/>
          <p:cNvSpPr/>
          <p:nvPr/>
        </p:nvSpPr>
        <p:spPr>
          <a:xfrm>
            <a:off x="1823214" y="8839364"/>
            <a:ext cx="3815400" cy="3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1" name="Google Shape;1181;p57"/>
          <p:cNvSpPr/>
          <p:nvPr/>
        </p:nvSpPr>
        <p:spPr>
          <a:xfrm flipH="1">
            <a:off x="11900588" y="8839364"/>
            <a:ext cx="4564200" cy="338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2" name="Google Shape;1182;p57"/>
          <p:cNvSpPr/>
          <p:nvPr/>
        </p:nvSpPr>
        <p:spPr>
          <a:xfrm>
            <a:off x="7772400" y="4791068"/>
            <a:ext cx="2743200" cy="1142400"/>
          </a:xfrm>
          <a:prstGeom prst="roundRect">
            <a:avLst>
              <a:gd fmla="val 0" name="adj"/>
            </a:avLst>
          </a:prstGeom>
          <a:solidFill>
            <a:srgbClr val="D8D8D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83" name="Google Shape;1183;p57"/>
          <p:cNvSpPr/>
          <p:nvPr/>
        </p:nvSpPr>
        <p:spPr>
          <a:xfrm>
            <a:off x="775638" y="4791068"/>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84" name="Google Shape;1184;p57"/>
          <p:cNvSpPr/>
          <p:nvPr/>
        </p:nvSpPr>
        <p:spPr>
          <a:xfrm>
            <a:off x="10787340" y="4791068"/>
            <a:ext cx="6724800" cy="1142400"/>
          </a:xfrm>
          <a:prstGeom prst="roundRect">
            <a:avLst>
              <a:gd fmla="val 0" name="adj"/>
            </a:avLst>
          </a:prstGeom>
          <a:solidFill>
            <a:srgbClr val="F2F2F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rgbClr val="1C1E4C"/>
              </a:solidFill>
              <a:latin typeface="Roboto"/>
              <a:ea typeface="Roboto"/>
              <a:cs typeface="Roboto"/>
              <a:sym typeface="Roboto"/>
            </a:endParaRPr>
          </a:p>
        </p:txBody>
      </p:sp>
      <p:sp>
        <p:nvSpPr>
          <p:cNvPr id="1185" name="Google Shape;1185;p57"/>
          <p:cNvSpPr/>
          <p:nvPr/>
        </p:nvSpPr>
        <p:spPr>
          <a:xfrm>
            <a:off x="1823214" y="5195118"/>
            <a:ext cx="3815400" cy="3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6" name="Google Shape;1186;p57"/>
          <p:cNvSpPr/>
          <p:nvPr/>
        </p:nvSpPr>
        <p:spPr>
          <a:xfrm flipH="1">
            <a:off x="11900588" y="5195118"/>
            <a:ext cx="4564200" cy="338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7" name="Google Shape;1187;p57"/>
          <p:cNvSpPr/>
          <p:nvPr/>
        </p:nvSpPr>
        <p:spPr>
          <a:xfrm flipH="1">
            <a:off x="7961424" y="5023594"/>
            <a:ext cx="2365200" cy="67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8" name="Google Shape;1188;p57"/>
          <p:cNvSpPr/>
          <p:nvPr/>
        </p:nvSpPr>
        <p:spPr>
          <a:xfrm flipH="1">
            <a:off x="7961424" y="6238342"/>
            <a:ext cx="2365200" cy="67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89" name="Google Shape;1189;p57"/>
          <p:cNvSpPr/>
          <p:nvPr/>
        </p:nvSpPr>
        <p:spPr>
          <a:xfrm flipH="1">
            <a:off x="7961424" y="7453090"/>
            <a:ext cx="2365200" cy="67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190" name="Google Shape;1190;p57"/>
          <p:cNvSpPr/>
          <p:nvPr/>
        </p:nvSpPr>
        <p:spPr>
          <a:xfrm flipH="1">
            <a:off x="7961424" y="8667842"/>
            <a:ext cx="2365200" cy="67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2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pic>
        <p:nvPicPr>
          <p:cNvPr id="1191" name="Google Shape;1191;p57"/>
          <p:cNvPicPr preferRelativeResize="0"/>
          <p:nvPr/>
        </p:nvPicPr>
        <p:blipFill rotWithShape="1">
          <a:blip r:embed="rId3">
            <a:alphaModFix/>
          </a:blip>
          <a:srcRect b="0" l="0" r="0" t="0"/>
          <a:stretch/>
        </p:blipFill>
        <p:spPr>
          <a:xfrm>
            <a:off x="16047720" y="2426738"/>
            <a:ext cx="709120" cy="709120"/>
          </a:xfrm>
          <a:prstGeom prst="rect">
            <a:avLst/>
          </a:prstGeom>
          <a:noFill/>
          <a:ln>
            <a:noFill/>
          </a:ln>
        </p:spPr>
      </p:pic>
      <p:pic>
        <p:nvPicPr>
          <p:cNvPr id="1192" name="Google Shape;1192;p57"/>
          <p:cNvPicPr preferRelativeResize="0"/>
          <p:nvPr/>
        </p:nvPicPr>
        <p:blipFill rotWithShape="1">
          <a:blip r:embed="rId4">
            <a:alphaModFix/>
          </a:blip>
          <a:srcRect b="0" l="0" r="0" t="0"/>
          <a:stretch/>
        </p:blipFill>
        <p:spPr>
          <a:xfrm>
            <a:off x="1515916" y="2426738"/>
            <a:ext cx="709120" cy="709120"/>
          </a:xfrm>
          <a:prstGeom prst="rect">
            <a:avLst/>
          </a:prstGeom>
          <a:noFill/>
          <a:ln>
            <a:noFill/>
          </a:ln>
        </p:spPr>
      </p:pic>
      <p:sp>
        <p:nvSpPr>
          <p:cNvPr id="1193" name="Google Shape;1193;p57"/>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latin typeface="Sora Medium"/>
                <a:ea typeface="Sora Medium"/>
                <a:cs typeface="Sora Medium"/>
                <a:sym typeface="Sora Medium"/>
              </a:rPr>
              <a:t>Enter your sub headline here</a:t>
            </a:r>
            <a:endParaRPr>
              <a:latin typeface="Sora Medium"/>
              <a:ea typeface="Sora Medium"/>
              <a:cs typeface="Sora Medium"/>
              <a:sym typeface="Sora Medium"/>
            </a:endParaRPr>
          </a:p>
        </p:txBody>
      </p:sp>
      <p:sp>
        <p:nvSpPr>
          <p:cNvPr id="1194" name="Google Shape;1194;p57"/>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latin typeface="Sora Medium"/>
                <a:ea typeface="Sora Medium"/>
                <a:cs typeface="Sora Medium"/>
                <a:sym typeface="Sora Medium"/>
              </a:rPr>
              <a:t>Cost Analysis</a:t>
            </a:r>
            <a:endParaRPr>
              <a:latin typeface="Sora Medium"/>
              <a:ea typeface="Sora Medium"/>
              <a:cs typeface="Sora Medium"/>
              <a:sym typeface="Sora Medium"/>
            </a:endParaRPr>
          </a:p>
        </p:txBody>
      </p:sp>
      <p:pic>
        <p:nvPicPr>
          <p:cNvPr id="1195" name="Google Shape;1195;p57" title="N Isotype.png"/>
          <p:cNvPicPr preferRelativeResize="0"/>
          <p:nvPr/>
        </p:nvPicPr>
        <p:blipFill>
          <a:blip r:embed="rId5">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58"/>
          <p:cNvSpPr/>
          <p:nvPr/>
        </p:nvSpPr>
        <p:spPr>
          <a:xfrm>
            <a:off x="775638" y="2156460"/>
            <a:ext cx="2685000" cy="914400"/>
          </a:xfrm>
          <a:prstGeom prst="roundRect">
            <a:avLst>
              <a:gd fmla="val 6111" name="adj"/>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1" name="Google Shape;1201;p58"/>
          <p:cNvSpPr/>
          <p:nvPr/>
        </p:nvSpPr>
        <p:spPr>
          <a:xfrm>
            <a:off x="3585936" y="2156460"/>
            <a:ext cx="2685000" cy="914400"/>
          </a:xfrm>
          <a:prstGeom prst="roundRect">
            <a:avLst>
              <a:gd fmla="val 6111" name="adj"/>
            </a:avLst>
          </a:pr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2" name="Google Shape;1202;p58"/>
          <p:cNvSpPr/>
          <p:nvPr/>
        </p:nvSpPr>
        <p:spPr>
          <a:xfrm>
            <a:off x="6396234" y="2156460"/>
            <a:ext cx="2685000" cy="914400"/>
          </a:xfrm>
          <a:prstGeom prst="roundRect">
            <a:avLst>
              <a:gd fmla="val 6111" name="adj"/>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3" name="Google Shape;1203;p58"/>
          <p:cNvSpPr/>
          <p:nvPr/>
        </p:nvSpPr>
        <p:spPr>
          <a:xfrm>
            <a:off x="9206532" y="2156460"/>
            <a:ext cx="2685000" cy="914400"/>
          </a:xfrm>
          <a:prstGeom prst="roundRect">
            <a:avLst>
              <a:gd fmla="val 6111" name="adj"/>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4" name="Google Shape;1204;p58"/>
          <p:cNvSpPr/>
          <p:nvPr/>
        </p:nvSpPr>
        <p:spPr>
          <a:xfrm>
            <a:off x="12016830" y="2148840"/>
            <a:ext cx="2685000" cy="914400"/>
          </a:xfrm>
          <a:prstGeom prst="roundRect">
            <a:avLst>
              <a:gd fmla="val 6111" name="adj"/>
            </a:avLst>
          </a:prstGeom>
          <a:solidFill>
            <a:schemeClr val="accent5"/>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5" name="Google Shape;1205;p58"/>
          <p:cNvSpPr/>
          <p:nvPr/>
        </p:nvSpPr>
        <p:spPr>
          <a:xfrm>
            <a:off x="14827128" y="2148840"/>
            <a:ext cx="2685000" cy="914400"/>
          </a:xfrm>
          <a:prstGeom prst="roundRect">
            <a:avLst>
              <a:gd fmla="val 6111" name="adj"/>
            </a:avLst>
          </a:prstGeom>
          <a:solidFill>
            <a:schemeClr val="accent6"/>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6" name="Google Shape;1206;p58"/>
          <p:cNvSpPr/>
          <p:nvPr/>
        </p:nvSpPr>
        <p:spPr>
          <a:xfrm>
            <a:off x="775638" y="3147060"/>
            <a:ext cx="2685000" cy="1371600"/>
          </a:xfrm>
          <a:prstGeom prst="roundRect">
            <a:avLst>
              <a:gd fmla="val 6111" name="adj"/>
            </a:avLst>
          </a:prstGeom>
          <a:solidFill>
            <a:schemeClr val="accent1">
              <a:alpha val="40000"/>
            </a:scheme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grpSp>
        <p:nvGrpSpPr>
          <p:cNvPr id="1207" name="Google Shape;1207;p58"/>
          <p:cNvGrpSpPr/>
          <p:nvPr/>
        </p:nvGrpSpPr>
        <p:grpSpPr>
          <a:xfrm>
            <a:off x="3579882" y="3147060"/>
            <a:ext cx="2685000" cy="1371600"/>
            <a:chOff x="1789941" y="1543050"/>
            <a:chExt cx="1342500" cy="685800"/>
          </a:xfrm>
        </p:grpSpPr>
        <p:sp>
          <p:nvSpPr>
            <p:cNvPr id="1208" name="Google Shape;1208;p58"/>
            <p:cNvSpPr/>
            <p:nvPr/>
          </p:nvSpPr>
          <p:spPr>
            <a:xfrm>
              <a:off x="1789941" y="1543050"/>
              <a:ext cx="1342500" cy="685800"/>
            </a:xfrm>
            <a:prstGeom prst="roundRect">
              <a:avLst>
                <a:gd fmla="val 6111" name="adj"/>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09" name="Google Shape;1209;p58"/>
            <p:cNvSpPr/>
            <p:nvPr/>
          </p:nvSpPr>
          <p:spPr>
            <a:xfrm>
              <a:off x="1789941" y="1543050"/>
              <a:ext cx="1342500" cy="685800"/>
            </a:xfrm>
            <a:prstGeom prst="roundRect">
              <a:avLst>
                <a:gd fmla="val 6111" name="adj"/>
              </a:avLst>
            </a:prstGeom>
            <a:solidFill>
              <a:schemeClr val="accent2">
                <a:alpha val="40000"/>
              </a:scheme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grpSp>
      <p:grpSp>
        <p:nvGrpSpPr>
          <p:cNvPr id="1210" name="Google Shape;1210;p58"/>
          <p:cNvGrpSpPr/>
          <p:nvPr/>
        </p:nvGrpSpPr>
        <p:grpSpPr>
          <a:xfrm>
            <a:off x="12021424" y="3147058"/>
            <a:ext cx="2685000" cy="1371602"/>
            <a:chOff x="6010712" y="1543049"/>
            <a:chExt cx="1342500" cy="685801"/>
          </a:xfrm>
        </p:grpSpPr>
        <p:sp>
          <p:nvSpPr>
            <p:cNvPr id="1211" name="Google Shape;1211;p58"/>
            <p:cNvSpPr/>
            <p:nvPr/>
          </p:nvSpPr>
          <p:spPr>
            <a:xfrm>
              <a:off x="6010712" y="1543049"/>
              <a:ext cx="1342500" cy="685800"/>
            </a:xfrm>
            <a:prstGeom prst="roundRect">
              <a:avLst>
                <a:gd fmla="val 6111" name="adj"/>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12" name="Google Shape;1212;p58"/>
            <p:cNvSpPr/>
            <p:nvPr/>
          </p:nvSpPr>
          <p:spPr>
            <a:xfrm>
              <a:off x="6010712" y="1543050"/>
              <a:ext cx="1342500" cy="685800"/>
            </a:xfrm>
            <a:prstGeom prst="roundRect">
              <a:avLst>
                <a:gd fmla="val 6111" name="adj"/>
              </a:avLst>
            </a:prstGeom>
            <a:solidFill>
              <a:schemeClr val="accent5">
                <a:alpha val="40000"/>
              </a:scheme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grpSp>
      <p:grpSp>
        <p:nvGrpSpPr>
          <p:cNvPr id="1213" name="Google Shape;1213;p58"/>
          <p:cNvGrpSpPr/>
          <p:nvPr/>
        </p:nvGrpSpPr>
        <p:grpSpPr>
          <a:xfrm>
            <a:off x="14827128" y="3147058"/>
            <a:ext cx="2685000" cy="1371600"/>
            <a:chOff x="7413564" y="1543049"/>
            <a:chExt cx="1342500" cy="685800"/>
          </a:xfrm>
        </p:grpSpPr>
        <p:sp>
          <p:nvSpPr>
            <p:cNvPr id="1214" name="Google Shape;1214;p58"/>
            <p:cNvSpPr/>
            <p:nvPr/>
          </p:nvSpPr>
          <p:spPr>
            <a:xfrm>
              <a:off x="7413564" y="1543049"/>
              <a:ext cx="1342500" cy="685800"/>
            </a:xfrm>
            <a:prstGeom prst="roundRect">
              <a:avLst>
                <a:gd fmla="val 6111" name="adj"/>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15" name="Google Shape;1215;p58"/>
            <p:cNvSpPr/>
            <p:nvPr/>
          </p:nvSpPr>
          <p:spPr>
            <a:xfrm>
              <a:off x="7413564" y="1543049"/>
              <a:ext cx="1342500" cy="685800"/>
            </a:xfrm>
            <a:prstGeom prst="roundRect">
              <a:avLst>
                <a:gd fmla="val 6111" name="adj"/>
              </a:avLst>
            </a:prstGeom>
            <a:solidFill>
              <a:schemeClr val="accent6">
                <a:alpha val="40000"/>
              </a:scheme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grpSp>
      <p:sp>
        <p:nvSpPr>
          <p:cNvPr id="1216" name="Google Shape;1216;p58"/>
          <p:cNvSpPr/>
          <p:nvPr/>
        </p:nvSpPr>
        <p:spPr>
          <a:xfrm>
            <a:off x="775640" y="4653280"/>
            <a:ext cx="2685000" cy="2685000"/>
          </a:xfrm>
          <a:prstGeom prst="round2SameRect">
            <a:avLst>
              <a:gd fmla="val 2082" name="adj1"/>
              <a:gd fmla="val 6517" name="adj2"/>
            </a:avLst>
          </a:prstGeom>
          <a:gradFill>
            <a:gsLst>
              <a:gs pos="0">
                <a:schemeClr val="lt1"/>
              </a:gs>
              <a:gs pos="79000">
                <a:srgbClr val="F2F2F2"/>
              </a:gs>
              <a:gs pos="100000">
                <a:srgbClr val="F2F2F2"/>
              </a:gs>
            </a:gsLst>
            <a:lin ang="15600151"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17" name="Google Shape;1217;p58"/>
          <p:cNvSpPr/>
          <p:nvPr/>
        </p:nvSpPr>
        <p:spPr>
          <a:xfrm flipH="1">
            <a:off x="1038796"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18" name="Google Shape;1218;p58"/>
          <p:cNvSpPr/>
          <p:nvPr/>
        </p:nvSpPr>
        <p:spPr>
          <a:xfrm>
            <a:off x="970886" y="3353244"/>
            <a:ext cx="2295000" cy="9594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200" u="none" cap="none" strike="noStrike">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19" name="Google Shape;1219;p58"/>
          <p:cNvSpPr/>
          <p:nvPr/>
        </p:nvSpPr>
        <p:spPr>
          <a:xfrm>
            <a:off x="1083844" y="4949012"/>
            <a:ext cx="2068800" cy="1200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This is a sample text. You simply add your own</a:t>
            </a:r>
            <a:endParaRPr sz="2800">
              <a:solidFill>
                <a:srgbClr val="1C1E4C"/>
              </a:solidFill>
              <a:latin typeface="Instrument Sans"/>
              <a:ea typeface="Instrument Sans"/>
              <a:cs typeface="Instrument Sans"/>
              <a:sym typeface="Instrument Sans"/>
            </a:endParaRPr>
          </a:p>
        </p:txBody>
      </p:sp>
      <p:sp>
        <p:nvSpPr>
          <p:cNvPr id="1220" name="Google Shape;1220;p58"/>
          <p:cNvSpPr/>
          <p:nvPr/>
        </p:nvSpPr>
        <p:spPr>
          <a:xfrm>
            <a:off x="3585936" y="4653280"/>
            <a:ext cx="2685000" cy="2685000"/>
          </a:xfrm>
          <a:prstGeom prst="round2SameRect">
            <a:avLst>
              <a:gd fmla="val 2082" name="adj1"/>
              <a:gd fmla="val 6517" name="adj2"/>
            </a:avLst>
          </a:prstGeom>
          <a:gradFill>
            <a:gsLst>
              <a:gs pos="0">
                <a:schemeClr val="lt1"/>
              </a:gs>
              <a:gs pos="79000">
                <a:srgbClr val="F2F2F2"/>
              </a:gs>
              <a:gs pos="100000">
                <a:srgbClr val="F2F2F2"/>
              </a:gs>
            </a:gsLst>
            <a:lin ang="15600151"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21" name="Google Shape;1221;p58"/>
          <p:cNvSpPr/>
          <p:nvPr/>
        </p:nvSpPr>
        <p:spPr>
          <a:xfrm flipH="1">
            <a:off x="3849092"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22" name="Google Shape;1222;p58"/>
          <p:cNvSpPr/>
          <p:nvPr/>
        </p:nvSpPr>
        <p:spPr>
          <a:xfrm>
            <a:off x="3894140" y="3353242"/>
            <a:ext cx="2068800" cy="9594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200" u="none" cap="none" strike="noStrike">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23" name="Google Shape;1223;p58"/>
          <p:cNvSpPr/>
          <p:nvPr/>
        </p:nvSpPr>
        <p:spPr>
          <a:xfrm>
            <a:off x="3894140" y="4949012"/>
            <a:ext cx="2068800" cy="1200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This is a sample text. You simply add your own</a:t>
            </a:r>
            <a:endParaRPr sz="2800">
              <a:solidFill>
                <a:srgbClr val="1C1E4C"/>
              </a:solidFill>
              <a:latin typeface="Instrument Sans"/>
              <a:ea typeface="Instrument Sans"/>
              <a:cs typeface="Instrument Sans"/>
              <a:sym typeface="Instrument Sans"/>
            </a:endParaRPr>
          </a:p>
        </p:txBody>
      </p:sp>
      <p:sp>
        <p:nvSpPr>
          <p:cNvPr id="1224" name="Google Shape;1224;p58"/>
          <p:cNvSpPr/>
          <p:nvPr/>
        </p:nvSpPr>
        <p:spPr>
          <a:xfrm>
            <a:off x="6399168" y="4653280"/>
            <a:ext cx="5492400" cy="2685000"/>
          </a:xfrm>
          <a:prstGeom prst="round2SameRect">
            <a:avLst>
              <a:gd fmla="val 2082" name="adj1"/>
              <a:gd fmla="val 6517" name="adj2"/>
            </a:avLst>
          </a:prstGeom>
          <a:gradFill>
            <a:gsLst>
              <a:gs pos="0">
                <a:schemeClr val="lt1"/>
              </a:gs>
              <a:gs pos="79000">
                <a:srgbClr val="F2F2F2"/>
              </a:gs>
              <a:gs pos="100000">
                <a:srgbClr val="F2F2F2"/>
              </a:gs>
            </a:gsLst>
            <a:lin ang="15600151"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25" name="Google Shape;1225;p58"/>
          <p:cNvSpPr/>
          <p:nvPr/>
        </p:nvSpPr>
        <p:spPr>
          <a:xfrm flipH="1">
            <a:off x="6662324"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26" name="Google Shape;1226;p58"/>
          <p:cNvSpPr/>
          <p:nvPr/>
        </p:nvSpPr>
        <p:spPr>
          <a:xfrm>
            <a:off x="7354542" y="4842516"/>
            <a:ext cx="3582000" cy="369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This is a sample text. </a:t>
            </a:r>
            <a:endParaRPr sz="2800">
              <a:solidFill>
                <a:srgbClr val="1C1E4C"/>
              </a:solidFill>
              <a:latin typeface="Instrument Sans"/>
              <a:ea typeface="Instrument Sans"/>
              <a:cs typeface="Instrument Sans"/>
              <a:sym typeface="Instrument Sans"/>
            </a:endParaRPr>
          </a:p>
        </p:txBody>
      </p:sp>
      <p:sp>
        <p:nvSpPr>
          <p:cNvPr id="1227" name="Google Shape;1227;p58"/>
          <p:cNvSpPr/>
          <p:nvPr/>
        </p:nvSpPr>
        <p:spPr>
          <a:xfrm flipH="1">
            <a:off x="9469688"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28" name="Google Shape;1228;p58"/>
          <p:cNvSpPr/>
          <p:nvPr/>
        </p:nvSpPr>
        <p:spPr>
          <a:xfrm>
            <a:off x="12016830" y="4653280"/>
            <a:ext cx="2685000" cy="2685000"/>
          </a:xfrm>
          <a:prstGeom prst="round2SameRect">
            <a:avLst>
              <a:gd fmla="val 2082" name="adj1"/>
              <a:gd fmla="val 6517" name="adj2"/>
            </a:avLst>
          </a:prstGeom>
          <a:gradFill>
            <a:gsLst>
              <a:gs pos="0">
                <a:schemeClr val="lt1"/>
              </a:gs>
              <a:gs pos="79000">
                <a:srgbClr val="F2F2F2"/>
              </a:gs>
              <a:gs pos="100000">
                <a:srgbClr val="F2F2F2"/>
              </a:gs>
            </a:gsLst>
            <a:lin ang="15600151"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29" name="Google Shape;1229;p58"/>
          <p:cNvSpPr/>
          <p:nvPr/>
        </p:nvSpPr>
        <p:spPr>
          <a:xfrm flipH="1">
            <a:off x="12279986"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30" name="Google Shape;1230;p58"/>
          <p:cNvSpPr/>
          <p:nvPr/>
        </p:nvSpPr>
        <p:spPr>
          <a:xfrm>
            <a:off x="12199972" y="3353246"/>
            <a:ext cx="2319000" cy="9594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200" u="none" cap="none" strike="noStrike">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31" name="Google Shape;1231;p58"/>
          <p:cNvSpPr/>
          <p:nvPr/>
        </p:nvSpPr>
        <p:spPr>
          <a:xfrm>
            <a:off x="12325034" y="4949012"/>
            <a:ext cx="2068800" cy="1200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This is a sample text. You simply add your own</a:t>
            </a:r>
            <a:endParaRPr sz="2800">
              <a:solidFill>
                <a:srgbClr val="1C1E4C"/>
              </a:solidFill>
              <a:latin typeface="Instrument Sans"/>
              <a:ea typeface="Instrument Sans"/>
              <a:cs typeface="Instrument Sans"/>
              <a:sym typeface="Instrument Sans"/>
            </a:endParaRPr>
          </a:p>
        </p:txBody>
      </p:sp>
      <p:sp>
        <p:nvSpPr>
          <p:cNvPr id="1232" name="Google Shape;1232;p58"/>
          <p:cNvSpPr/>
          <p:nvPr/>
        </p:nvSpPr>
        <p:spPr>
          <a:xfrm>
            <a:off x="14827128" y="4653280"/>
            <a:ext cx="2685000" cy="2685000"/>
          </a:xfrm>
          <a:prstGeom prst="round2SameRect">
            <a:avLst>
              <a:gd fmla="val 2082" name="adj1"/>
              <a:gd fmla="val 6517" name="adj2"/>
            </a:avLst>
          </a:prstGeom>
          <a:gradFill>
            <a:gsLst>
              <a:gs pos="0">
                <a:schemeClr val="lt1"/>
              </a:gs>
              <a:gs pos="79000">
                <a:srgbClr val="F2F2F2"/>
              </a:gs>
              <a:gs pos="100000">
                <a:srgbClr val="F2F2F2"/>
              </a:gs>
            </a:gsLst>
            <a:lin ang="15600151"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33" name="Google Shape;1233;p58"/>
          <p:cNvSpPr/>
          <p:nvPr/>
        </p:nvSpPr>
        <p:spPr>
          <a:xfrm flipH="1">
            <a:off x="15090286" y="2428994"/>
            <a:ext cx="2158800" cy="36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0" lang="en-US" sz="2400" u="none" cap="none" strike="noStrike">
                <a:solidFill>
                  <a:schemeClr val="lt1"/>
                </a:solidFill>
                <a:latin typeface="Instrument Sans"/>
                <a:ea typeface="Instrument Sans"/>
                <a:cs typeface="Instrument Sans"/>
                <a:sym typeface="Instrument Sans"/>
              </a:rPr>
              <a:t>TEXT HERE</a:t>
            </a:r>
            <a:endParaRPr sz="2800">
              <a:latin typeface="Instrument Sans"/>
              <a:ea typeface="Instrument Sans"/>
              <a:cs typeface="Instrument Sans"/>
              <a:sym typeface="Instrument Sans"/>
            </a:endParaRPr>
          </a:p>
        </p:txBody>
      </p:sp>
      <p:sp>
        <p:nvSpPr>
          <p:cNvPr id="1234" name="Google Shape;1234;p58"/>
          <p:cNvSpPr/>
          <p:nvPr/>
        </p:nvSpPr>
        <p:spPr>
          <a:xfrm>
            <a:off x="15135334" y="3353242"/>
            <a:ext cx="2068800" cy="9594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200" u="none" cap="none" strike="noStrike">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35" name="Google Shape;1235;p58"/>
          <p:cNvSpPr/>
          <p:nvPr/>
        </p:nvSpPr>
        <p:spPr>
          <a:xfrm>
            <a:off x="15270692" y="4949012"/>
            <a:ext cx="1798200" cy="1200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This is a sample text. You simply add your own</a:t>
            </a:r>
            <a:endParaRPr sz="2800">
              <a:solidFill>
                <a:srgbClr val="1C1E4C"/>
              </a:solidFill>
              <a:latin typeface="Instrument Sans"/>
              <a:ea typeface="Instrument Sans"/>
              <a:cs typeface="Instrument Sans"/>
              <a:sym typeface="Instrument Sans"/>
            </a:endParaRPr>
          </a:p>
        </p:txBody>
      </p:sp>
      <p:sp>
        <p:nvSpPr>
          <p:cNvPr id="1236" name="Google Shape;1236;p58"/>
          <p:cNvSpPr/>
          <p:nvPr/>
        </p:nvSpPr>
        <p:spPr>
          <a:xfrm>
            <a:off x="775638" y="7472680"/>
            <a:ext cx="2685000" cy="1999200"/>
          </a:xfrm>
          <a:prstGeom prst="snip2DiagRect">
            <a:avLst>
              <a:gd fmla="val 0" name="adj1"/>
              <a:gd fmla="val 9551" name="adj2"/>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37" name="Google Shape;1237;p58"/>
          <p:cNvSpPr/>
          <p:nvPr/>
        </p:nvSpPr>
        <p:spPr>
          <a:xfrm>
            <a:off x="3585936" y="7472680"/>
            <a:ext cx="2685000" cy="1999200"/>
          </a:xfrm>
          <a:prstGeom prst="snip2DiagRect">
            <a:avLst>
              <a:gd fmla="val 0" name="adj1"/>
              <a:gd fmla="val 9551" name="adj2"/>
            </a:avLst>
          </a:prstGeom>
          <a:solidFill>
            <a:srgbClr val="D13B5F"/>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38" name="Google Shape;1238;p58"/>
          <p:cNvSpPr/>
          <p:nvPr/>
        </p:nvSpPr>
        <p:spPr>
          <a:xfrm>
            <a:off x="6396232" y="7472680"/>
            <a:ext cx="5495400" cy="1999200"/>
          </a:xfrm>
          <a:prstGeom prst="snip2DiagRect">
            <a:avLst>
              <a:gd fmla="val 0" name="adj1"/>
              <a:gd fmla="val 9551" name="adj2"/>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39" name="Google Shape;1239;p58"/>
          <p:cNvSpPr/>
          <p:nvPr/>
        </p:nvSpPr>
        <p:spPr>
          <a:xfrm>
            <a:off x="12016830" y="7472680"/>
            <a:ext cx="2685000" cy="1999200"/>
          </a:xfrm>
          <a:prstGeom prst="snip2DiagRect">
            <a:avLst>
              <a:gd fmla="val 0" name="adj1"/>
              <a:gd fmla="val 9551" name="adj2"/>
            </a:avLst>
          </a:prstGeom>
          <a:solidFill>
            <a:schemeClr val="accent5"/>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0" name="Google Shape;1240;p58"/>
          <p:cNvSpPr/>
          <p:nvPr/>
        </p:nvSpPr>
        <p:spPr>
          <a:xfrm>
            <a:off x="14827128" y="7472680"/>
            <a:ext cx="2685000" cy="1999200"/>
          </a:xfrm>
          <a:prstGeom prst="snip2DiagRect">
            <a:avLst>
              <a:gd fmla="val 0" name="adj1"/>
              <a:gd fmla="val 9551" name="adj2"/>
            </a:avLst>
          </a:prstGeom>
          <a:solidFill>
            <a:schemeClr val="accent6"/>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1" name="Google Shape;1241;p58"/>
          <p:cNvSpPr/>
          <p:nvPr/>
        </p:nvSpPr>
        <p:spPr>
          <a:xfrm>
            <a:off x="6579376" y="5279136"/>
            <a:ext cx="5129400" cy="2059200"/>
          </a:xfrm>
          <a:prstGeom prst="roundRect">
            <a:avLst>
              <a:gd fmla="val 6111" name="adj"/>
            </a:avLst>
          </a:prstGeom>
          <a:noFill/>
          <a:ln cap="flat" cmpd="sng" w="1905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2" name="Google Shape;1242;p58"/>
          <p:cNvSpPr/>
          <p:nvPr/>
        </p:nvSpPr>
        <p:spPr>
          <a:xfrm>
            <a:off x="6579376" y="7604760"/>
            <a:ext cx="5129400" cy="1734600"/>
          </a:xfrm>
          <a:prstGeom prst="snip2DiagRect">
            <a:avLst>
              <a:gd fmla="val 0" name="adj1"/>
              <a:gd fmla="val 10078" name="adj2"/>
            </a:avLst>
          </a:prstGeom>
          <a:gradFill>
            <a:gsLst>
              <a:gs pos="0">
                <a:srgbClr val="FFFFFF">
                  <a:alpha val="20000"/>
                </a:srgbClr>
              </a:gs>
              <a:gs pos="100000">
                <a:srgbClr val="FFFFFF">
                  <a:alpha val="0"/>
                </a:srgbClr>
              </a:gs>
            </a:gsLst>
            <a:lin ang="1499992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3" name="Google Shape;1243;p58"/>
          <p:cNvSpPr/>
          <p:nvPr/>
        </p:nvSpPr>
        <p:spPr>
          <a:xfrm>
            <a:off x="7845424" y="8036154"/>
            <a:ext cx="2597400" cy="871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000" u="none" cap="none" strike="noStrike">
                <a:solidFill>
                  <a:schemeClr val="lt1"/>
                </a:solidFill>
                <a:latin typeface="Instrument Sans"/>
                <a:ea typeface="Instrument Sans"/>
                <a:cs typeface="Instrument Sans"/>
                <a:sym typeface="Instrument Sans"/>
              </a:rPr>
              <a:t>You can use this sentence</a:t>
            </a:r>
            <a:endParaRPr sz="2800">
              <a:latin typeface="Instrument Sans"/>
              <a:ea typeface="Instrument Sans"/>
              <a:cs typeface="Instrument Sans"/>
              <a:sym typeface="Instrument Sans"/>
            </a:endParaRPr>
          </a:p>
        </p:txBody>
      </p:sp>
      <p:sp>
        <p:nvSpPr>
          <p:cNvPr id="1244" name="Google Shape;1244;p58"/>
          <p:cNvSpPr/>
          <p:nvPr/>
        </p:nvSpPr>
        <p:spPr>
          <a:xfrm>
            <a:off x="3730628" y="7604760"/>
            <a:ext cx="2395800" cy="1734600"/>
          </a:xfrm>
          <a:prstGeom prst="snip2DiagRect">
            <a:avLst>
              <a:gd fmla="val 0" name="adj1"/>
              <a:gd fmla="val 10078" name="adj2"/>
            </a:avLst>
          </a:prstGeom>
          <a:gradFill>
            <a:gsLst>
              <a:gs pos="0">
                <a:srgbClr val="FFFFFF">
                  <a:alpha val="20000"/>
                </a:srgbClr>
              </a:gs>
              <a:gs pos="100000">
                <a:srgbClr val="FFFFFF">
                  <a:alpha val="0"/>
                </a:srgbClr>
              </a:gs>
            </a:gsLst>
            <a:lin ang="1499992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5" name="Google Shape;1245;p58"/>
          <p:cNvSpPr/>
          <p:nvPr/>
        </p:nvSpPr>
        <p:spPr>
          <a:xfrm>
            <a:off x="920330" y="7604760"/>
            <a:ext cx="2395800" cy="1734600"/>
          </a:xfrm>
          <a:prstGeom prst="snip2DiagRect">
            <a:avLst>
              <a:gd fmla="val 0" name="adj1"/>
              <a:gd fmla="val 10078" name="adj2"/>
            </a:avLst>
          </a:prstGeom>
          <a:gradFill>
            <a:gsLst>
              <a:gs pos="0">
                <a:srgbClr val="FFFFFF">
                  <a:alpha val="20000"/>
                </a:srgbClr>
              </a:gs>
              <a:gs pos="100000">
                <a:srgbClr val="FFFFFF">
                  <a:alpha val="0"/>
                </a:srgbClr>
              </a:gs>
            </a:gsLst>
            <a:lin ang="1499992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6" name="Google Shape;1246;p58"/>
          <p:cNvSpPr/>
          <p:nvPr/>
        </p:nvSpPr>
        <p:spPr>
          <a:xfrm>
            <a:off x="1083844" y="8036154"/>
            <a:ext cx="2068800" cy="871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000" u="none" cap="none" strike="noStrike">
                <a:solidFill>
                  <a:schemeClr val="lt1"/>
                </a:solidFill>
                <a:latin typeface="Instrument Sans"/>
                <a:ea typeface="Instrument Sans"/>
                <a:cs typeface="Instrument Sans"/>
                <a:sym typeface="Instrument Sans"/>
              </a:rPr>
              <a:t>You can use this sentence</a:t>
            </a:r>
            <a:endParaRPr sz="2800">
              <a:latin typeface="Instrument Sans"/>
              <a:ea typeface="Instrument Sans"/>
              <a:cs typeface="Instrument Sans"/>
              <a:sym typeface="Instrument Sans"/>
            </a:endParaRPr>
          </a:p>
        </p:txBody>
      </p:sp>
      <p:sp>
        <p:nvSpPr>
          <p:cNvPr id="1247" name="Google Shape;1247;p58"/>
          <p:cNvSpPr/>
          <p:nvPr/>
        </p:nvSpPr>
        <p:spPr>
          <a:xfrm>
            <a:off x="3912148" y="8036152"/>
            <a:ext cx="2032800" cy="871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000" u="none" cap="none" strike="noStrike">
                <a:solidFill>
                  <a:schemeClr val="lt1"/>
                </a:solidFill>
                <a:latin typeface="Instrument Sans"/>
                <a:ea typeface="Instrument Sans"/>
                <a:cs typeface="Instrument Sans"/>
                <a:sym typeface="Instrument Sans"/>
              </a:rPr>
              <a:t>You can use this sentence</a:t>
            </a:r>
            <a:endParaRPr sz="2800">
              <a:latin typeface="Instrument Sans"/>
              <a:ea typeface="Instrument Sans"/>
              <a:cs typeface="Instrument Sans"/>
              <a:sym typeface="Instrument Sans"/>
            </a:endParaRPr>
          </a:p>
        </p:txBody>
      </p:sp>
      <p:sp>
        <p:nvSpPr>
          <p:cNvPr id="1248" name="Google Shape;1248;p58"/>
          <p:cNvSpPr/>
          <p:nvPr/>
        </p:nvSpPr>
        <p:spPr>
          <a:xfrm>
            <a:off x="14971820" y="7604760"/>
            <a:ext cx="2395800" cy="1734600"/>
          </a:xfrm>
          <a:prstGeom prst="snip2DiagRect">
            <a:avLst>
              <a:gd fmla="val 0" name="adj1"/>
              <a:gd fmla="val 10078" name="adj2"/>
            </a:avLst>
          </a:prstGeom>
          <a:gradFill>
            <a:gsLst>
              <a:gs pos="0">
                <a:srgbClr val="FFFFFF">
                  <a:alpha val="20000"/>
                </a:srgbClr>
              </a:gs>
              <a:gs pos="100000">
                <a:srgbClr val="FFFFFF">
                  <a:alpha val="0"/>
                </a:srgbClr>
              </a:gs>
            </a:gsLst>
            <a:lin ang="1499992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49" name="Google Shape;1249;p58"/>
          <p:cNvSpPr/>
          <p:nvPr/>
        </p:nvSpPr>
        <p:spPr>
          <a:xfrm>
            <a:off x="12161522" y="7604760"/>
            <a:ext cx="2395800" cy="1734600"/>
          </a:xfrm>
          <a:prstGeom prst="snip2DiagRect">
            <a:avLst>
              <a:gd fmla="val 0" name="adj1"/>
              <a:gd fmla="val 10078" name="adj2"/>
            </a:avLst>
          </a:prstGeom>
          <a:gradFill>
            <a:gsLst>
              <a:gs pos="0">
                <a:srgbClr val="FFFFFF">
                  <a:alpha val="20000"/>
                </a:srgbClr>
              </a:gs>
              <a:gs pos="100000">
                <a:srgbClr val="FFFFFF">
                  <a:alpha val="0"/>
                </a:srgbClr>
              </a:gs>
            </a:gsLst>
            <a:lin ang="14999920" scaled="0"/>
          </a:gra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50" name="Google Shape;1250;p58"/>
          <p:cNvSpPr/>
          <p:nvPr/>
        </p:nvSpPr>
        <p:spPr>
          <a:xfrm>
            <a:off x="12325036" y="8036152"/>
            <a:ext cx="2068800" cy="871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000" u="none" cap="none" strike="noStrike">
                <a:solidFill>
                  <a:schemeClr val="lt1"/>
                </a:solidFill>
                <a:latin typeface="Instrument Sans"/>
                <a:ea typeface="Instrument Sans"/>
                <a:cs typeface="Instrument Sans"/>
                <a:sym typeface="Instrument Sans"/>
              </a:rPr>
              <a:t>You can use this sentence</a:t>
            </a:r>
            <a:endParaRPr sz="2800">
              <a:latin typeface="Instrument Sans"/>
              <a:ea typeface="Instrument Sans"/>
              <a:cs typeface="Instrument Sans"/>
              <a:sym typeface="Instrument Sans"/>
            </a:endParaRPr>
          </a:p>
        </p:txBody>
      </p:sp>
      <p:sp>
        <p:nvSpPr>
          <p:cNvPr id="1251" name="Google Shape;1251;p58"/>
          <p:cNvSpPr/>
          <p:nvPr/>
        </p:nvSpPr>
        <p:spPr>
          <a:xfrm>
            <a:off x="15135336" y="8036152"/>
            <a:ext cx="2068800" cy="871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000" u="none" cap="none" strike="noStrike">
                <a:solidFill>
                  <a:schemeClr val="lt1"/>
                </a:solidFill>
                <a:latin typeface="Instrument Sans"/>
                <a:ea typeface="Instrument Sans"/>
                <a:cs typeface="Instrument Sans"/>
                <a:sym typeface="Instrument Sans"/>
              </a:rPr>
              <a:t>You can use this sentence</a:t>
            </a:r>
            <a:endParaRPr sz="2800">
              <a:latin typeface="Instrument Sans"/>
              <a:ea typeface="Instrument Sans"/>
              <a:cs typeface="Instrument Sans"/>
              <a:sym typeface="Instrument Sans"/>
            </a:endParaRPr>
          </a:p>
        </p:txBody>
      </p:sp>
      <p:sp>
        <p:nvSpPr>
          <p:cNvPr id="1252" name="Google Shape;1252;p58"/>
          <p:cNvSpPr/>
          <p:nvPr/>
        </p:nvSpPr>
        <p:spPr>
          <a:xfrm>
            <a:off x="7318138" y="5574760"/>
            <a:ext cx="3654600" cy="1615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1800" u="none" cap="none" strike="noStrike">
                <a:solidFill>
                  <a:srgbClr val="1C1E4C"/>
                </a:solidFill>
                <a:latin typeface="Instrument Sans"/>
                <a:ea typeface="Instrument Sans"/>
                <a:cs typeface="Instrument Sans"/>
                <a:sym typeface="Instrument Sans"/>
              </a:rPr>
              <a:t>There are many variations of passages of Lorem Ipsum available, but the majority have suffered alteration in some form,</a:t>
            </a:r>
            <a:endParaRPr i="0" sz="1800" u="none" cap="none" strike="noStrike">
              <a:solidFill>
                <a:srgbClr val="1C1E4C"/>
              </a:solidFill>
              <a:latin typeface="Instrument Sans"/>
              <a:ea typeface="Instrument Sans"/>
              <a:cs typeface="Instrument Sans"/>
              <a:sym typeface="Instrument Sans"/>
            </a:endParaRPr>
          </a:p>
        </p:txBody>
      </p:sp>
      <p:cxnSp>
        <p:nvCxnSpPr>
          <p:cNvPr id="1253" name="Google Shape;1253;p58"/>
          <p:cNvCxnSpPr/>
          <p:nvPr/>
        </p:nvCxnSpPr>
        <p:spPr>
          <a:xfrm>
            <a:off x="14764598" y="2224188"/>
            <a:ext cx="0" cy="7247400"/>
          </a:xfrm>
          <a:prstGeom prst="straightConnector1">
            <a:avLst/>
          </a:prstGeom>
          <a:noFill/>
          <a:ln cap="flat" cmpd="sng" w="19050">
            <a:solidFill>
              <a:srgbClr val="5B5B5B"/>
            </a:solidFill>
            <a:prstDash val="lgDash"/>
            <a:round/>
            <a:headEnd len="sm" w="sm" type="none"/>
            <a:tailEnd len="sm" w="sm" type="none"/>
          </a:ln>
        </p:spPr>
      </p:cxnSp>
      <p:cxnSp>
        <p:nvCxnSpPr>
          <p:cNvPr id="1254" name="Google Shape;1254;p58"/>
          <p:cNvCxnSpPr/>
          <p:nvPr/>
        </p:nvCxnSpPr>
        <p:spPr>
          <a:xfrm>
            <a:off x="11954300" y="2224188"/>
            <a:ext cx="0" cy="7247400"/>
          </a:xfrm>
          <a:prstGeom prst="straightConnector1">
            <a:avLst/>
          </a:prstGeom>
          <a:noFill/>
          <a:ln cap="flat" cmpd="sng" w="19050">
            <a:solidFill>
              <a:srgbClr val="5B5B5B"/>
            </a:solidFill>
            <a:prstDash val="lgDash"/>
            <a:round/>
            <a:headEnd len="sm" w="sm" type="none"/>
            <a:tailEnd len="sm" w="sm" type="none"/>
          </a:ln>
        </p:spPr>
      </p:cxnSp>
      <p:cxnSp>
        <p:nvCxnSpPr>
          <p:cNvPr id="1255" name="Google Shape;1255;p58"/>
          <p:cNvCxnSpPr/>
          <p:nvPr/>
        </p:nvCxnSpPr>
        <p:spPr>
          <a:xfrm>
            <a:off x="9131894" y="2209800"/>
            <a:ext cx="0" cy="2443200"/>
          </a:xfrm>
          <a:prstGeom prst="straightConnector1">
            <a:avLst/>
          </a:prstGeom>
          <a:noFill/>
          <a:ln cap="flat" cmpd="sng" w="19050">
            <a:solidFill>
              <a:srgbClr val="5B5B5B"/>
            </a:solidFill>
            <a:prstDash val="lgDash"/>
            <a:round/>
            <a:headEnd len="sm" w="sm" type="none"/>
            <a:tailEnd len="sm" w="sm" type="none"/>
          </a:ln>
        </p:spPr>
      </p:cxnSp>
      <p:cxnSp>
        <p:nvCxnSpPr>
          <p:cNvPr id="1256" name="Google Shape;1256;p58"/>
          <p:cNvCxnSpPr/>
          <p:nvPr/>
        </p:nvCxnSpPr>
        <p:spPr>
          <a:xfrm>
            <a:off x="6321596" y="2224188"/>
            <a:ext cx="0" cy="7247400"/>
          </a:xfrm>
          <a:prstGeom prst="straightConnector1">
            <a:avLst/>
          </a:prstGeom>
          <a:noFill/>
          <a:ln cap="flat" cmpd="sng" w="19050">
            <a:solidFill>
              <a:srgbClr val="5B5B5B"/>
            </a:solidFill>
            <a:prstDash val="lgDash"/>
            <a:round/>
            <a:headEnd len="sm" w="sm" type="none"/>
            <a:tailEnd len="sm" w="sm" type="none"/>
          </a:ln>
        </p:spPr>
      </p:cxnSp>
      <p:cxnSp>
        <p:nvCxnSpPr>
          <p:cNvPr id="1257" name="Google Shape;1257;p58"/>
          <p:cNvCxnSpPr/>
          <p:nvPr/>
        </p:nvCxnSpPr>
        <p:spPr>
          <a:xfrm>
            <a:off x="3523404" y="2224188"/>
            <a:ext cx="0" cy="7247400"/>
          </a:xfrm>
          <a:prstGeom prst="straightConnector1">
            <a:avLst/>
          </a:prstGeom>
          <a:noFill/>
          <a:ln cap="flat" cmpd="sng" w="19050">
            <a:solidFill>
              <a:srgbClr val="5B5B5B"/>
            </a:solidFill>
            <a:prstDash val="lgDash"/>
            <a:round/>
            <a:headEnd len="sm" w="sm" type="none"/>
            <a:tailEnd len="sm" w="sm" type="none"/>
          </a:ln>
        </p:spPr>
      </p:cxnSp>
      <p:grpSp>
        <p:nvGrpSpPr>
          <p:cNvPr id="1258" name="Google Shape;1258;p58"/>
          <p:cNvGrpSpPr/>
          <p:nvPr/>
        </p:nvGrpSpPr>
        <p:grpSpPr>
          <a:xfrm>
            <a:off x="6396461" y="3147058"/>
            <a:ext cx="5490557" cy="1371600"/>
            <a:chOff x="3198117" y="1543049"/>
            <a:chExt cx="1342500" cy="685800"/>
          </a:xfrm>
        </p:grpSpPr>
        <p:sp>
          <p:nvSpPr>
            <p:cNvPr id="1259" name="Google Shape;1259;p58"/>
            <p:cNvSpPr/>
            <p:nvPr/>
          </p:nvSpPr>
          <p:spPr>
            <a:xfrm>
              <a:off x="3198117" y="1543049"/>
              <a:ext cx="1342500" cy="685800"/>
            </a:xfrm>
            <a:prstGeom prst="roundRect">
              <a:avLst>
                <a:gd fmla="val 6111" name="adj"/>
              </a:avLst>
            </a:prstGeom>
            <a:solidFill>
              <a:schemeClr val="l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sp>
          <p:nvSpPr>
            <p:cNvPr id="1260" name="Google Shape;1260;p58"/>
            <p:cNvSpPr/>
            <p:nvPr/>
          </p:nvSpPr>
          <p:spPr>
            <a:xfrm>
              <a:off x="3198117" y="1543049"/>
              <a:ext cx="1342500" cy="685800"/>
            </a:xfrm>
            <a:prstGeom prst="roundRect">
              <a:avLst>
                <a:gd fmla="val 6111" name="adj"/>
              </a:avLst>
            </a:prstGeom>
            <a:solidFill>
              <a:schemeClr val="accent4">
                <a:alpha val="40000"/>
              </a:scheme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3600" u="none" cap="none" strike="noStrike">
                <a:solidFill>
                  <a:schemeClr val="lt1"/>
                </a:solidFill>
                <a:latin typeface="Roboto"/>
                <a:ea typeface="Roboto"/>
                <a:cs typeface="Roboto"/>
                <a:sym typeface="Roboto"/>
              </a:endParaRPr>
            </a:p>
          </p:txBody>
        </p:sp>
      </p:grpSp>
      <p:sp>
        <p:nvSpPr>
          <p:cNvPr id="1261" name="Google Shape;1261;p58"/>
          <p:cNvSpPr/>
          <p:nvPr/>
        </p:nvSpPr>
        <p:spPr>
          <a:xfrm>
            <a:off x="7615412" y="3353246"/>
            <a:ext cx="3052800" cy="9594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None/>
            </a:pPr>
            <a:r>
              <a:rPr i="0" lang="en-US" sz="2200" u="none" cap="none" strike="noStrike">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62" name="Google Shape;1262;p58"/>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latin typeface="Sora Medium"/>
                <a:ea typeface="Sora Medium"/>
                <a:cs typeface="Sora Medium"/>
                <a:sym typeface="Sora Medium"/>
              </a:rPr>
              <a:t>Enter your sub headline here</a:t>
            </a:r>
            <a:endParaRPr>
              <a:latin typeface="Sora Medium"/>
              <a:ea typeface="Sora Medium"/>
              <a:cs typeface="Sora Medium"/>
              <a:sym typeface="Sora Medium"/>
            </a:endParaRPr>
          </a:p>
        </p:txBody>
      </p:sp>
      <p:sp>
        <p:nvSpPr>
          <p:cNvPr id="1263" name="Google Shape;1263;p58"/>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latin typeface="Sora Medium"/>
                <a:ea typeface="Sora Medium"/>
                <a:cs typeface="Sora Medium"/>
                <a:sym typeface="Sora Medium"/>
              </a:rPr>
              <a:t>Cost Analysis</a:t>
            </a:r>
            <a:endParaRPr>
              <a:latin typeface="Sora Medium"/>
              <a:ea typeface="Sora Medium"/>
              <a:cs typeface="Sora Medium"/>
              <a:sym typeface="Sora Medium"/>
            </a:endParaRPr>
          </a:p>
        </p:txBody>
      </p:sp>
      <p:pic>
        <p:nvPicPr>
          <p:cNvPr id="1264" name="Google Shape;1264;p58"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59"/>
          <p:cNvSpPr/>
          <p:nvPr/>
        </p:nvSpPr>
        <p:spPr>
          <a:xfrm>
            <a:off x="775638" y="2095500"/>
            <a:ext cx="16737000" cy="1371600"/>
          </a:xfrm>
          <a:prstGeom prst="rect">
            <a:avLst/>
          </a:prstGeom>
          <a:gradFill>
            <a:gsLst>
              <a:gs pos="0">
                <a:schemeClr val="lt1"/>
              </a:gs>
              <a:gs pos="50000">
                <a:srgbClr val="F2F2F2"/>
              </a:gs>
              <a:gs pos="100000">
                <a:schemeClr val="lt1"/>
              </a:gs>
            </a:gsLst>
            <a:lin ang="21593863" scaled="0"/>
          </a:gradFill>
          <a:ln cap="flat" cmpd="sng" w="50800">
            <a:solidFill>
              <a:srgbClr val="F2F2F2">
                <a:alpha val="34900"/>
              </a:srgbClr>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70" name="Google Shape;1270;p59"/>
          <p:cNvSpPr/>
          <p:nvPr/>
        </p:nvSpPr>
        <p:spPr>
          <a:xfrm>
            <a:off x="5765800" y="2400300"/>
            <a:ext cx="6756600" cy="43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800">
                <a:solidFill>
                  <a:srgbClr val="1C1E4C"/>
                </a:solidFill>
                <a:latin typeface="Sora"/>
                <a:ea typeface="Sora"/>
                <a:cs typeface="Sora"/>
                <a:sym typeface="Sora"/>
              </a:rPr>
              <a:t>The Standard Lorem Ipsum </a:t>
            </a:r>
            <a:endParaRPr sz="2800">
              <a:solidFill>
                <a:srgbClr val="1C1E4C"/>
              </a:solidFill>
              <a:latin typeface="Sora"/>
              <a:ea typeface="Sora"/>
              <a:cs typeface="Sora"/>
              <a:sym typeface="Sora"/>
            </a:endParaRPr>
          </a:p>
        </p:txBody>
      </p:sp>
      <p:sp>
        <p:nvSpPr>
          <p:cNvPr id="1271" name="Google Shape;1271;p59"/>
          <p:cNvSpPr/>
          <p:nvPr/>
        </p:nvSpPr>
        <p:spPr>
          <a:xfrm>
            <a:off x="4271878" y="5900670"/>
            <a:ext cx="3027600" cy="1066800"/>
          </a:xfrm>
          <a:prstGeom prst="rect">
            <a:avLst/>
          </a:pr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72" name="Google Shape;1272;p59"/>
          <p:cNvSpPr/>
          <p:nvPr/>
        </p:nvSpPr>
        <p:spPr>
          <a:xfrm>
            <a:off x="4271878" y="7051290"/>
            <a:ext cx="3027600" cy="2511600"/>
          </a:xfrm>
          <a:prstGeom prst="round2SameRect">
            <a:avLst>
              <a:gd fmla="val 0" name="adj1"/>
              <a:gd fmla="val 8520" name="adj2"/>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73" name="Google Shape;1273;p59"/>
          <p:cNvSpPr/>
          <p:nvPr/>
        </p:nvSpPr>
        <p:spPr>
          <a:xfrm>
            <a:off x="5023718" y="5138670"/>
            <a:ext cx="1524000" cy="1524000"/>
          </a:xfrm>
          <a:prstGeom prst="ellipse">
            <a:avLst/>
          </a:prstGeom>
          <a:solidFill>
            <a:srgbClr val="EC683E"/>
          </a:solidFill>
          <a:ln cap="flat" cmpd="sng" w="508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74" name="Google Shape;1274;p59"/>
          <p:cNvSpPr/>
          <p:nvPr/>
        </p:nvSpPr>
        <p:spPr>
          <a:xfrm>
            <a:off x="4337918" y="3199522"/>
            <a:ext cx="2895600" cy="152400"/>
          </a:xfrm>
          <a:prstGeom prst="rect">
            <a:avLst/>
          </a:prstGeom>
          <a:solidFill>
            <a:srgbClr val="EC683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75" name="Google Shape;1275;p59"/>
          <p:cNvSpPr/>
          <p:nvPr/>
        </p:nvSpPr>
        <p:spPr>
          <a:xfrm>
            <a:off x="4512986" y="7937862"/>
            <a:ext cx="2545200" cy="73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76" name="Google Shape;1276;p59"/>
          <p:cNvSpPr/>
          <p:nvPr/>
        </p:nvSpPr>
        <p:spPr>
          <a:xfrm>
            <a:off x="7630158" y="4838700"/>
            <a:ext cx="3027600" cy="1066800"/>
          </a:xfrm>
          <a:prstGeom prst="rect">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77" name="Google Shape;1277;p59"/>
          <p:cNvSpPr/>
          <p:nvPr/>
        </p:nvSpPr>
        <p:spPr>
          <a:xfrm>
            <a:off x="7630158" y="5989320"/>
            <a:ext cx="3027600" cy="2511600"/>
          </a:xfrm>
          <a:prstGeom prst="round2SameRect">
            <a:avLst>
              <a:gd fmla="val 0" name="adj1"/>
              <a:gd fmla="val 8520" name="adj2"/>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78" name="Google Shape;1278;p59"/>
          <p:cNvSpPr/>
          <p:nvPr/>
        </p:nvSpPr>
        <p:spPr>
          <a:xfrm>
            <a:off x="8381998" y="4076700"/>
            <a:ext cx="1524000" cy="1524000"/>
          </a:xfrm>
          <a:prstGeom prst="ellipse">
            <a:avLst/>
          </a:prstGeom>
          <a:solidFill>
            <a:srgbClr val="217BEE"/>
          </a:solidFill>
          <a:ln cap="flat" cmpd="sng" w="508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79" name="Google Shape;1279;p59"/>
          <p:cNvSpPr/>
          <p:nvPr/>
        </p:nvSpPr>
        <p:spPr>
          <a:xfrm>
            <a:off x="7696198" y="3199522"/>
            <a:ext cx="2895600" cy="152400"/>
          </a:xfrm>
          <a:prstGeom prst="rect">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0" name="Google Shape;1280;p59"/>
          <p:cNvSpPr/>
          <p:nvPr/>
        </p:nvSpPr>
        <p:spPr>
          <a:xfrm>
            <a:off x="7871266" y="6875892"/>
            <a:ext cx="2545200" cy="73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81" name="Google Shape;1281;p59"/>
          <p:cNvSpPr/>
          <p:nvPr/>
        </p:nvSpPr>
        <p:spPr>
          <a:xfrm>
            <a:off x="10988438" y="5900670"/>
            <a:ext cx="3027600" cy="1066800"/>
          </a:xfrm>
          <a:prstGeom prst="rect">
            <a:avLst/>
          </a:prstGeom>
          <a:solidFill>
            <a:schemeClr val="accent4"/>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2" name="Google Shape;1282;p59"/>
          <p:cNvSpPr/>
          <p:nvPr/>
        </p:nvSpPr>
        <p:spPr>
          <a:xfrm>
            <a:off x="10988438" y="7051290"/>
            <a:ext cx="3027600" cy="2511600"/>
          </a:xfrm>
          <a:prstGeom prst="round2SameRect">
            <a:avLst>
              <a:gd fmla="val 0" name="adj1"/>
              <a:gd fmla="val 8520" name="adj2"/>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83" name="Google Shape;1283;p59"/>
          <p:cNvSpPr/>
          <p:nvPr/>
        </p:nvSpPr>
        <p:spPr>
          <a:xfrm>
            <a:off x="11740278" y="5138670"/>
            <a:ext cx="1524000" cy="1524000"/>
          </a:xfrm>
          <a:prstGeom prst="ellipse">
            <a:avLst/>
          </a:prstGeom>
          <a:solidFill>
            <a:schemeClr val="accent4"/>
          </a:solidFill>
          <a:ln cap="flat" cmpd="sng" w="508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4" name="Google Shape;1284;p59"/>
          <p:cNvSpPr/>
          <p:nvPr/>
        </p:nvSpPr>
        <p:spPr>
          <a:xfrm>
            <a:off x="11054478" y="3199522"/>
            <a:ext cx="2895600" cy="152400"/>
          </a:xfrm>
          <a:prstGeom prst="rect">
            <a:avLst/>
          </a:prstGeom>
          <a:solidFill>
            <a:schemeClr val="accent4"/>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5" name="Google Shape;1285;p59"/>
          <p:cNvSpPr/>
          <p:nvPr/>
        </p:nvSpPr>
        <p:spPr>
          <a:xfrm>
            <a:off x="11229546" y="7937862"/>
            <a:ext cx="2545200" cy="73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86" name="Google Shape;1286;p59"/>
          <p:cNvSpPr/>
          <p:nvPr/>
        </p:nvSpPr>
        <p:spPr>
          <a:xfrm>
            <a:off x="14346720" y="4838700"/>
            <a:ext cx="3027600" cy="1066800"/>
          </a:xfrm>
          <a:prstGeom prst="rect">
            <a:avLst/>
          </a:prstGeom>
          <a:solidFill>
            <a:schemeClr val="accent5"/>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7" name="Google Shape;1287;p59"/>
          <p:cNvSpPr/>
          <p:nvPr/>
        </p:nvSpPr>
        <p:spPr>
          <a:xfrm>
            <a:off x="14346720" y="5989320"/>
            <a:ext cx="3027600" cy="2511600"/>
          </a:xfrm>
          <a:prstGeom prst="round2SameRect">
            <a:avLst>
              <a:gd fmla="val 0" name="adj1"/>
              <a:gd fmla="val 8520" name="adj2"/>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88" name="Google Shape;1288;p59"/>
          <p:cNvSpPr/>
          <p:nvPr/>
        </p:nvSpPr>
        <p:spPr>
          <a:xfrm>
            <a:off x="15098560" y="4076700"/>
            <a:ext cx="1524000" cy="1524000"/>
          </a:xfrm>
          <a:prstGeom prst="ellipse">
            <a:avLst/>
          </a:prstGeom>
          <a:solidFill>
            <a:schemeClr val="accent5"/>
          </a:solidFill>
          <a:ln cap="flat" cmpd="sng" w="508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89" name="Google Shape;1289;p59"/>
          <p:cNvSpPr/>
          <p:nvPr/>
        </p:nvSpPr>
        <p:spPr>
          <a:xfrm>
            <a:off x="14412760" y="3199522"/>
            <a:ext cx="2895600" cy="152400"/>
          </a:xfrm>
          <a:prstGeom prst="rect">
            <a:avLst/>
          </a:prstGeom>
          <a:solidFill>
            <a:schemeClr val="accent5"/>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90" name="Google Shape;1290;p59"/>
          <p:cNvSpPr/>
          <p:nvPr/>
        </p:nvSpPr>
        <p:spPr>
          <a:xfrm>
            <a:off x="14587828" y="6875892"/>
            <a:ext cx="2545200" cy="73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sp>
        <p:nvSpPr>
          <p:cNvPr id="1291" name="Google Shape;1291;p59"/>
          <p:cNvSpPr/>
          <p:nvPr/>
        </p:nvSpPr>
        <p:spPr>
          <a:xfrm>
            <a:off x="913598" y="4838700"/>
            <a:ext cx="3027600" cy="1066800"/>
          </a:xfrm>
          <a:prstGeom prst="rect">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92" name="Google Shape;1292;p59"/>
          <p:cNvSpPr/>
          <p:nvPr/>
        </p:nvSpPr>
        <p:spPr>
          <a:xfrm>
            <a:off x="913598" y="5989320"/>
            <a:ext cx="3027600" cy="2511600"/>
          </a:xfrm>
          <a:prstGeom prst="round2SameRect">
            <a:avLst>
              <a:gd fmla="val 0" name="adj1"/>
              <a:gd fmla="val 8520" name="adj2"/>
            </a:avLst>
          </a:prstGeom>
          <a:gradFill>
            <a:gsLst>
              <a:gs pos="0">
                <a:schemeClr val="lt1"/>
              </a:gs>
              <a:gs pos="79000">
                <a:srgbClr val="F2F2F2"/>
              </a:gs>
              <a:gs pos="100000">
                <a:srgbClr val="F2F2F2"/>
              </a:gs>
            </a:gsLst>
            <a:lin ang="11399912" scaled="0"/>
          </a:gradFill>
          <a:ln cap="flat" cmpd="sng" w="50800">
            <a:solidFill>
              <a:schemeClr val="lt1"/>
            </a:solidFill>
            <a:prstDash val="solid"/>
            <a:round/>
            <a:headEnd len="sm" w="sm" type="none"/>
            <a:tailEnd len="sm" w="sm" type="none"/>
          </a:ln>
          <a:effectLst>
            <a:outerShdw blurRad="355600" sx="87000" rotWithShape="0" algn="tl" dir="2700000" dist="330200" sy="87000">
              <a:srgbClr val="000000">
                <a:alpha val="14900"/>
              </a:srgbClr>
            </a:outerShdw>
          </a:effectLst>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293" name="Google Shape;1293;p59"/>
          <p:cNvSpPr/>
          <p:nvPr/>
        </p:nvSpPr>
        <p:spPr>
          <a:xfrm>
            <a:off x="1665438" y="4076700"/>
            <a:ext cx="1524000" cy="1524000"/>
          </a:xfrm>
          <a:prstGeom prst="ellipse">
            <a:avLst/>
          </a:prstGeom>
          <a:solidFill>
            <a:srgbClr val="217BEE"/>
          </a:solidFill>
          <a:ln cap="flat" cmpd="sng" w="508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94" name="Google Shape;1294;p59"/>
          <p:cNvSpPr/>
          <p:nvPr/>
        </p:nvSpPr>
        <p:spPr>
          <a:xfrm>
            <a:off x="979638" y="3199522"/>
            <a:ext cx="2895600" cy="152400"/>
          </a:xfrm>
          <a:prstGeom prst="rect">
            <a:avLst/>
          </a:prstGeom>
          <a:solidFill>
            <a:srgbClr val="217BEE"/>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3600">
              <a:solidFill>
                <a:schemeClr val="lt1"/>
              </a:solidFill>
              <a:latin typeface="Roboto"/>
              <a:ea typeface="Roboto"/>
              <a:cs typeface="Roboto"/>
              <a:sym typeface="Roboto"/>
            </a:endParaRPr>
          </a:p>
        </p:txBody>
      </p:sp>
      <p:sp>
        <p:nvSpPr>
          <p:cNvPr id="1295" name="Google Shape;1295;p59"/>
          <p:cNvSpPr/>
          <p:nvPr/>
        </p:nvSpPr>
        <p:spPr>
          <a:xfrm>
            <a:off x="1154706" y="6875892"/>
            <a:ext cx="2545200" cy="73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2400">
                <a:solidFill>
                  <a:srgbClr val="1C1E4C"/>
                </a:solidFill>
                <a:latin typeface="Instrument Sans"/>
                <a:ea typeface="Instrument Sans"/>
                <a:cs typeface="Instrument Sans"/>
                <a:sym typeface="Instrument Sans"/>
              </a:rPr>
              <a:t>The Standard Lorem Ipsum </a:t>
            </a:r>
            <a:endParaRPr sz="2800">
              <a:solidFill>
                <a:srgbClr val="1C1E4C"/>
              </a:solidFill>
              <a:latin typeface="Instrument Sans"/>
              <a:ea typeface="Instrument Sans"/>
              <a:cs typeface="Instrument Sans"/>
              <a:sym typeface="Instrument Sans"/>
            </a:endParaRPr>
          </a:p>
        </p:txBody>
      </p:sp>
      <p:cxnSp>
        <p:nvCxnSpPr>
          <p:cNvPr id="1296" name="Google Shape;1296;p59"/>
          <p:cNvCxnSpPr/>
          <p:nvPr/>
        </p:nvCxnSpPr>
        <p:spPr>
          <a:xfrm>
            <a:off x="15860560" y="3351922"/>
            <a:ext cx="0" cy="724800"/>
          </a:xfrm>
          <a:prstGeom prst="straightConnector1">
            <a:avLst/>
          </a:prstGeom>
          <a:noFill/>
          <a:ln cap="flat" cmpd="sng" w="25400">
            <a:solidFill>
              <a:srgbClr val="7F7F7F"/>
            </a:solidFill>
            <a:prstDash val="solid"/>
            <a:round/>
            <a:headEnd len="sm" w="sm" type="none"/>
            <a:tailEnd len="med" w="med" type="triangle"/>
          </a:ln>
        </p:spPr>
      </p:cxnSp>
      <p:cxnSp>
        <p:nvCxnSpPr>
          <p:cNvPr id="1297" name="Google Shape;1297;p59"/>
          <p:cNvCxnSpPr/>
          <p:nvPr/>
        </p:nvCxnSpPr>
        <p:spPr>
          <a:xfrm>
            <a:off x="12502278" y="3351922"/>
            <a:ext cx="0" cy="1786800"/>
          </a:xfrm>
          <a:prstGeom prst="straightConnector1">
            <a:avLst/>
          </a:prstGeom>
          <a:noFill/>
          <a:ln cap="flat" cmpd="sng" w="25400">
            <a:solidFill>
              <a:srgbClr val="7F7F7F"/>
            </a:solidFill>
            <a:prstDash val="solid"/>
            <a:round/>
            <a:headEnd len="sm" w="sm" type="none"/>
            <a:tailEnd len="med" w="med" type="triangle"/>
          </a:ln>
        </p:spPr>
      </p:cxnSp>
      <p:cxnSp>
        <p:nvCxnSpPr>
          <p:cNvPr id="1298" name="Google Shape;1298;p59"/>
          <p:cNvCxnSpPr/>
          <p:nvPr/>
        </p:nvCxnSpPr>
        <p:spPr>
          <a:xfrm>
            <a:off x="9144000" y="3467100"/>
            <a:ext cx="0" cy="609600"/>
          </a:xfrm>
          <a:prstGeom prst="straightConnector1">
            <a:avLst/>
          </a:prstGeom>
          <a:noFill/>
          <a:ln cap="flat" cmpd="sng" w="25400">
            <a:solidFill>
              <a:srgbClr val="7F7F7F"/>
            </a:solidFill>
            <a:prstDash val="solid"/>
            <a:round/>
            <a:headEnd len="sm" w="sm" type="none"/>
            <a:tailEnd len="med" w="med" type="triangle"/>
          </a:ln>
        </p:spPr>
      </p:cxnSp>
      <p:cxnSp>
        <p:nvCxnSpPr>
          <p:cNvPr id="1299" name="Google Shape;1299;p59"/>
          <p:cNvCxnSpPr/>
          <p:nvPr/>
        </p:nvCxnSpPr>
        <p:spPr>
          <a:xfrm>
            <a:off x="5785718" y="3351922"/>
            <a:ext cx="0" cy="1786800"/>
          </a:xfrm>
          <a:prstGeom prst="straightConnector1">
            <a:avLst/>
          </a:prstGeom>
          <a:noFill/>
          <a:ln cap="flat" cmpd="sng" w="25400">
            <a:solidFill>
              <a:srgbClr val="7F7F7F"/>
            </a:solidFill>
            <a:prstDash val="solid"/>
            <a:round/>
            <a:headEnd len="sm" w="sm" type="none"/>
            <a:tailEnd len="med" w="med" type="triangle"/>
          </a:ln>
        </p:spPr>
      </p:cxnSp>
      <p:cxnSp>
        <p:nvCxnSpPr>
          <p:cNvPr id="1300" name="Google Shape;1300;p59"/>
          <p:cNvCxnSpPr/>
          <p:nvPr/>
        </p:nvCxnSpPr>
        <p:spPr>
          <a:xfrm>
            <a:off x="2427438" y="3351922"/>
            <a:ext cx="0" cy="724800"/>
          </a:xfrm>
          <a:prstGeom prst="straightConnector1">
            <a:avLst/>
          </a:prstGeom>
          <a:noFill/>
          <a:ln cap="flat" cmpd="sng" w="25400">
            <a:solidFill>
              <a:srgbClr val="7F7F7F"/>
            </a:solidFill>
            <a:prstDash val="solid"/>
            <a:round/>
            <a:headEnd len="sm" w="sm" type="none"/>
            <a:tailEnd len="med" w="med" type="triangle"/>
          </a:ln>
        </p:spPr>
      </p:cxnSp>
      <p:pic>
        <p:nvPicPr>
          <p:cNvPr id="1301" name="Google Shape;1301;p59"/>
          <p:cNvPicPr preferRelativeResize="0"/>
          <p:nvPr/>
        </p:nvPicPr>
        <p:blipFill rotWithShape="1">
          <a:blip r:embed="rId3">
            <a:alphaModFix/>
          </a:blip>
          <a:srcRect b="0" l="0" r="0" t="0"/>
          <a:stretch/>
        </p:blipFill>
        <p:spPr>
          <a:xfrm>
            <a:off x="12100442" y="5498834"/>
            <a:ext cx="803675" cy="803675"/>
          </a:xfrm>
          <a:prstGeom prst="rect">
            <a:avLst/>
          </a:prstGeom>
          <a:noFill/>
          <a:ln>
            <a:noFill/>
          </a:ln>
        </p:spPr>
      </p:pic>
      <p:pic>
        <p:nvPicPr>
          <p:cNvPr id="1302" name="Google Shape;1302;p59"/>
          <p:cNvPicPr preferRelativeResize="0"/>
          <p:nvPr/>
        </p:nvPicPr>
        <p:blipFill rotWithShape="1">
          <a:blip r:embed="rId4">
            <a:alphaModFix/>
          </a:blip>
          <a:srcRect b="0" l="0" r="0" t="0"/>
          <a:stretch/>
        </p:blipFill>
        <p:spPr>
          <a:xfrm>
            <a:off x="15479560" y="4457700"/>
            <a:ext cx="761999" cy="761999"/>
          </a:xfrm>
          <a:prstGeom prst="rect">
            <a:avLst/>
          </a:prstGeom>
          <a:noFill/>
          <a:ln>
            <a:noFill/>
          </a:ln>
        </p:spPr>
      </p:pic>
      <p:pic>
        <p:nvPicPr>
          <p:cNvPr id="1303" name="Google Shape;1303;p59"/>
          <p:cNvPicPr preferRelativeResize="0"/>
          <p:nvPr/>
        </p:nvPicPr>
        <p:blipFill rotWithShape="1">
          <a:blip r:embed="rId5">
            <a:alphaModFix/>
          </a:blip>
          <a:srcRect b="0" l="0" r="0" t="0"/>
          <a:stretch/>
        </p:blipFill>
        <p:spPr>
          <a:xfrm>
            <a:off x="8690606" y="4385308"/>
            <a:ext cx="906783" cy="906783"/>
          </a:xfrm>
          <a:prstGeom prst="rect">
            <a:avLst/>
          </a:prstGeom>
          <a:noFill/>
          <a:ln>
            <a:noFill/>
          </a:ln>
        </p:spPr>
      </p:pic>
      <p:pic>
        <p:nvPicPr>
          <p:cNvPr id="1304" name="Google Shape;1304;p59"/>
          <p:cNvPicPr preferRelativeResize="0"/>
          <p:nvPr/>
        </p:nvPicPr>
        <p:blipFill rotWithShape="1">
          <a:blip r:embed="rId6">
            <a:alphaModFix/>
          </a:blip>
          <a:srcRect b="0" l="0" r="0" t="0"/>
          <a:stretch/>
        </p:blipFill>
        <p:spPr>
          <a:xfrm>
            <a:off x="2046438" y="4457700"/>
            <a:ext cx="761999" cy="761999"/>
          </a:xfrm>
          <a:prstGeom prst="rect">
            <a:avLst/>
          </a:prstGeom>
          <a:noFill/>
          <a:ln>
            <a:noFill/>
          </a:ln>
        </p:spPr>
      </p:pic>
      <p:pic>
        <p:nvPicPr>
          <p:cNvPr id="1305" name="Google Shape;1305;p59"/>
          <p:cNvPicPr preferRelativeResize="0"/>
          <p:nvPr/>
        </p:nvPicPr>
        <p:blipFill rotWithShape="1">
          <a:blip r:embed="rId7">
            <a:alphaModFix/>
          </a:blip>
          <a:srcRect b="0" l="0" r="0" t="0"/>
          <a:stretch/>
        </p:blipFill>
        <p:spPr>
          <a:xfrm>
            <a:off x="5404718" y="5519670"/>
            <a:ext cx="761999" cy="761999"/>
          </a:xfrm>
          <a:prstGeom prst="rect">
            <a:avLst/>
          </a:prstGeom>
          <a:noFill/>
          <a:ln>
            <a:noFill/>
          </a:ln>
        </p:spPr>
      </p:pic>
      <p:sp>
        <p:nvSpPr>
          <p:cNvPr id="1306" name="Google Shape;1306;p59"/>
          <p:cNvSpPr txBox="1"/>
          <p:nvPr>
            <p:ph type="title"/>
          </p:nvPr>
        </p:nvSpPr>
        <p:spPr>
          <a:xfrm>
            <a:off x="-7592975" y="673896"/>
            <a:ext cx="33474000" cy="1371600"/>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rgbClr val="3B3B3B"/>
              </a:buClr>
              <a:buSzPts val="5200"/>
              <a:buFont typeface="Roboto"/>
              <a:buNone/>
            </a:pPr>
            <a:r>
              <a:rPr lang="en-US">
                <a:solidFill>
                  <a:srgbClr val="1C1E4C"/>
                </a:solidFill>
                <a:latin typeface="Sora Medium"/>
                <a:ea typeface="Sora Medium"/>
                <a:cs typeface="Sora Medium"/>
                <a:sym typeface="Sora Medium"/>
              </a:rPr>
              <a:t>Cost Analysis</a:t>
            </a:r>
            <a:endParaRPr>
              <a:solidFill>
                <a:srgbClr val="1C1E4C"/>
              </a:solidFill>
              <a:latin typeface="Sora Medium"/>
              <a:ea typeface="Sora Medium"/>
              <a:cs typeface="Sora Medium"/>
              <a:sym typeface="Sora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60"/>
          <p:cNvSpPr/>
          <p:nvPr/>
        </p:nvSpPr>
        <p:spPr>
          <a:xfrm>
            <a:off x="8046775" y="8423750"/>
            <a:ext cx="6297900" cy="1050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312" name="Google Shape;1312;p60"/>
          <p:cNvSpPr/>
          <p:nvPr/>
        </p:nvSpPr>
        <p:spPr>
          <a:xfrm rot="10800000">
            <a:off x="15308100" y="114900"/>
            <a:ext cx="3132300" cy="10324500"/>
          </a:xfrm>
          <a:prstGeom prst="rect">
            <a:avLst/>
          </a:prstGeom>
          <a:gradFill>
            <a:gsLst>
              <a:gs pos="0">
                <a:srgbClr val="D13C60"/>
              </a:gs>
              <a:gs pos="100000">
                <a:srgbClr val="FFFF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3" name="Google Shape;1313;p60"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
        <p:nvSpPr>
          <p:cNvPr id="1314" name="Google Shape;1314;p60"/>
          <p:cNvSpPr/>
          <p:nvPr/>
        </p:nvSpPr>
        <p:spPr>
          <a:xfrm flipH="1">
            <a:off x="7990475" y="4170125"/>
            <a:ext cx="6539400" cy="1050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315" name="Google Shape;1315;p60"/>
          <p:cNvSpPr/>
          <p:nvPr/>
        </p:nvSpPr>
        <p:spPr>
          <a:xfrm flipH="1" rot="10800000">
            <a:off x="8046777" y="5508300"/>
            <a:ext cx="6297900" cy="12354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316" name="Google Shape;1316;p60"/>
          <p:cNvSpPr/>
          <p:nvPr/>
        </p:nvSpPr>
        <p:spPr>
          <a:xfrm>
            <a:off x="7805263" y="2411165"/>
            <a:ext cx="6539400" cy="12354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317" name="Google Shape;1317;p60"/>
          <p:cNvSpPr/>
          <p:nvPr/>
        </p:nvSpPr>
        <p:spPr>
          <a:xfrm rot="10800000">
            <a:off x="8037175" y="7022325"/>
            <a:ext cx="6307500" cy="1092600"/>
          </a:xfrm>
          <a:prstGeom prst="roundRect">
            <a:avLst>
              <a:gd fmla="val 0" name="adj"/>
            </a:avLst>
          </a:prstGeom>
          <a:gradFill>
            <a:gsLst>
              <a:gs pos="0">
                <a:srgbClr val="F2F2F2"/>
              </a:gs>
              <a:gs pos="100000">
                <a:schemeClr val="lt1"/>
              </a:gs>
            </a:gsLst>
            <a:lin ang="10800025" scaled="0"/>
          </a:gradFill>
          <a:ln cap="flat" cmpd="sng" w="25400">
            <a:solidFill>
              <a:schemeClr val="lt1"/>
            </a:solidFill>
            <a:prstDash val="solid"/>
            <a:round/>
            <a:headEnd len="sm" w="sm" type="none"/>
            <a:tailEnd len="sm" w="sm" type="none"/>
          </a:ln>
        </p:spPr>
        <p:txBody>
          <a:bodyPr anchorCtr="0" anchor="ctr" bIns="91400" lIns="182850" spcFirstLastPara="1" rIns="182850" wrap="square" tIns="91400">
            <a:noAutofit/>
          </a:bodyPr>
          <a:lstStyle/>
          <a:p>
            <a:pPr indent="0" lvl="0" marL="0" marR="0" rtl="0" algn="r">
              <a:spcBef>
                <a:spcPts val="0"/>
              </a:spcBef>
              <a:spcAft>
                <a:spcPts val="0"/>
              </a:spcAft>
              <a:buNone/>
            </a:pPr>
            <a:r>
              <a:t/>
            </a:r>
            <a:endParaRPr sz="3600">
              <a:solidFill>
                <a:schemeClr val="lt1"/>
              </a:solidFill>
              <a:latin typeface="Roboto"/>
              <a:ea typeface="Roboto"/>
              <a:cs typeface="Roboto"/>
              <a:sym typeface="Roboto"/>
            </a:endParaRPr>
          </a:p>
        </p:txBody>
      </p:sp>
      <p:sp>
        <p:nvSpPr>
          <p:cNvPr id="1318" name="Google Shape;1318;p60"/>
          <p:cNvSpPr/>
          <p:nvPr/>
        </p:nvSpPr>
        <p:spPr>
          <a:xfrm>
            <a:off x="1220675" y="2599208"/>
            <a:ext cx="5356200" cy="5356200"/>
          </a:xfrm>
          <a:prstGeom prst="arc">
            <a:avLst>
              <a:gd fmla="val 15764809" name="adj1"/>
              <a:gd fmla="val 16640386" name="adj2"/>
            </a:avLst>
          </a:prstGeom>
          <a:noFill/>
          <a:ln cap="flat" cmpd="sng" w="21650">
            <a:solidFill>
              <a:srgbClr val="7F7F7F"/>
            </a:solidFill>
            <a:prstDash val="solid"/>
            <a:round/>
            <a:headEnd len="sm" w="sm" type="none"/>
            <a:tailEnd len="med" w="med" type="triangle"/>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dk1"/>
              </a:solidFill>
              <a:latin typeface="Roboto"/>
              <a:ea typeface="Roboto"/>
              <a:cs typeface="Roboto"/>
              <a:sym typeface="Roboto"/>
            </a:endParaRPr>
          </a:p>
        </p:txBody>
      </p:sp>
      <p:sp>
        <p:nvSpPr>
          <p:cNvPr id="1319" name="Google Shape;1319;p60"/>
          <p:cNvSpPr/>
          <p:nvPr/>
        </p:nvSpPr>
        <p:spPr>
          <a:xfrm>
            <a:off x="1768025" y="2191276"/>
            <a:ext cx="1913100" cy="1913100"/>
          </a:xfrm>
          <a:prstGeom prst="ellipse">
            <a:avLst/>
          </a:prstGeom>
          <a:solidFill>
            <a:srgbClr val="217BEE"/>
          </a:solidFill>
          <a:ln>
            <a:noFill/>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0" name="Google Shape;1320;p60"/>
          <p:cNvSpPr/>
          <p:nvPr/>
        </p:nvSpPr>
        <p:spPr>
          <a:xfrm>
            <a:off x="4125127" y="2191276"/>
            <a:ext cx="1913100" cy="1913100"/>
          </a:xfrm>
          <a:prstGeom prst="ellipse">
            <a:avLst/>
          </a:prstGeom>
          <a:solidFill>
            <a:srgbClr val="EC683E"/>
          </a:solidFill>
          <a:ln>
            <a:noFill/>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1" name="Google Shape;1321;p60"/>
          <p:cNvSpPr/>
          <p:nvPr/>
        </p:nvSpPr>
        <p:spPr>
          <a:xfrm>
            <a:off x="5299161" y="4320596"/>
            <a:ext cx="1913100" cy="1913100"/>
          </a:xfrm>
          <a:prstGeom prst="ellipse">
            <a:avLst/>
          </a:prstGeom>
          <a:solidFill>
            <a:srgbClr val="D13B5F"/>
          </a:solidFill>
          <a:ln>
            <a:noFill/>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2" name="Google Shape;1322;p60"/>
          <p:cNvSpPr/>
          <p:nvPr/>
        </p:nvSpPr>
        <p:spPr>
          <a:xfrm>
            <a:off x="1768025" y="6449918"/>
            <a:ext cx="1913100" cy="1913100"/>
          </a:xfrm>
          <a:prstGeom prst="ellipse">
            <a:avLst/>
          </a:prstGeom>
          <a:solidFill>
            <a:srgbClr val="217BEE"/>
          </a:solidFill>
          <a:ln>
            <a:noFill/>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3" name="Google Shape;1323;p60"/>
          <p:cNvSpPr/>
          <p:nvPr/>
        </p:nvSpPr>
        <p:spPr>
          <a:xfrm>
            <a:off x="4125127" y="6449918"/>
            <a:ext cx="1913100" cy="1913100"/>
          </a:xfrm>
          <a:prstGeom prst="ellipse">
            <a:avLst/>
          </a:prstGeom>
          <a:solidFill>
            <a:srgbClr val="100D25"/>
          </a:solidFill>
          <a:ln>
            <a:noFill/>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4" name="Google Shape;1324;p60"/>
          <p:cNvSpPr/>
          <p:nvPr/>
        </p:nvSpPr>
        <p:spPr>
          <a:xfrm>
            <a:off x="1220677" y="2599208"/>
            <a:ext cx="5356200" cy="5356200"/>
          </a:xfrm>
          <a:prstGeom prst="arc">
            <a:avLst>
              <a:gd fmla="val 19334979" name="adj1"/>
              <a:gd fmla="val 20350486" name="adj2"/>
            </a:avLst>
          </a:prstGeom>
          <a:noFill/>
          <a:ln cap="flat" cmpd="sng" w="21650">
            <a:solidFill>
              <a:srgbClr val="7F7F7F"/>
            </a:solidFill>
            <a:prstDash val="solid"/>
            <a:round/>
            <a:headEnd len="sm" w="sm" type="none"/>
            <a:tailEnd len="med" w="med" type="triangle"/>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dk1"/>
              </a:solidFill>
              <a:latin typeface="Roboto"/>
              <a:ea typeface="Roboto"/>
              <a:cs typeface="Roboto"/>
              <a:sym typeface="Roboto"/>
            </a:endParaRPr>
          </a:p>
        </p:txBody>
      </p:sp>
      <p:sp>
        <p:nvSpPr>
          <p:cNvPr id="1325" name="Google Shape;1325;p60"/>
          <p:cNvSpPr/>
          <p:nvPr/>
        </p:nvSpPr>
        <p:spPr>
          <a:xfrm>
            <a:off x="1220677" y="2599208"/>
            <a:ext cx="5356200" cy="5356200"/>
          </a:xfrm>
          <a:prstGeom prst="arc">
            <a:avLst>
              <a:gd fmla="val 1324629" name="adj1"/>
              <a:gd fmla="val 2308490" name="adj2"/>
            </a:avLst>
          </a:prstGeom>
          <a:noFill/>
          <a:ln cap="flat" cmpd="sng" w="21650">
            <a:solidFill>
              <a:srgbClr val="7F7F7F"/>
            </a:solidFill>
            <a:prstDash val="solid"/>
            <a:round/>
            <a:headEnd len="sm" w="sm" type="none"/>
            <a:tailEnd len="med" w="med" type="triangle"/>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dk1"/>
              </a:solidFill>
              <a:latin typeface="Roboto"/>
              <a:ea typeface="Roboto"/>
              <a:cs typeface="Roboto"/>
              <a:sym typeface="Roboto"/>
            </a:endParaRPr>
          </a:p>
        </p:txBody>
      </p:sp>
      <p:sp>
        <p:nvSpPr>
          <p:cNvPr id="1326" name="Google Shape;1326;p60"/>
          <p:cNvSpPr/>
          <p:nvPr/>
        </p:nvSpPr>
        <p:spPr>
          <a:xfrm>
            <a:off x="1220677" y="2599208"/>
            <a:ext cx="5356200" cy="5356200"/>
          </a:xfrm>
          <a:prstGeom prst="arc">
            <a:avLst>
              <a:gd fmla="val 5066778" name="adj1"/>
              <a:gd fmla="val 5830861" name="adj2"/>
            </a:avLst>
          </a:prstGeom>
          <a:noFill/>
          <a:ln cap="flat" cmpd="sng" w="21650">
            <a:solidFill>
              <a:srgbClr val="7F7F7F"/>
            </a:solidFill>
            <a:prstDash val="solid"/>
            <a:round/>
            <a:headEnd len="sm" w="sm" type="none"/>
            <a:tailEnd len="med" w="med" type="triangle"/>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dk1"/>
              </a:solidFill>
              <a:latin typeface="Roboto"/>
              <a:ea typeface="Roboto"/>
              <a:cs typeface="Roboto"/>
              <a:sym typeface="Roboto"/>
            </a:endParaRPr>
          </a:p>
        </p:txBody>
      </p:sp>
      <p:sp>
        <p:nvSpPr>
          <p:cNvPr id="1327" name="Google Shape;1327;p60"/>
          <p:cNvSpPr/>
          <p:nvPr/>
        </p:nvSpPr>
        <p:spPr>
          <a:xfrm>
            <a:off x="1220677" y="2599208"/>
            <a:ext cx="5356200" cy="5356200"/>
          </a:xfrm>
          <a:prstGeom prst="arc">
            <a:avLst>
              <a:gd fmla="val 8519759" name="adj1"/>
              <a:gd fmla="val 13068892" name="adj2"/>
            </a:avLst>
          </a:prstGeom>
          <a:noFill/>
          <a:ln cap="flat" cmpd="sng" w="21650">
            <a:solidFill>
              <a:srgbClr val="7F7F7F"/>
            </a:solidFill>
            <a:prstDash val="solid"/>
            <a:round/>
            <a:headEnd len="sm" w="sm" type="none"/>
            <a:tailEnd len="med" w="med" type="triangle"/>
          </a:ln>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dk1"/>
              </a:solidFill>
              <a:latin typeface="Roboto"/>
              <a:ea typeface="Roboto"/>
              <a:cs typeface="Roboto"/>
              <a:sym typeface="Roboto"/>
            </a:endParaRPr>
          </a:p>
        </p:txBody>
      </p:sp>
      <p:sp>
        <p:nvSpPr>
          <p:cNvPr id="1328" name="Google Shape;1328;p60"/>
          <p:cNvSpPr/>
          <p:nvPr/>
        </p:nvSpPr>
        <p:spPr>
          <a:xfrm>
            <a:off x="2688968" y="4067503"/>
            <a:ext cx="2419200" cy="2419200"/>
          </a:xfrm>
          <a:prstGeom prst="ellipse">
            <a:avLst/>
          </a:prstGeom>
          <a:solidFill>
            <a:schemeClr val="lt1"/>
          </a:solidFill>
          <a:ln>
            <a:noFill/>
          </a:ln>
          <a:effectLst>
            <a:outerShdw blurRad="108201" rotWithShape="0" algn="ctr">
              <a:srgbClr val="000000">
                <a:alpha val="14900"/>
              </a:srgbClr>
            </a:outerShdw>
          </a:effectLst>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sp>
        <p:nvSpPr>
          <p:cNvPr id="1329" name="Google Shape;1329;p60"/>
          <p:cNvSpPr/>
          <p:nvPr/>
        </p:nvSpPr>
        <p:spPr>
          <a:xfrm>
            <a:off x="2901013" y="4279551"/>
            <a:ext cx="1995000" cy="1995000"/>
          </a:xfrm>
          <a:prstGeom prst="ellipse">
            <a:avLst/>
          </a:prstGeom>
          <a:solidFill>
            <a:schemeClr val="lt1"/>
          </a:solidFill>
          <a:ln>
            <a:noFill/>
          </a:ln>
          <a:effectLst>
            <a:outerShdw blurRad="108201" rotWithShape="0" algn="ctr">
              <a:srgbClr val="000000">
                <a:alpha val="14900"/>
              </a:srgbClr>
            </a:outerShdw>
          </a:effectLst>
        </p:spPr>
        <p:txBody>
          <a:bodyPr anchorCtr="0" anchor="ctr" bIns="77850" lIns="155800" spcFirstLastPara="1" rIns="155800" wrap="square" tIns="77850">
            <a:noAutofit/>
          </a:bodyPr>
          <a:lstStyle/>
          <a:p>
            <a:pPr indent="0" lvl="0" marL="0" marR="0" rtl="0" algn="ctr">
              <a:spcBef>
                <a:spcPts val="0"/>
              </a:spcBef>
              <a:spcAft>
                <a:spcPts val="0"/>
              </a:spcAft>
              <a:buNone/>
            </a:pPr>
            <a:r>
              <a:t/>
            </a:r>
            <a:endParaRPr sz="3067">
              <a:solidFill>
                <a:schemeClr val="lt1"/>
              </a:solidFill>
              <a:latin typeface="Roboto"/>
              <a:ea typeface="Roboto"/>
              <a:cs typeface="Roboto"/>
              <a:sym typeface="Roboto"/>
            </a:endParaRPr>
          </a:p>
        </p:txBody>
      </p:sp>
      <p:cxnSp>
        <p:nvCxnSpPr>
          <p:cNvPr id="1330" name="Google Shape;1330;p60"/>
          <p:cNvCxnSpPr/>
          <p:nvPr/>
        </p:nvCxnSpPr>
        <p:spPr>
          <a:xfrm rot="10800000">
            <a:off x="8030087" y="2503565"/>
            <a:ext cx="0" cy="1050600"/>
          </a:xfrm>
          <a:prstGeom prst="straightConnector1">
            <a:avLst/>
          </a:prstGeom>
          <a:noFill/>
          <a:ln cap="flat" cmpd="sng" w="69850">
            <a:solidFill>
              <a:srgbClr val="217BEE"/>
            </a:solidFill>
            <a:prstDash val="solid"/>
            <a:round/>
            <a:headEnd len="sm" w="sm" type="none"/>
            <a:tailEnd len="sm" w="sm" type="none"/>
          </a:ln>
        </p:spPr>
      </p:cxnSp>
      <p:cxnSp>
        <p:nvCxnSpPr>
          <p:cNvPr id="1331" name="Google Shape;1331;p60"/>
          <p:cNvCxnSpPr/>
          <p:nvPr/>
        </p:nvCxnSpPr>
        <p:spPr>
          <a:xfrm rot="10800000">
            <a:off x="8030087" y="7049369"/>
            <a:ext cx="0" cy="1050600"/>
          </a:xfrm>
          <a:prstGeom prst="straightConnector1">
            <a:avLst/>
          </a:prstGeom>
          <a:noFill/>
          <a:ln cap="flat" cmpd="sng" w="69850">
            <a:solidFill>
              <a:srgbClr val="100D25"/>
            </a:solidFill>
            <a:prstDash val="solid"/>
            <a:round/>
            <a:headEnd len="sm" w="sm" type="none"/>
            <a:tailEnd len="sm" w="sm" type="none"/>
          </a:ln>
        </p:spPr>
      </p:cxnSp>
      <p:cxnSp>
        <p:nvCxnSpPr>
          <p:cNvPr id="1332" name="Google Shape;1332;p60"/>
          <p:cNvCxnSpPr/>
          <p:nvPr/>
        </p:nvCxnSpPr>
        <p:spPr>
          <a:xfrm rot="10800000">
            <a:off x="8031740" y="4152015"/>
            <a:ext cx="0" cy="1050600"/>
          </a:xfrm>
          <a:prstGeom prst="straightConnector1">
            <a:avLst/>
          </a:prstGeom>
          <a:noFill/>
          <a:ln cap="flat" cmpd="sng" w="69850">
            <a:solidFill>
              <a:srgbClr val="EC683E"/>
            </a:solidFill>
            <a:prstDash val="solid"/>
            <a:round/>
            <a:headEnd len="sm" w="sm" type="none"/>
            <a:tailEnd len="sm" w="sm" type="none"/>
          </a:ln>
        </p:spPr>
      </p:cxnSp>
      <p:cxnSp>
        <p:nvCxnSpPr>
          <p:cNvPr id="1333" name="Google Shape;1333;p60"/>
          <p:cNvCxnSpPr/>
          <p:nvPr/>
        </p:nvCxnSpPr>
        <p:spPr>
          <a:xfrm rot="10800000">
            <a:off x="8065590" y="8405644"/>
            <a:ext cx="0" cy="1050600"/>
          </a:xfrm>
          <a:prstGeom prst="straightConnector1">
            <a:avLst/>
          </a:prstGeom>
          <a:noFill/>
          <a:ln cap="flat" cmpd="sng" w="69850">
            <a:solidFill>
              <a:srgbClr val="217BEE"/>
            </a:solidFill>
            <a:prstDash val="solid"/>
            <a:round/>
            <a:headEnd len="sm" w="sm" type="none"/>
            <a:tailEnd len="sm" w="sm" type="none"/>
          </a:ln>
        </p:spPr>
      </p:cxnSp>
      <p:cxnSp>
        <p:nvCxnSpPr>
          <p:cNvPr id="1334" name="Google Shape;1334;p60"/>
          <p:cNvCxnSpPr/>
          <p:nvPr/>
        </p:nvCxnSpPr>
        <p:spPr>
          <a:xfrm rot="10800000">
            <a:off x="8031740" y="5600691"/>
            <a:ext cx="0" cy="1050600"/>
          </a:xfrm>
          <a:prstGeom prst="straightConnector1">
            <a:avLst/>
          </a:prstGeom>
          <a:noFill/>
          <a:ln cap="flat" cmpd="sng" w="69850">
            <a:solidFill>
              <a:srgbClr val="D13B5F"/>
            </a:solidFill>
            <a:prstDash val="solid"/>
            <a:round/>
            <a:headEnd len="sm" w="sm" type="none"/>
            <a:tailEnd len="sm" w="sm" type="none"/>
          </a:ln>
        </p:spPr>
      </p:cxnSp>
      <p:sp>
        <p:nvSpPr>
          <p:cNvPr id="1335" name="Google Shape;1335;p60"/>
          <p:cNvSpPr/>
          <p:nvPr/>
        </p:nvSpPr>
        <p:spPr>
          <a:xfrm>
            <a:off x="8266107" y="2690459"/>
            <a:ext cx="3833400" cy="67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5B5B5B"/>
                </a:solidFill>
                <a:latin typeface="Instrument Sans Medium"/>
                <a:ea typeface="Instrument Sans Medium"/>
                <a:cs typeface="Instrument Sans Medium"/>
                <a:sym typeface="Instrument Sans Medium"/>
              </a:rPr>
              <a:t>This is a sample text. You simply add your own</a:t>
            </a:r>
            <a:endParaRPr sz="2800">
              <a:latin typeface="Instrument Sans Medium"/>
              <a:ea typeface="Instrument Sans Medium"/>
              <a:cs typeface="Instrument Sans Medium"/>
              <a:sym typeface="Instrument Sans Medium"/>
            </a:endParaRPr>
          </a:p>
        </p:txBody>
      </p:sp>
      <p:sp>
        <p:nvSpPr>
          <p:cNvPr id="1336" name="Google Shape;1336;p60"/>
          <p:cNvSpPr/>
          <p:nvPr/>
        </p:nvSpPr>
        <p:spPr>
          <a:xfrm>
            <a:off x="8266107" y="7236263"/>
            <a:ext cx="3833400" cy="67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5B5B5B"/>
                </a:solidFill>
                <a:latin typeface="Instrument Sans Medium"/>
                <a:ea typeface="Instrument Sans Medium"/>
                <a:cs typeface="Instrument Sans Medium"/>
                <a:sym typeface="Instrument Sans Medium"/>
              </a:rPr>
              <a:t>This is a sample text. You simply add your own</a:t>
            </a:r>
            <a:endParaRPr sz="2800">
              <a:latin typeface="Instrument Sans Medium"/>
              <a:ea typeface="Instrument Sans Medium"/>
              <a:cs typeface="Instrument Sans Medium"/>
              <a:sym typeface="Instrument Sans Medium"/>
            </a:endParaRPr>
          </a:p>
        </p:txBody>
      </p:sp>
      <p:sp>
        <p:nvSpPr>
          <p:cNvPr id="1337" name="Google Shape;1337;p60"/>
          <p:cNvSpPr/>
          <p:nvPr/>
        </p:nvSpPr>
        <p:spPr>
          <a:xfrm>
            <a:off x="8377372" y="4338634"/>
            <a:ext cx="3833400" cy="67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5B5B5B"/>
                </a:solidFill>
                <a:latin typeface="Instrument Sans Medium"/>
                <a:ea typeface="Instrument Sans Medium"/>
                <a:cs typeface="Instrument Sans Medium"/>
                <a:sym typeface="Instrument Sans Medium"/>
              </a:rPr>
              <a:t>This is a sample text. You simply add your own</a:t>
            </a:r>
            <a:endParaRPr sz="2800">
              <a:latin typeface="Instrument Sans Medium"/>
              <a:ea typeface="Instrument Sans Medium"/>
              <a:cs typeface="Instrument Sans Medium"/>
              <a:sym typeface="Instrument Sans Medium"/>
            </a:endParaRPr>
          </a:p>
        </p:txBody>
      </p:sp>
      <p:pic>
        <p:nvPicPr>
          <p:cNvPr id="1338" name="Google Shape;1338;p60"/>
          <p:cNvPicPr preferRelativeResize="0"/>
          <p:nvPr/>
        </p:nvPicPr>
        <p:blipFill rotWithShape="1">
          <a:blip r:embed="rId4">
            <a:alphaModFix/>
          </a:blip>
          <a:srcRect b="0" l="0" r="0" t="0"/>
          <a:stretch/>
        </p:blipFill>
        <p:spPr>
          <a:xfrm>
            <a:off x="5849432" y="4870868"/>
            <a:ext cx="812621" cy="812621"/>
          </a:xfrm>
          <a:prstGeom prst="rect">
            <a:avLst/>
          </a:prstGeom>
          <a:noFill/>
          <a:ln>
            <a:noFill/>
          </a:ln>
        </p:spPr>
      </p:pic>
      <p:pic>
        <p:nvPicPr>
          <p:cNvPr id="1339" name="Google Shape;1339;p60"/>
          <p:cNvPicPr preferRelativeResize="0"/>
          <p:nvPr/>
        </p:nvPicPr>
        <p:blipFill rotWithShape="1">
          <a:blip r:embed="rId5">
            <a:alphaModFix/>
          </a:blip>
          <a:srcRect b="0" l="0" r="0" t="0"/>
          <a:stretch/>
        </p:blipFill>
        <p:spPr>
          <a:xfrm>
            <a:off x="3336184" y="4714721"/>
            <a:ext cx="1124915" cy="1124915"/>
          </a:xfrm>
          <a:prstGeom prst="rect">
            <a:avLst/>
          </a:prstGeom>
          <a:noFill/>
          <a:ln>
            <a:noFill/>
          </a:ln>
        </p:spPr>
      </p:pic>
      <p:pic>
        <p:nvPicPr>
          <p:cNvPr id="1340" name="Google Shape;1340;p60"/>
          <p:cNvPicPr preferRelativeResize="0"/>
          <p:nvPr/>
        </p:nvPicPr>
        <p:blipFill rotWithShape="1">
          <a:blip r:embed="rId6">
            <a:alphaModFix/>
          </a:blip>
          <a:srcRect b="0" l="0" r="0" t="0"/>
          <a:stretch/>
        </p:blipFill>
        <p:spPr>
          <a:xfrm>
            <a:off x="4675398" y="7000190"/>
            <a:ext cx="812621" cy="812621"/>
          </a:xfrm>
          <a:prstGeom prst="rect">
            <a:avLst/>
          </a:prstGeom>
          <a:noFill/>
          <a:ln>
            <a:noFill/>
          </a:ln>
        </p:spPr>
      </p:pic>
      <p:pic>
        <p:nvPicPr>
          <p:cNvPr id="1341" name="Google Shape;1341;p60"/>
          <p:cNvPicPr preferRelativeResize="0"/>
          <p:nvPr/>
        </p:nvPicPr>
        <p:blipFill rotWithShape="1">
          <a:blip r:embed="rId7">
            <a:alphaModFix/>
          </a:blip>
          <a:srcRect b="0" l="0" r="0" t="0"/>
          <a:stretch/>
        </p:blipFill>
        <p:spPr>
          <a:xfrm>
            <a:off x="2318296" y="2741547"/>
            <a:ext cx="812621" cy="812621"/>
          </a:xfrm>
          <a:prstGeom prst="rect">
            <a:avLst/>
          </a:prstGeom>
          <a:noFill/>
          <a:ln>
            <a:noFill/>
          </a:ln>
        </p:spPr>
      </p:pic>
      <p:pic>
        <p:nvPicPr>
          <p:cNvPr id="1342" name="Google Shape;1342;p60"/>
          <p:cNvPicPr preferRelativeResize="0"/>
          <p:nvPr/>
        </p:nvPicPr>
        <p:blipFill rotWithShape="1">
          <a:blip r:embed="rId8">
            <a:alphaModFix/>
          </a:blip>
          <a:srcRect b="0" l="0" r="0" t="0"/>
          <a:stretch/>
        </p:blipFill>
        <p:spPr>
          <a:xfrm>
            <a:off x="2318296" y="7000190"/>
            <a:ext cx="812621" cy="812621"/>
          </a:xfrm>
          <a:prstGeom prst="rect">
            <a:avLst/>
          </a:prstGeom>
          <a:noFill/>
          <a:ln>
            <a:noFill/>
          </a:ln>
        </p:spPr>
      </p:pic>
      <p:pic>
        <p:nvPicPr>
          <p:cNvPr id="1343" name="Google Shape;1343;p60"/>
          <p:cNvPicPr preferRelativeResize="0"/>
          <p:nvPr/>
        </p:nvPicPr>
        <p:blipFill rotWithShape="1">
          <a:blip r:embed="rId9">
            <a:alphaModFix/>
          </a:blip>
          <a:srcRect b="0" l="0" r="0" t="0"/>
          <a:stretch/>
        </p:blipFill>
        <p:spPr>
          <a:xfrm>
            <a:off x="4675398" y="2741547"/>
            <a:ext cx="812621" cy="812621"/>
          </a:xfrm>
          <a:prstGeom prst="rect">
            <a:avLst/>
          </a:prstGeom>
          <a:noFill/>
          <a:ln>
            <a:noFill/>
          </a:ln>
        </p:spPr>
      </p:pic>
      <p:sp>
        <p:nvSpPr>
          <p:cNvPr id="1344" name="Google Shape;1344;p60"/>
          <p:cNvSpPr txBox="1"/>
          <p:nvPr>
            <p:ph idx="1" type="body"/>
          </p:nvPr>
        </p:nvSpPr>
        <p:spPr>
          <a:xfrm>
            <a:off x="775638" y="1328670"/>
            <a:ext cx="16737000" cy="34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B3B3B"/>
              </a:buClr>
              <a:buSzPts val="2000"/>
              <a:buNone/>
            </a:pPr>
            <a:r>
              <a:rPr lang="en-US">
                <a:latin typeface="Sora Medium"/>
                <a:ea typeface="Sora Medium"/>
                <a:cs typeface="Sora Medium"/>
                <a:sym typeface="Sora Medium"/>
              </a:rPr>
              <a:t>Enter your sub headline here</a:t>
            </a:r>
            <a:endParaRPr>
              <a:latin typeface="Sora Medium"/>
              <a:ea typeface="Sora Medium"/>
              <a:cs typeface="Sora Medium"/>
              <a:sym typeface="Sora Medium"/>
            </a:endParaRPr>
          </a:p>
        </p:txBody>
      </p:sp>
      <p:sp>
        <p:nvSpPr>
          <p:cNvPr id="1345" name="Google Shape;1345;p60"/>
          <p:cNvSpPr txBox="1"/>
          <p:nvPr>
            <p:ph type="title"/>
          </p:nvPr>
        </p:nvSpPr>
        <p:spPr>
          <a:xfrm>
            <a:off x="775638" y="313282"/>
            <a:ext cx="16737000" cy="990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3B3B3B"/>
              </a:buClr>
              <a:buSzPts val="5200"/>
              <a:buFont typeface="Roboto"/>
              <a:buNone/>
            </a:pPr>
            <a:r>
              <a:rPr lang="en-US">
                <a:latin typeface="Sora Medium"/>
                <a:ea typeface="Sora Medium"/>
                <a:cs typeface="Sora Medium"/>
                <a:sym typeface="Sora Medium"/>
              </a:rPr>
              <a:t>Cost Analysis</a:t>
            </a:r>
            <a:endParaRPr>
              <a:latin typeface="Sora Medium"/>
              <a:ea typeface="Sora Medium"/>
              <a:cs typeface="Sora Medium"/>
              <a:sym typeface="Sora Medium"/>
            </a:endParaRPr>
          </a:p>
        </p:txBody>
      </p:sp>
      <p:sp>
        <p:nvSpPr>
          <p:cNvPr id="1346" name="Google Shape;1346;p60"/>
          <p:cNvSpPr/>
          <p:nvPr/>
        </p:nvSpPr>
        <p:spPr>
          <a:xfrm>
            <a:off x="8377372" y="5782834"/>
            <a:ext cx="3833400" cy="67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5B5B5B"/>
                </a:solidFill>
                <a:latin typeface="Instrument Sans Medium"/>
                <a:ea typeface="Instrument Sans Medium"/>
                <a:cs typeface="Instrument Sans Medium"/>
                <a:sym typeface="Instrument Sans Medium"/>
              </a:rPr>
              <a:t>This is a sample text. You simply add your own</a:t>
            </a:r>
            <a:endParaRPr sz="2800">
              <a:latin typeface="Instrument Sans Medium"/>
              <a:ea typeface="Instrument Sans Medium"/>
              <a:cs typeface="Instrument Sans Medium"/>
              <a:sym typeface="Instrument Sans Medium"/>
            </a:endParaRPr>
          </a:p>
        </p:txBody>
      </p:sp>
      <p:sp>
        <p:nvSpPr>
          <p:cNvPr id="1347" name="Google Shape;1347;p60"/>
          <p:cNvSpPr/>
          <p:nvPr/>
        </p:nvSpPr>
        <p:spPr>
          <a:xfrm>
            <a:off x="8377372" y="8605434"/>
            <a:ext cx="3833400" cy="67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200">
                <a:solidFill>
                  <a:srgbClr val="5B5B5B"/>
                </a:solidFill>
                <a:latin typeface="Instrument Sans Medium"/>
                <a:ea typeface="Instrument Sans Medium"/>
                <a:cs typeface="Instrument Sans Medium"/>
                <a:sym typeface="Instrument Sans Medium"/>
              </a:rPr>
              <a:t>This is a sample text. You simply add your own</a:t>
            </a:r>
            <a:endParaRPr sz="2800">
              <a:latin typeface="Instrument Sans Medium"/>
              <a:ea typeface="Instrument Sans Medium"/>
              <a:cs typeface="Instrument Sans Medium"/>
              <a:sym typeface="Instrument Sans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61"/>
          <p:cNvSpPr/>
          <p:nvPr/>
        </p:nvSpPr>
        <p:spPr>
          <a:xfrm>
            <a:off x="15308100" y="-4875"/>
            <a:ext cx="2979600" cy="10287000"/>
          </a:xfrm>
          <a:prstGeom prst="rect">
            <a:avLst/>
          </a:prstGeom>
          <a:gradFill>
            <a:gsLst>
              <a:gs pos="0">
                <a:srgbClr val="217BEE"/>
              </a:gs>
              <a:gs pos="85000">
                <a:schemeClr val="lt1"/>
              </a:gs>
              <a:gs pos="100000">
                <a:schemeClr val="lt1"/>
              </a:gs>
            </a:gsLst>
            <a:lin ang="16200038"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353" name="Google Shape;1353;p61"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
        <p:nvSpPr>
          <p:cNvPr id="1354" name="Google Shape;1354;p61"/>
          <p:cNvSpPr txBox="1"/>
          <p:nvPr/>
        </p:nvSpPr>
        <p:spPr>
          <a:xfrm>
            <a:off x="761058" y="1121084"/>
            <a:ext cx="13226700" cy="1418400"/>
          </a:xfrm>
          <a:prstGeom prst="rect">
            <a:avLst/>
          </a:prstGeom>
          <a:noFill/>
          <a:ln>
            <a:noFill/>
          </a:ln>
        </p:spPr>
        <p:txBody>
          <a:bodyPr anchorCtr="0" anchor="t" bIns="106250" lIns="212575" spcFirstLastPara="1" rIns="212575" wrap="square" tIns="106250">
            <a:spAutoFit/>
          </a:bodyPr>
          <a:lstStyle/>
          <a:p>
            <a:pPr indent="0" lvl="0" marL="0" marR="0" rtl="0" algn="l">
              <a:spcBef>
                <a:spcPts val="0"/>
              </a:spcBef>
              <a:spcAft>
                <a:spcPts val="0"/>
              </a:spcAft>
              <a:buNone/>
            </a:pPr>
            <a:r>
              <a:rPr lang="en-US" sz="7820">
                <a:solidFill>
                  <a:srgbClr val="217BEE"/>
                </a:solidFill>
                <a:latin typeface="Sora Medium"/>
                <a:ea typeface="Sora Medium"/>
                <a:cs typeface="Sora Medium"/>
                <a:sym typeface="Sora Medium"/>
              </a:rPr>
              <a:t>INCOME</a:t>
            </a:r>
            <a:r>
              <a:rPr lang="en-US" sz="7820">
                <a:solidFill>
                  <a:srgbClr val="656D78"/>
                </a:solidFill>
                <a:latin typeface="Sora Medium"/>
                <a:ea typeface="Sora Medium"/>
                <a:cs typeface="Sora Medium"/>
                <a:sym typeface="Sora Medium"/>
              </a:rPr>
              <a:t> STRATEGY</a:t>
            </a:r>
            <a:endParaRPr sz="1155">
              <a:latin typeface="Sora Medium"/>
              <a:ea typeface="Sora Medium"/>
              <a:cs typeface="Sora Medium"/>
              <a:sym typeface="Sora Medium"/>
            </a:endParaRPr>
          </a:p>
        </p:txBody>
      </p:sp>
      <p:sp>
        <p:nvSpPr>
          <p:cNvPr id="1355" name="Google Shape;1355;p61"/>
          <p:cNvSpPr txBox="1"/>
          <p:nvPr/>
        </p:nvSpPr>
        <p:spPr>
          <a:xfrm>
            <a:off x="984858" y="3618549"/>
            <a:ext cx="13002900" cy="2379900"/>
          </a:xfrm>
          <a:prstGeom prst="rect">
            <a:avLst/>
          </a:prstGeom>
          <a:noFill/>
          <a:ln>
            <a:noFill/>
          </a:ln>
        </p:spPr>
        <p:txBody>
          <a:bodyPr anchorCtr="0" anchor="t" bIns="106250" lIns="212575" spcFirstLastPara="1" rIns="212575" wrap="square" tIns="106250">
            <a:spAutoFit/>
          </a:bodyPr>
          <a:lstStyle/>
          <a:p>
            <a:pPr indent="0" lvl="0" marL="0" marR="0" rtl="0" algn="l">
              <a:lnSpc>
                <a:spcPct val="150000"/>
              </a:lnSpc>
              <a:spcBef>
                <a:spcPts val="0"/>
              </a:spcBef>
              <a:spcAft>
                <a:spcPts val="0"/>
              </a:spcAft>
              <a:buNone/>
            </a:pPr>
            <a:r>
              <a:rPr lang="en-US" sz="2557">
                <a:solidFill>
                  <a:srgbClr val="656D78"/>
                </a:solidFill>
                <a:latin typeface="Instrument Sans"/>
                <a:ea typeface="Instrument Sans"/>
                <a:cs typeface="Instrument Sans"/>
                <a:sym typeface="Instrument Sans"/>
              </a:rPr>
              <a:t>Hashtag fashion axe fingerstache, everyday carry shoreditch pinterest umami authentic brooklyn YOLO heirloom keytar waistcoat kickstarter. Kitsch authentic offal, narwhal tilde etsy four loko selvage normcore messenger bag put a bird on it heirloom gastropub.</a:t>
            </a:r>
            <a:endParaRPr sz="3255">
              <a:latin typeface="Instrument Sans"/>
              <a:ea typeface="Instrument Sans"/>
              <a:cs typeface="Instrument Sans"/>
              <a:sym typeface="Instrument Sans"/>
            </a:endParaRPr>
          </a:p>
        </p:txBody>
      </p:sp>
      <p:sp>
        <p:nvSpPr>
          <p:cNvPr id="1356" name="Google Shape;1356;p61"/>
          <p:cNvSpPr/>
          <p:nvPr/>
        </p:nvSpPr>
        <p:spPr>
          <a:xfrm>
            <a:off x="971559" y="2839033"/>
            <a:ext cx="4356000" cy="691800"/>
          </a:xfrm>
          <a:prstGeom prst="rect">
            <a:avLst/>
          </a:prstGeom>
          <a:noFill/>
          <a:ln>
            <a:noFill/>
          </a:ln>
        </p:spPr>
        <p:txBody>
          <a:bodyPr anchorCtr="0" anchor="t" bIns="106250" lIns="212575" spcFirstLastPara="1" rIns="212575" wrap="square" tIns="106250">
            <a:noAutofit/>
          </a:bodyPr>
          <a:lstStyle/>
          <a:p>
            <a:pPr indent="0" lvl="0" marL="0" marR="0" rtl="0" algn="l">
              <a:spcBef>
                <a:spcPts val="0"/>
              </a:spcBef>
              <a:spcAft>
                <a:spcPts val="0"/>
              </a:spcAft>
              <a:buNone/>
            </a:pPr>
            <a:r>
              <a:rPr lang="en-US" sz="3099">
                <a:solidFill>
                  <a:srgbClr val="656D78"/>
                </a:solidFill>
                <a:latin typeface="Instrument Sans"/>
                <a:ea typeface="Instrument Sans"/>
                <a:cs typeface="Instrument Sans"/>
                <a:sym typeface="Instrument Sans"/>
              </a:rPr>
              <a:t>CONTENT TITLE</a:t>
            </a:r>
            <a:endParaRPr sz="3255">
              <a:latin typeface="Instrument Sans"/>
              <a:ea typeface="Instrument Sans"/>
              <a:cs typeface="Instrument Sans"/>
              <a:sym typeface="Instrument Sans"/>
            </a:endParaRPr>
          </a:p>
        </p:txBody>
      </p:sp>
      <p:grpSp>
        <p:nvGrpSpPr>
          <p:cNvPr id="1357" name="Google Shape;1357;p61"/>
          <p:cNvGrpSpPr/>
          <p:nvPr/>
        </p:nvGrpSpPr>
        <p:grpSpPr>
          <a:xfrm>
            <a:off x="1108720" y="7007779"/>
            <a:ext cx="12755175" cy="1789729"/>
            <a:chOff x="6101064" y="4500002"/>
            <a:chExt cx="5486097" cy="769776"/>
          </a:xfrm>
        </p:grpSpPr>
        <p:sp>
          <p:nvSpPr>
            <p:cNvPr id="1358" name="Google Shape;1358;p61"/>
            <p:cNvSpPr/>
            <p:nvPr/>
          </p:nvSpPr>
          <p:spPr>
            <a:xfrm>
              <a:off x="10317804" y="4500002"/>
              <a:ext cx="708600" cy="731400"/>
            </a:xfrm>
            <a:prstGeom prst="donut">
              <a:avLst>
                <a:gd fmla="val 25000" name="adj"/>
              </a:avLst>
            </a:prstGeom>
            <a:solidFill>
              <a:srgbClr val="F2F2F2"/>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59" name="Google Shape;1359;p61"/>
            <p:cNvSpPr/>
            <p:nvPr/>
          </p:nvSpPr>
          <p:spPr>
            <a:xfrm>
              <a:off x="10317804" y="4508846"/>
              <a:ext cx="708600" cy="731400"/>
            </a:xfrm>
            <a:prstGeom prst="blockArc">
              <a:avLst>
                <a:gd fmla="val 15313566" name="adj1"/>
                <a:gd fmla="val 9303865" name="adj2"/>
                <a:gd fmla="val 25694" name="adj3"/>
              </a:avLst>
            </a:prstGeom>
            <a:solidFill>
              <a:srgbClr val="D13B5F"/>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60" name="Google Shape;1360;p61"/>
            <p:cNvSpPr txBox="1"/>
            <p:nvPr/>
          </p:nvSpPr>
          <p:spPr>
            <a:xfrm flipH="1">
              <a:off x="11136861" y="4654843"/>
              <a:ext cx="450300" cy="261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796B"/>
                </a:buClr>
                <a:buSzPts val="3720"/>
                <a:buFont typeface="Arial"/>
                <a:buNone/>
              </a:pPr>
              <a:r>
                <a:rPr b="1" lang="en-US" sz="3520">
                  <a:solidFill>
                    <a:srgbClr val="D13B5F"/>
                  </a:solidFill>
                  <a:latin typeface="Sora"/>
                  <a:ea typeface="Sora"/>
                  <a:cs typeface="Sora"/>
                  <a:sym typeface="Sora"/>
                </a:rPr>
                <a:t>60%</a:t>
              </a:r>
              <a:endParaRPr sz="3055">
                <a:solidFill>
                  <a:srgbClr val="D13B5F"/>
                </a:solidFill>
                <a:latin typeface="Sora"/>
                <a:ea typeface="Sora"/>
                <a:cs typeface="Sora"/>
                <a:sym typeface="Sora"/>
              </a:endParaRPr>
            </a:p>
          </p:txBody>
        </p:sp>
        <p:sp>
          <p:nvSpPr>
            <p:cNvPr id="1361" name="Google Shape;1361;p61"/>
            <p:cNvSpPr txBox="1"/>
            <p:nvPr/>
          </p:nvSpPr>
          <p:spPr>
            <a:xfrm flipH="1">
              <a:off x="11136861" y="4928506"/>
              <a:ext cx="450300" cy="206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656D78"/>
                </a:buClr>
                <a:buSzPts val="2325"/>
                <a:buFont typeface="Arial"/>
                <a:buNone/>
              </a:pPr>
              <a:r>
                <a:rPr lang="en-US" sz="2325">
                  <a:solidFill>
                    <a:srgbClr val="656D78"/>
                  </a:solidFill>
                  <a:latin typeface="Instrument Sans"/>
                  <a:ea typeface="Instrument Sans"/>
                  <a:cs typeface="Instrument Sans"/>
                  <a:sym typeface="Instrument Sans"/>
                </a:rPr>
                <a:t>Type D</a:t>
              </a:r>
              <a:endParaRPr sz="3255">
                <a:latin typeface="Instrument Sans"/>
                <a:ea typeface="Instrument Sans"/>
                <a:cs typeface="Instrument Sans"/>
                <a:sym typeface="Instrument Sans"/>
              </a:endParaRPr>
            </a:p>
          </p:txBody>
        </p:sp>
        <p:grpSp>
          <p:nvGrpSpPr>
            <p:cNvPr id="1362" name="Google Shape;1362;p61"/>
            <p:cNvGrpSpPr/>
            <p:nvPr/>
          </p:nvGrpSpPr>
          <p:grpSpPr>
            <a:xfrm>
              <a:off x="6101064" y="4535108"/>
              <a:ext cx="708744" cy="731954"/>
              <a:chOff x="6815964" y="4544568"/>
              <a:chExt cx="802200" cy="779421"/>
            </a:xfrm>
          </p:grpSpPr>
          <p:sp>
            <p:nvSpPr>
              <p:cNvPr id="1363" name="Google Shape;1363;p61"/>
              <p:cNvSpPr/>
              <p:nvPr/>
            </p:nvSpPr>
            <p:spPr>
              <a:xfrm>
                <a:off x="6815964" y="4545189"/>
                <a:ext cx="802200" cy="778800"/>
              </a:xfrm>
              <a:prstGeom prst="donut">
                <a:avLst>
                  <a:gd fmla="val 25000" name="adj"/>
                </a:avLst>
              </a:prstGeom>
              <a:solidFill>
                <a:srgbClr val="F2F2F2"/>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64" name="Google Shape;1364;p61"/>
              <p:cNvSpPr/>
              <p:nvPr/>
            </p:nvSpPr>
            <p:spPr>
              <a:xfrm>
                <a:off x="6815964" y="4544568"/>
                <a:ext cx="802200" cy="778800"/>
              </a:xfrm>
              <a:prstGeom prst="blockArc">
                <a:avLst>
                  <a:gd fmla="val 16263629" name="adj1"/>
                  <a:gd fmla="val 20448044" name="adj2"/>
                  <a:gd fmla="val 27111" name="adj3"/>
                </a:avLst>
              </a:prstGeom>
              <a:solidFill>
                <a:srgbClr val="EC683E"/>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grpSp>
        <p:sp>
          <p:nvSpPr>
            <p:cNvPr id="1365" name="Google Shape;1365;p61"/>
            <p:cNvSpPr txBox="1"/>
            <p:nvPr/>
          </p:nvSpPr>
          <p:spPr>
            <a:xfrm flipH="1">
              <a:off x="6888829" y="4674586"/>
              <a:ext cx="450300" cy="261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6A69A"/>
                </a:buClr>
                <a:buSzPts val="3720"/>
                <a:buFont typeface="Arial"/>
                <a:buNone/>
              </a:pPr>
              <a:r>
                <a:rPr b="1" lang="en-US" sz="3520">
                  <a:solidFill>
                    <a:srgbClr val="EC683E"/>
                  </a:solidFill>
                  <a:latin typeface="Sora"/>
                  <a:ea typeface="Sora"/>
                  <a:cs typeface="Sora"/>
                  <a:sym typeface="Sora"/>
                </a:rPr>
                <a:t>20%</a:t>
              </a:r>
              <a:endParaRPr sz="3055">
                <a:solidFill>
                  <a:srgbClr val="EC683E"/>
                </a:solidFill>
                <a:latin typeface="Sora"/>
                <a:ea typeface="Sora"/>
                <a:cs typeface="Sora"/>
                <a:sym typeface="Sora"/>
              </a:endParaRPr>
            </a:p>
          </p:txBody>
        </p:sp>
        <p:sp>
          <p:nvSpPr>
            <p:cNvPr id="1366" name="Google Shape;1366;p61"/>
            <p:cNvSpPr txBox="1"/>
            <p:nvPr/>
          </p:nvSpPr>
          <p:spPr>
            <a:xfrm flipH="1">
              <a:off x="6888829" y="4948249"/>
              <a:ext cx="450300" cy="206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656D78"/>
                </a:buClr>
                <a:buSzPts val="2325"/>
                <a:buFont typeface="Arial"/>
                <a:buNone/>
              </a:pPr>
              <a:r>
                <a:rPr lang="en-US" sz="2325">
                  <a:solidFill>
                    <a:srgbClr val="656D78"/>
                  </a:solidFill>
                  <a:latin typeface="Instrument Sans"/>
                  <a:ea typeface="Instrument Sans"/>
                  <a:cs typeface="Instrument Sans"/>
                  <a:sym typeface="Instrument Sans"/>
                </a:rPr>
                <a:t>Type A</a:t>
              </a:r>
              <a:endParaRPr sz="3255">
                <a:latin typeface="Instrument Sans"/>
                <a:ea typeface="Instrument Sans"/>
                <a:cs typeface="Instrument Sans"/>
                <a:sym typeface="Instrument Sans"/>
              </a:endParaRPr>
            </a:p>
          </p:txBody>
        </p:sp>
        <p:grpSp>
          <p:nvGrpSpPr>
            <p:cNvPr id="1367" name="Google Shape;1367;p61"/>
            <p:cNvGrpSpPr/>
            <p:nvPr/>
          </p:nvGrpSpPr>
          <p:grpSpPr>
            <a:xfrm>
              <a:off x="7451017" y="4537648"/>
              <a:ext cx="708744" cy="731955"/>
              <a:chOff x="6815964" y="4544567"/>
              <a:chExt cx="802200" cy="779422"/>
            </a:xfrm>
          </p:grpSpPr>
          <p:sp>
            <p:nvSpPr>
              <p:cNvPr id="1368" name="Google Shape;1368;p61"/>
              <p:cNvSpPr/>
              <p:nvPr/>
            </p:nvSpPr>
            <p:spPr>
              <a:xfrm>
                <a:off x="6815964" y="4545189"/>
                <a:ext cx="802200" cy="778800"/>
              </a:xfrm>
              <a:prstGeom prst="donut">
                <a:avLst>
                  <a:gd fmla="val 25000" name="adj"/>
                </a:avLst>
              </a:prstGeom>
              <a:solidFill>
                <a:srgbClr val="F2F2F2"/>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69" name="Google Shape;1369;p61"/>
              <p:cNvSpPr/>
              <p:nvPr/>
            </p:nvSpPr>
            <p:spPr>
              <a:xfrm>
                <a:off x="6815964" y="4544567"/>
                <a:ext cx="802200" cy="778800"/>
              </a:xfrm>
              <a:prstGeom prst="blockArc">
                <a:avLst>
                  <a:gd fmla="val 16263629" name="adj1"/>
                  <a:gd fmla="val 5366597" name="adj2"/>
                  <a:gd fmla="val 23937" name="adj3"/>
                </a:avLst>
              </a:prstGeom>
              <a:solidFill>
                <a:srgbClr val="EC683E"/>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grpSp>
        <p:sp>
          <p:nvSpPr>
            <p:cNvPr id="1370" name="Google Shape;1370;p61"/>
            <p:cNvSpPr txBox="1"/>
            <p:nvPr/>
          </p:nvSpPr>
          <p:spPr>
            <a:xfrm flipH="1">
              <a:off x="8253819" y="4677711"/>
              <a:ext cx="450300" cy="261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9688"/>
                </a:buClr>
                <a:buSzPts val="3720"/>
                <a:buFont typeface="Arial"/>
                <a:buNone/>
              </a:pPr>
              <a:r>
                <a:rPr b="1" lang="en-US" sz="3520">
                  <a:solidFill>
                    <a:srgbClr val="EC683E"/>
                  </a:solidFill>
                  <a:latin typeface="Sora"/>
                  <a:ea typeface="Sora"/>
                  <a:cs typeface="Sora"/>
                  <a:sym typeface="Sora"/>
                </a:rPr>
                <a:t>50%</a:t>
              </a:r>
              <a:endParaRPr sz="3055">
                <a:solidFill>
                  <a:srgbClr val="EC683E"/>
                </a:solidFill>
                <a:latin typeface="Sora"/>
                <a:ea typeface="Sora"/>
                <a:cs typeface="Sora"/>
                <a:sym typeface="Sora"/>
              </a:endParaRPr>
            </a:p>
          </p:txBody>
        </p:sp>
        <p:sp>
          <p:nvSpPr>
            <p:cNvPr id="1371" name="Google Shape;1371;p61"/>
            <p:cNvSpPr txBox="1"/>
            <p:nvPr/>
          </p:nvSpPr>
          <p:spPr>
            <a:xfrm flipH="1">
              <a:off x="8253820" y="4951374"/>
              <a:ext cx="450300" cy="206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656D78"/>
                </a:buClr>
                <a:buSzPts val="2325"/>
                <a:buFont typeface="Arial"/>
                <a:buNone/>
              </a:pPr>
              <a:r>
                <a:rPr lang="en-US" sz="2325">
                  <a:solidFill>
                    <a:srgbClr val="656D78"/>
                  </a:solidFill>
                  <a:latin typeface="Instrument Sans"/>
                  <a:ea typeface="Instrument Sans"/>
                  <a:cs typeface="Instrument Sans"/>
                  <a:sym typeface="Instrument Sans"/>
                </a:rPr>
                <a:t>Type B</a:t>
              </a:r>
              <a:endParaRPr sz="3255">
                <a:latin typeface="Instrument Sans"/>
                <a:ea typeface="Instrument Sans"/>
                <a:cs typeface="Instrument Sans"/>
                <a:sym typeface="Instrument Sans"/>
              </a:endParaRPr>
            </a:p>
          </p:txBody>
        </p:sp>
        <p:sp>
          <p:nvSpPr>
            <p:cNvPr id="1372" name="Google Shape;1372;p61"/>
            <p:cNvSpPr/>
            <p:nvPr/>
          </p:nvSpPr>
          <p:spPr>
            <a:xfrm>
              <a:off x="8928167" y="4538326"/>
              <a:ext cx="708600" cy="731400"/>
            </a:xfrm>
            <a:prstGeom prst="donut">
              <a:avLst>
                <a:gd fmla="val 25000" name="adj"/>
              </a:avLst>
            </a:prstGeom>
            <a:solidFill>
              <a:srgbClr val="F2F2F2"/>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73" name="Google Shape;1373;p61"/>
            <p:cNvSpPr/>
            <p:nvPr/>
          </p:nvSpPr>
          <p:spPr>
            <a:xfrm>
              <a:off x="8928167" y="4538378"/>
              <a:ext cx="708600" cy="731400"/>
            </a:xfrm>
            <a:prstGeom prst="blockArc">
              <a:avLst>
                <a:gd fmla="val 15313566" name="adj1"/>
                <a:gd fmla="val 11272707" name="adj2"/>
                <a:gd fmla="val 24966" name="adj3"/>
              </a:avLst>
            </a:prstGeom>
            <a:solidFill>
              <a:srgbClr val="D13B5F"/>
            </a:solidFill>
            <a:ln>
              <a:noFill/>
            </a:ln>
          </p:spPr>
          <p:txBody>
            <a:bodyPr anchorCtr="0" anchor="ctr" bIns="106250" lIns="212575" spcFirstLastPara="1" rIns="212575" wrap="square" tIns="106250">
              <a:noAutofit/>
            </a:bodyPr>
            <a:lstStyle/>
            <a:p>
              <a:pPr indent="0" lvl="0" marL="0" marR="0" rtl="0" algn="ctr">
                <a:spcBef>
                  <a:spcPts val="0"/>
                </a:spcBef>
                <a:spcAft>
                  <a:spcPts val="0"/>
                </a:spcAft>
                <a:buNone/>
              </a:pPr>
              <a:r>
                <a:t/>
              </a:r>
              <a:endParaRPr sz="4185">
                <a:solidFill>
                  <a:srgbClr val="656D78"/>
                </a:solidFill>
                <a:latin typeface="Roboto"/>
                <a:ea typeface="Roboto"/>
                <a:cs typeface="Roboto"/>
                <a:sym typeface="Roboto"/>
              </a:endParaRPr>
            </a:p>
          </p:txBody>
        </p:sp>
        <p:sp>
          <p:nvSpPr>
            <p:cNvPr id="1374" name="Google Shape;1374;p61"/>
            <p:cNvSpPr txBox="1"/>
            <p:nvPr/>
          </p:nvSpPr>
          <p:spPr>
            <a:xfrm flipH="1">
              <a:off x="9715646" y="4677126"/>
              <a:ext cx="450300" cy="261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897B"/>
                </a:buClr>
                <a:buSzPts val="3720"/>
                <a:buFont typeface="Arial"/>
                <a:buNone/>
              </a:pPr>
              <a:r>
                <a:rPr b="1" lang="en-US" sz="3520">
                  <a:solidFill>
                    <a:srgbClr val="D13B5F"/>
                  </a:solidFill>
                  <a:highlight>
                    <a:schemeClr val="lt1"/>
                  </a:highlight>
                  <a:latin typeface="Sora"/>
                  <a:ea typeface="Sora"/>
                  <a:cs typeface="Sora"/>
                  <a:sym typeface="Sora"/>
                </a:rPr>
                <a:t>80%</a:t>
              </a:r>
              <a:endParaRPr sz="3055">
                <a:solidFill>
                  <a:srgbClr val="D13B5F"/>
                </a:solidFill>
                <a:highlight>
                  <a:schemeClr val="lt1"/>
                </a:highlight>
                <a:latin typeface="Sora"/>
                <a:ea typeface="Sora"/>
                <a:cs typeface="Sora"/>
                <a:sym typeface="Sora"/>
              </a:endParaRPr>
            </a:p>
          </p:txBody>
        </p:sp>
        <p:sp>
          <p:nvSpPr>
            <p:cNvPr id="1375" name="Google Shape;1375;p61"/>
            <p:cNvSpPr txBox="1"/>
            <p:nvPr/>
          </p:nvSpPr>
          <p:spPr>
            <a:xfrm flipH="1">
              <a:off x="9715646" y="4950789"/>
              <a:ext cx="450300" cy="206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656D78"/>
                </a:buClr>
                <a:buSzPts val="2325"/>
                <a:buFont typeface="Arial"/>
                <a:buNone/>
              </a:pPr>
              <a:r>
                <a:rPr lang="en-US" sz="2325">
                  <a:solidFill>
                    <a:srgbClr val="656D78"/>
                  </a:solidFill>
                  <a:latin typeface="Instrument Sans"/>
                  <a:ea typeface="Instrument Sans"/>
                  <a:cs typeface="Instrument Sans"/>
                  <a:sym typeface="Instrument Sans"/>
                </a:rPr>
                <a:t>Type C</a:t>
              </a:r>
              <a:endParaRPr sz="3255">
                <a:latin typeface="Instrument Sans"/>
                <a:ea typeface="Instrument Sans"/>
                <a:cs typeface="Instrument Sans"/>
                <a:sym typeface="Instrument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62"/>
          <p:cNvSpPr/>
          <p:nvPr/>
        </p:nvSpPr>
        <p:spPr>
          <a:xfrm>
            <a:off x="12372972" y="6944207"/>
            <a:ext cx="1095000" cy="10950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Quattrocento Sans"/>
              <a:ea typeface="Quattrocento Sans"/>
              <a:cs typeface="Quattrocento Sans"/>
              <a:sym typeface="Quattrocento Sans"/>
            </a:endParaRPr>
          </a:p>
        </p:txBody>
      </p:sp>
      <p:sp>
        <p:nvSpPr>
          <p:cNvPr id="1381" name="Google Shape;1381;p62"/>
          <p:cNvSpPr/>
          <p:nvPr/>
        </p:nvSpPr>
        <p:spPr>
          <a:xfrm>
            <a:off x="6466702" y="2984615"/>
            <a:ext cx="1095000" cy="10950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Quattrocento Sans"/>
              <a:ea typeface="Quattrocento Sans"/>
              <a:cs typeface="Quattrocento Sans"/>
              <a:sym typeface="Quattrocento Sans"/>
            </a:endParaRPr>
          </a:p>
        </p:txBody>
      </p:sp>
      <p:sp>
        <p:nvSpPr>
          <p:cNvPr id="1382" name="Google Shape;1382;p62"/>
          <p:cNvSpPr/>
          <p:nvPr/>
        </p:nvSpPr>
        <p:spPr>
          <a:xfrm>
            <a:off x="6466702" y="6944207"/>
            <a:ext cx="1095000" cy="10950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Quattrocento Sans"/>
              <a:ea typeface="Quattrocento Sans"/>
              <a:cs typeface="Quattrocento Sans"/>
              <a:sym typeface="Quattrocento Sans"/>
            </a:endParaRPr>
          </a:p>
        </p:txBody>
      </p:sp>
      <p:sp>
        <p:nvSpPr>
          <p:cNvPr id="1383" name="Google Shape;1383;p62"/>
          <p:cNvSpPr txBox="1"/>
          <p:nvPr/>
        </p:nvSpPr>
        <p:spPr>
          <a:xfrm>
            <a:off x="7822808" y="6827751"/>
            <a:ext cx="3239700" cy="554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700">
                <a:solidFill>
                  <a:schemeClr val="accent1"/>
                </a:solidFill>
                <a:latin typeface="Sora SemiBold"/>
                <a:ea typeface="Sora SemiBold"/>
                <a:cs typeface="Sora SemiBold"/>
                <a:sym typeface="Sora SemiBold"/>
              </a:rPr>
              <a:t>Description</a:t>
            </a:r>
            <a:endParaRPr sz="2100">
              <a:latin typeface="Sora"/>
              <a:ea typeface="Sora"/>
              <a:cs typeface="Sora"/>
              <a:sym typeface="Sora"/>
            </a:endParaRPr>
          </a:p>
        </p:txBody>
      </p:sp>
      <p:sp>
        <p:nvSpPr>
          <p:cNvPr id="1384" name="Google Shape;1384;p62"/>
          <p:cNvSpPr txBox="1"/>
          <p:nvPr/>
        </p:nvSpPr>
        <p:spPr>
          <a:xfrm>
            <a:off x="7822808" y="7234137"/>
            <a:ext cx="3239700" cy="8310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i="0" lang="en-US" sz="1800">
                <a:solidFill>
                  <a:schemeClr val="dk1"/>
                </a:solidFill>
                <a:latin typeface="Instrument Sans"/>
                <a:ea typeface="Instrument Sans"/>
                <a:cs typeface="Instrument Sans"/>
                <a:sym typeface="Instrument Sans"/>
              </a:rPr>
              <a:t>Ut tell element sagittis vitae uquam lacus faucibus</a:t>
            </a:r>
            <a:endParaRPr i="0" sz="1800">
              <a:solidFill>
                <a:schemeClr val="dk1"/>
              </a:solidFill>
              <a:latin typeface="Instrument Sans"/>
              <a:ea typeface="Instrument Sans"/>
              <a:cs typeface="Instrument Sans"/>
              <a:sym typeface="Instrument Sans"/>
            </a:endParaRPr>
          </a:p>
        </p:txBody>
      </p:sp>
      <p:sp>
        <p:nvSpPr>
          <p:cNvPr id="1385" name="Google Shape;1385;p62"/>
          <p:cNvSpPr txBox="1"/>
          <p:nvPr/>
        </p:nvSpPr>
        <p:spPr>
          <a:xfrm>
            <a:off x="7822808" y="2866179"/>
            <a:ext cx="3239700" cy="554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700">
                <a:solidFill>
                  <a:schemeClr val="accent1"/>
                </a:solidFill>
                <a:latin typeface="Sora SemiBold"/>
                <a:ea typeface="Sora SemiBold"/>
                <a:cs typeface="Sora SemiBold"/>
                <a:sym typeface="Sora SemiBold"/>
              </a:rPr>
              <a:t>Description</a:t>
            </a:r>
            <a:endParaRPr sz="2100">
              <a:latin typeface="Sora"/>
              <a:ea typeface="Sora"/>
              <a:cs typeface="Sora"/>
              <a:sym typeface="Sora"/>
            </a:endParaRPr>
          </a:p>
        </p:txBody>
      </p:sp>
      <p:sp>
        <p:nvSpPr>
          <p:cNvPr id="1386" name="Google Shape;1386;p62"/>
          <p:cNvSpPr txBox="1"/>
          <p:nvPr/>
        </p:nvSpPr>
        <p:spPr>
          <a:xfrm>
            <a:off x="7822808" y="3272565"/>
            <a:ext cx="3239700" cy="8310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i="0" lang="en-US" sz="1800">
                <a:solidFill>
                  <a:schemeClr val="dk1"/>
                </a:solidFill>
                <a:latin typeface="Instrument Sans"/>
                <a:ea typeface="Instrument Sans"/>
                <a:cs typeface="Instrument Sans"/>
                <a:sym typeface="Instrument Sans"/>
              </a:rPr>
              <a:t>Ut tell element sagittis vitae uquam lacus faucibus</a:t>
            </a:r>
            <a:endParaRPr i="0" sz="1800">
              <a:solidFill>
                <a:schemeClr val="dk1"/>
              </a:solidFill>
              <a:latin typeface="Instrument Sans"/>
              <a:ea typeface="Instrument Sans"/>
              <a:cs typeface="Instrument Sans"/>
              <a:sym typeface="Instrument Sans"/>
            </a:endParaRPr>
          </a:p>
        </p:txBody>
      </p:sp>
      <p:sp>
        <p:nvSpPr>
          <p:cNvPr id="1387" name="Google Shape;1387;p62"/>
          <p:cNvSpPr/>
          <p:nvPr/>
        </p:nvSpPr>
        <p:spPr>
          <a:xfrm>
            <a:off x="12372972" y="2984615"/>
            <a:ext cx="1095000" cy="10950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Quattrocento Sans"/>
              <a:ea typeface="Quattrocento Sans"/>
              <a:cs typeface="Quattrocento Sans"/>
              <a:sym typeface="Quattrocento Sans"/>
            </a:endParaRPr>
          </a:p>
        </p:txBody>
      </p:sp>
      <p:sp>
        <p:nvSpPr>
          <p:cNvPr id="1388" name="Google Shape;1388;p62"/>
          <p:cNvSpPr txBox="1"/>
          <p:nvPr/>
        </p:nvSpPr>
        <p:spPr>
          <a:xfrm>
            <a:off x="13729077" y="2866179"/>
            <a:ext cx="3239700" cy="554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700">
                <a:solidFill>
                  <a:schemeClr val="accent1"/>
                </a:solidFill>
                <a:latin typeface="Sora SemiBold"/>
                <a:ea typeface="Sora SemiBold"/>
                <a:cs typeface="Sora SemiBold"/>
                <a:sym typeface="Sora SemiBold"/>
              </a:rPr>
              <a:t>Description</a:t>
            </a:r>
            <a:endParaRPr sz="2100">
              <a:latin typeface="Sora"/>
              <a:ea typeface="Sora"/>
              <a:cs typeface="Sora"/>
              <a:sym typeface="Sora"/>
            </a:endParaRPr>
          </a:p>
        </p:txBody>
      </p:sp>
      <p:sp>
        <p:nvSpPr>
          <p:cNvPr id="1389" name="Google Shape;1389;p62"/>
          <p:cNvSpPr txBox="1"/>
          <p:nvPr/>
        </p:nvSpPr>
        <p:spPr>
          <a:xfrm>
            <a:off x="13729077" y="3272565"/>
            <a:ext cx="3239700" cy="8310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i="0" lang="en-US" sz="1800">
                <a:solidFill>
                  <a:schemeClr val="dk1"/>
                </a:solidFill>
                <a:latin typeface="Instrument Sans"/>
                <a:ea typeface="Instrument Sans"/>
                <a:cs typeface="Instrument Sans"/>
                <a:sym typeface="Instrument Sans"/>
              </a:rPr>
              <a:t>Ut tell element sagittis vitae uquam lacus faucibus</a:t>
            </a:r>
            <a:endParaRPr i="0" sz="1800">
              <a:solidFill>
                <a:schemeClr val="dk1"/>
              </a:solidFill>
              <a:latin typeface="Instrument Sans"/>
              <a:ea typeface="Instrument Sans"/>
              <a:cs typeface="Instrument Sans"/>
              <a:sym typeface="Instrument Sans"/>
            </a:endParaRPr>
          </a:p>
        </p:txBody>
      </p:sp>
      <p:sp>
        <p:nvSpPr>
          <p:cNvPr id="1390" name="Google Shape;1390;p62"/>
          <p:cNvSpPr txBox="1"/>
          <p:nvPr/>
        </p:nvSpPr>
        <p:spPr>
          <a:xfrm>
            <a:off x="13729077" y="6827751"/>
            <a:ext cx="3239700" cy="5541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700">
                <a:solidFill>
                  <a:schemeClr val="accent1"/>
                </a:solidFill>
                <a:latin typeface="Sora SemiBold"/>
                <a:ea typeface="Sora SemiBold"/>
                <a:cs typeface="Sora SemiBold"/>
                <a:sym typeface="Sora SemiBold"/>
              </a:rPr>
              <a:t>Description</a:t>
            </a:r>
            <a:endParaRPr sz="2100">
              <a:latin typeface="Sora"/>
              <a:ea typeface="Sora"/>
              <a:cs typeface="Sora"/>
              <a:sym typeface="Sora"/>
            </a:endParaRPr>
          </a:p>
        </p:txBody>
      </p:sp>
      <p:sp>
        <p:nvSpPr>
          <p:cNvPr id="1391" name="Google Shape;1391;p62"/>
          <p:cNvSpPr txBox="1"/>
          <p:nvPr/>
        </p:nvSpPr>
        <p:spPr>
          <a:xfrm>
            <a:off x="13729077" y="7234137"/>
            <a:ext cx="3239700" cy="8310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i="0" lang="en-US" sz="1800">
                <a:solidFill>
                  <a:schemeClr val="dk1"/>
                </a:solidFill>
                <a:latin typeface="Instrument Sans"/>
                <a:ea typeface="Instrument Sans"/>
                <a:cs typeface="Instrument Sans"/>
                <a:sym typeface="Instrument Sans"/>
              </a:rPr>
              <a:t>Ut tell element sagittis vitae uquam lacus faucibus</a:t>
            </a:r>
            <a:endParaRPr i="0" sz="1800">
              <a:solidFill>
                <a:schemeClr val="dk1"/>
              </a:solidFill>
              <a:latin typeface="Instrument Sans"/>
              <a:ea typeface="Instrument Sans"/>
              <a:cs typeface="Instrument Sans"/>
              <a:sym typeface="Instrument Sans"/>
            </a:endParaRPr>
          </a:p>
        </p:txBody>
      </p:sp>
      <p:grpSp>
        <p:nvGrpSpPr>
          <p:cNvPr id="1392" name="Google Shape;1392;p62"/>
          <p:cNvGrpSpPr/>
          <p:nvPr/>
        </p:nvGrpSpPr>
        <p:grpSpPr>
          <a:xfrm>
            <a:off x="12736547" y="3330025"/>
            <a:ext cx="367594" cy="403895"/>
            <a:chOff x="1418511" y="2046317"/>
            <a:chExt cx="259362" cy="284975"/>
          </a:xfrm>
        </p:grpSpPr>
        <p:sp>
          <p:nvSpPr>
            <p:cNvPr id="1393" name="Google Shape;1393;p62"/>
            <p:cNvSpPr/>
            <p:nvPr/>
          </p:nvSpPr>
          <p:spPr>
            <a:xfrm>
              <a:off x="1594056" y="2191477"/>
              <a:ext cx="55427" cy="55427"/>
            </a:xfrm>
            <a:custGeom>
              <a:rect b="b" l="l" r="r" t="t"/>
              <a:pathLst>
                <a:path extrusionOk="0" h="55427" w="55427">
                  <a:moveTo>
                    <a:pt x="55428" y="27714"/>
                  </a:moveTo>
                  <a:cubicBezTo>
                    <a:pt x="55428" y="43020"/>
                    <a:pt x="43020" y="55428"/>
                    <a:pt x="27714" y="55428"/>
                  </a:cubicBezTo>
                  <a:cubicBezTo>
                    <a:pt x="12408" y="55428"/>
                    <a:pt x="0" y="43020"/>
                    <a:pt x="0" y="27714"/>
                  </a:cubicBezTo>
                  <a:cubicBezTo>
                    <a:pt x="0" y="12408"/>
                    <a:pt x="12408" y="0"/>
                    <a:pt x="27714" y="0"/>
                  </a:cubicBezTo>
                  <a:cubicBezTo>
                    <a:pt x="43020" y="0"/>
                    <a:pt x="55428" y="12408"/>
                    <a:pt x="55428" y="27714"/>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4" name="Google Shape;1394;p62"/>
            <p:cNvSpPr/>
            <p:nvPr/>
          </p:nvSpPr>
          <p:spPr>
            <a:xfrm>
              <a:off x="1446260" y="2191477"/>
              <a:ext cx="55427" cy="55427"/>
            </a:xfrm>
            <a:custGeom>
              <a:rect b="b" l="l" r="r" t="t"/>
              <a:pathLst>
                <a:path extrusionOk="0" h="55427" w="55427">
                  <a:moveTo>
                    <a:pt x="55428" y="27714"/>
                  </a:moveTo>
                  <a:cubicBezTo>
                    <a:pt x="55428" y="43020"/>
                    <a:pt x="43020" y="55428"/>
                    <a:pt x="27714" y="55428"/>
                  </a:cubicBezTo>
                  <a:cubicBezTo>
                    <a:pt x="12408" y="55428"/>
                    <a:pt x="0" y="43020"/>
                    <a:pt x="0" y="27714"/>
                  </a:cubicBezTo>
                  <a:cubicBezTo>
                    <a:pt x="0" y="12408"/>
                    <a:pt x="12408" y="0"/>
                    <a:pt x="27714" y="0"/>
                  </a:cubicBezTo>
                  <a:cubicBezTo>
                    <a:pt x="43020" y="0"/>
                    <a:pt x="55428" y="12408"/>
                    <a:pt x="55428" y="27714"/>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5" name="Google Shape;1395;p62"/>
            <p:cNvSpPr/>
            <p:nvPr/>
          </p:nvSpPr>
          <p:spPr>
            <a:xfrm>
              <a:off x="1576850" y="2254420"/>
              <a:ext cx="100352" cy="55499"/>
            </a:xfrm>
            <a:custGeom>
              <a:rect b="b" l="l" r="r" t="t"/>
              <a:pathLst>
                <a:path extrusionOk="0" h="55499" w="100352">
                  <a:moveTo>
                    <a:pt x="94826" y="16493"/>
                  </a:moveTo>
                  <a:cubicBezTo>
                    <a:pt x="86830" y="10275"/>
                    <a:pt x="77581" y="5864"/>
                    <a:pt x="67717" y="3562"/>
                  </a:cubicBezTo>
                  <a:cubicBezTo>
                    <a:pt x="60303" y="1397"/>
                    <a:pt x="52640" y="199"/>
                    <a:pt x="44919" y="0"/>
                  </a:cubicBezTo>
                  <a:cubicBezTo>
                    <a:pt x="37192" y="-17"/>
                    <a:pt x="29510" y="1185"/>
                    <a:pt x="22157" y="3562"/>
                  </a:cubicBezTo>
                  <a:cubicBezTo>
                    <a:pt x="14798" y="5522"/>
                    <a:pt x="7766" y="8546"/>
                    <a:pt x="1282" y="12539"/>
                  </a:cubicBezTo>
                  <a:lnTo>
                    <a:pt x="0" y="14000"/>
                  </a:lnTo>
                  <a:cubicBezTo>
                    <a:pt x="10357" y="16795"/>
                    <a:pt x="20047" y="21641"/>
                    <a:pt x="28498" y="28248"/>
                  </a:cubicBezTo>
                  <a:cubicBezTo>
                    <a:pt x="35140" y="33128"/>
                    <a:pt x="39014" y="40917"/>
                    <a:pt x="38899" y="49159"/>
                  </a:cubicBezTo>
                  <a:lnTo>
                    <a:pt x="38899" y="55499"/>
                  </a:lnTo>
                  <a:lnTo>
                    <a:pt x="100347" y="55499"/>
                  </a:lnTo>
                  <a:lnTo>
                    <a:pt x="100347" y="27607"/>
                  </a:lnTo>
                  <a:cubicBezTo>
                    <a:pt x="100469" y="23215"/>
                    <a:pt x="98399" y="19050"/>
                    <a:pt x="94826" y="16493"/>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6" name="Google Shape;1396;p62"/>
            <p:cNvSpPr/>
            <p:nvPr/>
          </p:nvSpPr>
          <p:spPr>
            <a:xfrm>
              <a:off x="1418511" y="2254420"/>
              <a:ext cx="100489" cy="55499"/>
            </a:xfrm>
            <a:custGeom>
              <a:rect b="b" l="l" r="r" t="t"/>
              <a:pathLst>
                <a:path extrusionOk="0" h="55499" w="100489">
                  <a:moveTo>
                    <a:pt x="61590" y="49159"/>
                  </a:moveTo>
                  <a:cubicBezTo>
                    <a:pt x="61596" y="41134"/>
                    <a:pt x="65287" y="33557"/>
                    <a:pt x="71600" y="28605"/>
                  </a:cubicBezTo>
                  <a:lnTo>
                    <a:pt x="71992" y="28248"/>
                  </a:lnTo>
                  <a:lnTo>
                    <a:pt x="72455" y="27928"/>
                  </a:lnTo>
                  <a:cubicBezTo>
                    <a:pt x="81006" y="21843"/>
                    <a:pt x="90468" y="17154"/>
                    <a:pt x="100490" y="14035"/>
                  </a:cubicBezTo>
                  <a:cubicBezTo>
                    <a:pt x="99777" y="13287"/>
                    <a:pt x="99100" y="12504"/>
                    <a:pt x="98459" y="11720"/>
                  </a:cubicBezTo>
                  <a:cubicBezTo>
                    <a:pt x="92139" y="8048"/>
                    <a:pt x="85325" y="5301"/>
                    <a:pt x="78226" y="3562"/>
                  </a:cubicBezTo>
                  <a:cubicBezTo>
                    <a:pt x="70824" y="1399"/>
                    <a:pt x="63173" y="202"/>
                    <a:pt x="55463" y="0"/>
                  </a:cubicBezTo>
                  <a:cubicBezTo>
                    <a:pt x="47724" y="-20"/>
                    <a:pt x="40030" y="1183"/>
                    <a:pt x="32665" y="3562"/>
                  </a:cubicBezTo>
                  <a:cubicBezTo>
                    <a:pt x="22939" y="6246"/>
                    <a:pt x="13763" y="10623"/>
                    <a:pt x="5557" y="16493"/>
                  </a:cubicBezTo>
                  <a:cubicBezTo>
                    <a:pt x="2102" y="19152"/>
                    <a:pt x="55" y="23248"/>
                    <a:pt x="0" y="27607"/>
                  </a:cubicBezTo>
                  <a:lnTo>
                    <a:pt x="0" y="55499"/>
                  </a:lnTo>
                  <a:lnTo>
                    <a:pt x="61590" y="55499"/>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7" name="Google Shape;1397;p62"/>
            <p:cNvSpPr/>
            <p:nvPr/>
          </p:nvSpPr>
          <p:spPr>
            <a:xfrm>
              <a:off x="1492426" y="2276007"/>
              <a:ext cx="110895" cy="55285"/>
            </a:xfrm>
            <a:custGeom>
              <a:rect b="b" l="l" r="r" t="t"/>
              <a:pathLst>
                <a:path extrusionOk="0" h="55285" w="110895">
                  <a:moveTo>
                    <a:pt x="0" y="55286"/>
                  </a:moveTo>
                  <a:lnTo>
                    <a:pt x="0" y="27572"/>
                  </a:lnTo>
                  <a:cubicBezTo>
                    <a:pt x="17" y="23213"/>
                    <a:pt x="2073" y="19113"/>
                    <a:pt x="5557" y="16494"/>
                  </a:cubicBezTo>
                  <a:cubicBezTo>
                    <a:pt x="13747" y="10596"/>
                    <a:pt x="22928" y="6216"/>
                    <a:pt x="32665" y="3563"/>
                  </a:cubicBezTo>
                  <a:cubicBezTo>
                    <a:pt x="40015" y="1170"/>
                    <a:pt x="47699" y="-33"/>
                    <a:pt x="55428" y="1"/>
                  </a:cubicBezTo>
                  <a:cubicBezTo>
                    <a:pt x="63151" y="182"/>
                    <a:pt x="70816" y="1380"/>
                    <a:pt x="78226" y="3563"/>
                  </a:cubicBezTo>
                  <a:cubicBezTo>
                    <a:pt x="88101" y="5834"/>
                    <a:pt x="97355" y="10248"/>
                    <a:pt x="105334" y="16494"/>
                  </a:cubicBezTo>
                  <a:cubicBezTo>
                    <a:pt x="108921" y="19027"/>
                    <a:pt x="111006" y="23183"/>
                    <a:pt x="110891" y="27572"/>
                  </a:cubicBezTo>
                  <a:lnTo>
                    <a:pt x="110891" y="55286"/>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8" name="Google Shape;1398;p62"/>
            <p:cNvSpPr/>
            <p:nvPr/>
          </p:nvSpPr>
          <p:spPr>
            <a:xfrm>
              <a:off x="1520140" y="2213028"/>
              <a:ext cx="55427" cy="55427"/>
            </a:xfrm>
            <a:custGeom>
              <a:rect b="b" l="l" r="r" t="t"/>
              <a:pathLst>
                <a:path extrusionOk="0" h="55427" w="55427">
                  <a:moveTo>
                    <a:pt x="55428" y="27714"/>
                  </a:moveTo>
                  <a:cubicBezTo>
                    <a:pt x="55428" y="43020"/>
                    <a:pt x="43020" y="55428"/>
                    <a:pt x="27714" y="55428"/>
                  </a:cubicBezTo>
                  <a:cubicBezTo>
                    <a:pt x="12408" y="55428"/>
                    <a:pt x="0" y="43020"/>
                    <a:pt x="0" y="27714"/>
                  </a:cubicBezTo>
                  <a:cubicBezTo>
                    <a:pt x="0" y="12408"/>
                    <a:pt x="12408" y="0"/>
                    <a:pt x="27714" y="0"/>
                  </a:cubicBezTo>
                  <a:cubicBezTo>
                    <a:pt x="43020" y="0"/>
                    <a:pt x="55428" y="12408"/>
                    <a:pt x="55428" y="27714"/>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399" name="Google Shape;1399;p62"/>
            <p:cNvSpPr/>
            <p:nvPr/>
          </p:nvSpPr>
          <p:spPr>
            <a:xfrm>
              <a:off x="1418724" y="2046317"/>
              <a:ext cx="259149" cy="128239"/>
            </a:xfrm>
            <a:custGeom>
              <a:rect b="b" l="l" r="r" t="t"/>
              <a:pathLst>
                <a:path extrusionOk="0" h="128239" w="259149">
                  <a:moveTo>
                    <a:pt x="244901" y="0"/>
                  </a:moveTo>
                  <a:lnTo>
                    <a:pt x="14249" y="0"/>
                  </a:lnTo>
                  <a:cubicBezTo>
                    <a:pt x="6380" y="0"/>
                    <a:pt x="0" y="6379"/>
                    <a:pt x="0" y="14249"/>
                  </a:cubicBezTo>
                  <a:lnTo>
                    <a:pt x="0" y="92617"/>
                  </a:lnTo>
                  <a:cubicBezTo>
                    <a:pt x="0" y="100486"/>
                    <a:pt x="6380" y="106866"/>
                    <a:pt x="14249" y="106866"/>
                  </a:cubicBezTo>
                  <a:lnTo>
                    <a:pt x="66791" y="106866"/>
                  </a:lnTo>
                  <a:lnTo>
                    <a:pt x="66791" y="128239"/>
                  </a:lnTo>
                  <a:lnTo>
                    <a:pt x="89233" y="106866"/>
                  </a:lnTo>
                  <a:lnTo>
                    <a:pt x="113456" y="106866"/>
                  </a:lnTo>
                  <a:lnTo>
                    <a:pt x="127349" y="128239"/>
                  </a:lnTo>
                  <a:lnTo>
                    <a:pt x="140172" y="106866"/>
                  </a:lnTo>
                  <a:lnTo>
                    <a:pt x="165464" y="106866"/>
                  </a:lnTo>
                  <a:lnTo>
                    <a:pt x="187906" y="128239"/>
                  </a:lnTo>
                  <a:lnTo>
                    <a:pt x="187906" y="106866"/>
                  </a:lnTo>
                  <a:lnTo>
                    <a:pt x="244901" y="106866"/>
                  </a:lnTo>
                  <a:cubicBezTo>
                    <a:pt x="252770" y="106866"/>
                    <a:pt x="259150" y="100486"/>
                    <a:pt x="259150" y="92617"/>
                  </a:cubicBezTo>
                  <a:lnTo>
                    <a:pt x="259150" y="14249"/>
                  </a:lnTo>
                  <a:cubicBezTo>
                    <a:pt x="259150" y="6379"/>
                    <a:pt x="252770" y="0"/>
                    <a:pt x="244901" y="0"/>
                  </a:cubicBezTo>
                  <a:close/>
                  <a:moveTo>
                    <a:pt x="35622" y="32060"/>
                  </a:moveTo>
                  <a:lnTo>
                    <a:pt x="202155" y="32060"/>
                  </a:lnTo>
                  <a:lnTo>
                    <a:pt x="202155" y="39184"/>
                  </a:lnTo>
                  <a:lnTo>
                    <a:pt x="35622" y="39184"/>
                  </a:lnTo>
                  <a:close/>
                  <a:moveTo>
                    <a:pt x="166533" y="74806"/>
                  </a:moveTo>
                  <a:lnTo>
                    <a:pt x="35622" y="74806"/>
                  </a:lnTo>
                  <a:lnTo>
                    <a:pt x="35622" y="67682"/>
                  </a:lnTo>
                  <a:lnTo>
                    <a:pt x="166533" y="67682"/>
                  </a:lnTo>
                  <a:close/>
                  <a:moveTo>
                    <a:pt x="223528" y="56995"/>
                  </a:moveTo>
                  <a:lnTo>
                    <a:pt x="35622" y="56995"/>
                  </a:lnTo>
                  <a:lnTo>
                    <a:pt x="35622" y="49871"/>
                  </a:lnTo>
                  <a:lnTo>
                    <a:pt x="223528" y="49871"/>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grpSp>
      <p:grpSp>
        <p:nvGrpSpPr>
          <p:cNvPr id="1400" name="Google Shape;1400;p62"/>
          <p:cNvGrpSpPr/>
          <p:nvPr/>
        </p:nvGrpSpPr>
        <p:grpSpPr>
          <a:xfrm>
            <a:off x="6815286" y="3359287"/>
            <a:ext cx="397768" cy="345561"/>
            <a:chOff x="3761796" y="2109345"/>
            <a:chExt cx="284975" cy="247572"/>
          </a:xfrm>
        </p:grpSpPr>
        <p:sp>
          <p:nvSpPr>
            <p:cNvPr id="1401" name="Google Shape;1401;p62"/>
            <p:cNvSpPr/>
            <p:nvPr/>
          </p:nvSpPr>
          <p:spPr>
            <a:xfrm>
              <a:off x="3761796" y="2242927"/>
              <a:ext cx="284975" cy="113990"/>
            </a:xfrm>
            <a:custGeom>
              <a:rect b="b" l="l" r="r" t="t"/>
              <a:pathLst>
                <a:path extrusionOk="0" h="113990" w="284975">
                  <a:moveTo>
                    <a:pt x="163861" y="7124"/>
                  </a:moveTo>
                  <a:cubicBezTo>
                    <a:pt x="163861" y="14961"/>
                    <a:pt x="157449" y="21373"/>
                    <a:pt x="149612" y="21373"/>
                  </a:cubicBezTo>
                  <a:lnTo>
                    <a:pt x="135364" y="21373"/>
                  </a:lnTo>
                  <a:cubicBezTo>
                    <a:pt x="127527" y="21373"/>
                    <a:pt x="121115" y="14961"/>
                    <a:pt x="121115" y="7124"/>
                  </a:cubicBezTo>
                  <a:lnTo>
                    <a:pt x="121115" y="0"/>
                  </a:lnTo>
                  <a:lnTo>
                    <a:pt x="0" y="0"/>
                  </a:lnTo>
                  <a:lnTo>
                    <a:pt x="0" y="99742"/>
                  </a:lnTo>
                  <a:cubicBezTo>
                    <a:pt x="0" y="107578"/>
                    <a:pt x="6412" y="113990"/>
                    <a:pt x="14249" y="113990"/>
                  </a:cubicBezTo>
                  <a:lnTo>
                    <a:pt x="270727" y="113990"/>
                  </a:lnTo>
                  <a:cubicBezTo>
                    <a:pt x="278564" y="113990"/>
                    <a:pt x="284976" y="107578"/>
                    <a:pt x="284976" y="99742"/>
                  </a:cubicBezTo>
                  <a:lnTo>
                    <a:pt x="284976" y="0"/>
                  </a:lnTo>
                  <a:lnTo>
                    <a:pt x="163861" y="0"/>
                  </a:lnTo>
                  <a:lnTo>
                    <a:pt x="163861" y="7124"/>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02" name="Google Shape;1402;p62"/>
            <p:cNvSpPr/>
            <p:nvPr/>
          </p:nvSpPr>
          <p:spPr>
            <a:xfrm>
              <a:off x="3761796" y="2109345"/>
              <a:ext cx="284975" cy="119333"/>
            </a:xfrm>
            <a:custGeom>
              <a:rect b="b" l="l" r="r" t="t"/>
              <a:pathLst>
                <a:path extrusionOk="0" h="119333" w="284975">
                  <a:moveTo>
                    <a:pt x="270727" y="48090"/>
                  </a:moveTo>
                  <a:lnTo>
                    <a:pt x="199483" y="48090"/>
                  </a:lnTo>
                  <a:lnTo>
                    <a:pt x="199483" y="24935"/>
                  </a:lnTo>
                  <a:cubicBezTo>
                    <a:pt x="199483" y="11043"/>
                    <a:pt x="188440" y="0"/>
                    <a:pt x="174548" y="0"/>
                  </a:cubicBezTo>
                  <a:lnTo>
                    <a:pt x="110428" y="0"/>
                  </a:lnTo>
                  <a:cubicBezTo>
                    <a:pt x="96536" y="0"/>
                    <a:pt x="85493" y="11043"/>
                    <a:pt x="85493" y="24935"/>
                  </a:cubicBezTo>
                  <a:lnTo>
                    <a:pt x="85493" y="48090"/>
                  </a:lnTo>
                  <a:lnTo>
                    <a:pt x="14249" y="48090"/>
                  </a:lnTo>
                  <a:cubicBezTo>
                    <a:pt x="6412" y="48090"/>
                    <a:pt x="0" y="54502"/>
                    <a:pt x="0" y="62338"/>
                  </a:cubicBezTo>
                  <a:lnTo>
                    <a:pt x="0" y="119334"/>
                  </a:lnTo>
                  <a:lnTo>
                    <a:pt x="121115" y="119334"/>
                  </a:lnTo>
                  <a:lnTo>
                    <a:pt x="121115" y="112209"/>
                  </a:lnTo>
                  <a:lnTo>
                    <a:pt x="163861" y="112209"/>
                  </a:lnTo>
                  <a:lnTo>
                    <a:pt x="163861" y="119334"/>
                  </a:lnTo>
                  <a:lnTo>
                    <a:pt x="284976" y="119334"/>
                  </a:lnTo>
                  <a:lnTo>
                    <a:pt x="284976" y="62338"/>
                  </a:lnTo>
                  <a:cubicBezTo>
                    <a:pt x="284976" y="54502"/>
                    <a:pt x="278564" y="48090"/>
                    <a:pt x="270727" y="48090"/>
                  </a:cubicBezTo>
                  <a:moveTo>
                    <a:pt x="106866" y="48090"/>
                  </a:moveTo>
                  <a:lnTo>
                    <a:pt x="106866" y="24935"/>
                  </a:lnTo>
                  <a:cubicBezTo>
                    <a:pt x="106866" y="22798"/>
                    <a:pt x="108291" y="21373"/>
                    <a:pt x="110428" y="21373"/>
                  </a:cubicBezTo>
                  <a:lnTo>
                    <a:pt x="174548" y="21373"/>
                  </a:lnTo>
                  <a:cubicBezTo>
                    <a:pt x="176685" y="21373"/>
                    <a:pt x="178110" y="22798"/>
                    <a:pt x="178110" y="24935"/>
                  </a:cubicBezTo>
                  <a:lnTo>
                    <a:pt x="178110" y="48090"/>
                  </a:lnTo>
                  <a:lnTo>
                    <a:pt x="106866" y="48090"/>
                  </a:ln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grpSp>
      <p:sp>
        <p:nvSpPr>
          <p:cNvPr descr="Network with solid fill" id="1403" name="Google Shape;1403;p62"/>
          <p:cNvSpPr/>
          <p:nvPr/>
        </p:nvSpPr>
        <p:spPr>
          <a:xfrm>
            <a:off x="12721501" y="7304911"/>
            <a:ext cx="397956" cy="373596"/>
          </a:xfrm>
          <a:custGeom>
            <a:rect b="b" l="l" r="r" t="t"/>
            <a:pathLst>
              <a:path extrusionOk="0" h="251580" w="267984">
                <a:moveTo>
                  <a:pt x="265818" y="87986"/>
                </a:moveTo>
                <a:cubicBezTo>
                  <a:pt x="259762" y="73381"/>
                  <a:pt x="243020" y="66613"/>
                  <a:pt x="228415" y="72669"/>
                </a:cubicBezTo>
                <a:cubicBezTo>
                  <a:pt x="216303" y="77656"/>
                  <a:pt x="209179" y="90480"/>
                  <a:pt x="210960" y="102948"/>
                </a:cubicBezTo>
                <a:lnTo>
                  <a:pt x="165008" y="122183"/>
                </a:lnTo>
                <a:cubicBezTo>
                  <a:pt x="160021" y="113634"/>
                  <a:pt x="151115" y="107222"/>
                  <a:pt x="141141" y="105441"/>
                </a:cubicBezTo>
                <a:lnTo>
                  <a:pt x="141141" y="55927"/>
                </a:lnTo>
                <a:cubicBezTo>
                  <a:pt x="153253" y="52721"/>
                  <a:pt x="162514" y="41678"/>
                  <a:pt x="162514" y="28498"/>
                </a:cubicBezTo>
                <a:cubicBezTo>
                  <a:pt x="162514" y="12824"/>
                  <a:pt x="149690" y="0"/>
                  <a:pt x="134017" y="0"/>
                </a:cubicBezTo>
                <a:lnTo>
                  <a:pt x="134017" y="0"/>
                </a:lnTo>
                <a:cubicBezTo>
                  <a:pt x="118343" y="0"/>
                  <a:pt x="105519" y="12824"/>
                  <a:pt x="105519" y="28498"/>
                </a:cubicBezTo>
                <a:cubicBezTo>
                  <a:pt x="105519" y="41678"/>
                  <a:pt x="114781" y="52721"/>
                  <a:pt x="126892" y="55927"/>
                </a:cubicBezTo>
                <a:lnTo>
                  <a:pt x="126892" y="105085"/>
                </a:lnTo>
                <a:cubicBezTo>
                  <a:pt x="116562" y="106866"/>
                  <a:pt x="108013" y="113278"/>
                  <a:pt x="103026" y="121827"/>
                </a:cubicBezTo>
                <a:lnTo>
                  <a:pt x="57073" y="102591"/>
                </a:lnTo>
                <a:cubicBezTo>
                  <a:pt x="58854" y="90124"/>
                  <a:pt x="52086" y="77300"/>
                  <a:pt x="39618" y="72313"/>
                </a:cubicBezTo>
                <a:cubicBezTo>
                  <a:pt x="25013" y="66257"/>
                  <a:pt x="8271" y="73025"/>
                  <a:pt x="2215" y="87630"/>
                </a:cubicBezTo>
                <a:cubicBezTo>
                  <a:pt x="-3840" y="102235"/>
                  <a:pt x="2928" y="118977"/>
                  <a:pt x="17533" y="125033"/>
                </a:cubicBezTo>
                <a:cubicBezTo>
                  <a:pt x="29644" y="130020"/>
                  <a:pt x="43537" y="126102"/>
                  <a:pt x="51017" y="115771"/>
                </a:cubicBezTo>
                <a:lnTo>
                  <a:pt x="98039" y="135007"/>
                </a:lnTo>
                <a:cubicBezTo>
                  <a:pt x="97682" y="136432"/>
                  <a:pt x="97682" y="138213"/>
                  <a:pt x="97682" y="139638"/>
                </a:cubicBezTo>
                <a:cubicBezTo>
                  <a:pt x="97682" y="147475"/>
                  <a:pt x="100176" y="154956"/>
                  <a:pt x="104807" y="161011"/>
                </a:cubicBezTo>
                <a:lnTo>
                  <a:pt x="67760" y="198414"/>
                </a:lnTo>
                <a:cubicBezTo>
                  <a:pt x="56717" y="192002"/>
                  <a:pt x="42468" y="193427"/>
                  <a:pt x="33206" y="202689"/>
                </a:cubicBezTo>
                <a:cubicBezTo>
                  <a:pt x="22164" y="213732"/>
                  <a:pt x="22164" y="231899"/>
                  <a:pt x="33206" y="242942"/>
                </a:cubicBezTo>
                <a:cubicBezTo>
                  <a:pt x="44249" y="253985"/>
                  <a:pt x="62417" y="253985"/>
                  <a:pt x="73459" y="242942"/>
                </a:cubicBezTo>
                <a:cubicBezTo>
                  <a:pt x="82721" y="233680"/>
                  <a:pt x="84146" y="219431"/>
                  <a:pt x="77734" y="208389"/>
                </a:cubicBezTo>
                <a:lnTo>
                  <a:pt x="115493" y="170629"/>
                </a:lnTo>
                <a:cubicBezTo>
                  <a:pt x="120837" y="173835"/>
                  <a:pt x="126892" y="175616"/>
                  <a:pt x="133304" y="175616"/>
                </a:cubicBezTo>
                <a:cubicBezTo>
                  <a:pt x="133660" y="175616"/>
                  <a:pt x="133660" y="175616"/>
                  <a:pt x="134017" y="175616"/>
                </a:cubicBezTo>
                <a:cubicBezTo>
                  <a:pt x="134373" y="175616"/>
                  <a:pt x="134373" y="175616"/>
                  <a:pt x="134729" y="175616"/>
                </a:cubicBezTo>
                <a:cubicBezTo>
                  <a:pt x="141141" y="175616"/>
                  <a:pt x="147197" y="173835"/>
                  <a:pt x="152540" y="170629"/>
                </a:cubicBezTo>
                <a:lnTo>
                  <a:pt x="190299" y="208389"/>
                </a:lnTo>
                <a:cubicBezTo>
                  <a:pt x="183887" y="219431"/>
                  <a:pt x="185312" y="233680"/>
                  <a:pt x="194574" y="243298"/>
                </a:cubicBezTo>
                <a:cubicBezTo>
                  <a:pt x="205617" y="254341"/>
                  <a:pt x="223784" y="254341"/>
                  <a:pt x="234827" y="243298"/>
                </a:cubicBezTo>
                <a:cubicBezTo>
                  <a:pt x="245870" y="232255"/>
                  <a:pt x="245870" y="214088"/>
                  <a:pt x="234827" y="203045"/>
                </a:cubicBezTo>
                <a:cubicBezTo>
                  <a:pt x="225565" y="193784"/>
                  <a:pt x="211316" y="192359"/>
                  <a:pt x="200274" y="198771"/>
                </a:cubicBezTo>
                <a:lnTo>
                  <a:pt x="163227" y="161368"/>
                </a:lnTo>
                <a:cubicBezTo>
                  <a:pt x="167858" y="155312"/>
                  <a:pt x="170351" y="148187"/>
                  <a:pt x="170351" y="139994"/>
                </a:cubicBezTo>
                <a:cubicBezTo>
                  <a:pt x="170351" y="138570"/>
                  <a:pt x="170351" y="136788"/>
                  <a:pt x="169995" y="135364"/>
                </a:cubicBezTo>
                <a:lnTo>
                  <a:pt x="217016" y="116128"/>
                </a:lnTo>
                <a:cubicBezTo>
                  <a:pt x="224497" y="126102"/>
                  <a:pt x="238389" y="130376"/>
                  <a:pt x="250501" y="125389"/>
                </a:cubicBezTo>
                <a:cubicBezTo>
                  <a:pt x="264749" y="118977"/>
                  <a:pt x="271874" y="102591"/>
                  <a:pt x="265818" y="87986"/>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descr="Coins with solid fill" id="1404" name="Google Shape;1404;p62"/>
          <p:cNvSpPr/>
          <p:nvPr/>
        </p:nvSpPr>
        <p:spPr>
          <a:xfrm>
            <a:off x="6815232" y="7321161"/>
            <a:ext cx="397245" cy="340475"/>
          </a:xfrm>
          <a:custGeom>
            <a:rect b="b" l="l" r="r" t="t"/>
            <a:pathLst>
              <a:path extrusionOk="0" h="256478" w="299243">
                <a:moveTo>
                  <a:pt x="278208" y="213732"/>
                </a:moveTo>
                <a:cubicBezTo>
                  <a:pt x="278208" y="218363"/>
                  <a:pt x="272864" y="222637"/>
                  <a:pt x="263959" y="225843"/>
                </a:cubicBezTo>
                <a:lnTo>
                  <a:pt x="263959" y="213019"/>
                </a:lnTo>
                <a:cubicBezTo>
                  <a:pt x="268946" y="211595"/>
                  <a:pt x="273933" y="209457"/>
                  <a:pt x="278208" y="207320"/>
                </a:cubicBezTo>
                <a:lnTo>
                  <a:pt x="278208" y="213732"/>
                </a:lnTo>
                <a:close/>
                <a:moveTo>
                  <a:pt x="249710" y="190221"/>
                </a:moveTo>
                <a:lnTo>
                  <a:pt x="249710" y="177397"/>
                </a:lnTo>
                <a:cubicBezTo>
                  <a:pt x="254697" y="175973"/>
                  <a:pt x="259684" y="173835"/>
                  <a:pt x="263959" y="171698"/>
                </a:cubicBezTo>
                <a:lnTo>
                  <a:pt x="263959" y="178110"/>
                </a:lnTo>
                <a:cubicBezTo>
                  <a:pt x="263959" y="182741"/>
                  <a:pt x="258616" y="187015"/>
                  <a:pt x="249710" y="190221"/>
                </a:cubicBezTo>
                <a:close/>
                <a:moveTo>
                  <a:pt x="249710" y="230118"/>
                </a:moveTo>
                <a:cubicBezTo>
                  <a:pt x="245435" y="231187"/>
                  <a:pt x="240448" y="231899"/>
                  <a:pt x="235461" y="232612"/>
                </a:cubicBezTo>
                <a:lnTo>
                  <a:pt x="235461" y="218719"/>
                </a:lnTo>
                <a:cubicBezTo>
                  <a:pt x="240092" y="218007"/>
                  <a:pt x="245079" y="217294"/>
                  <a:pt x="249710" y="216582"/>
                </a:cubicBezTo>
                <a:lnTo>
                  <a:pt x="249710" y="230118"/>
                </a:lnTo>
                <a:close/>
                <a:moveTo>
                  <a:pt x="221212" y="183097"/>
                </a:moveTo>
                <a:cubicBezTo>
                  <a:pt x="225843" y="182385"/>
                  <a:pt x="230830" y="181672"/>
                  <a:pt x="235461" y="180960"/>
                </a:cubicBezTo>
                <a:lnTo>
                  <a:pt x="235461" y="194496"/>
                </a:lnTo>
                <a:cubicBezTo>
                  <a:pt x="231187" y="195565"/>
                  <a:pt x="226200" y="196277"/>
                  <a:pt x="221212" y="196990"/>
                </a:cubicBezTo>
                <a:lnTo>
                  <a:pt x="221212" y="183097"/>
                </a:lnTo>
                <a:close/>
                <a:moveTo>
                  <a:pt x="221212" y="234393"/>
                </a:moveTo>
                <a:cubicBezTo>
                  <a:pt x="216582" y="234749"/>
                  <a:pt x="211951" y="235105"/>
                  <a:pt x="206964" y="235105"/>
                </a:cubicBezTo>
                <a:lnTo>
                  <a:pt x="206964" y="220856"/>
                </a:lnTo>
                <a:cubicBezTo>
                  <a:pt x="211238" y="220856"/>
                  <a:pt x="216225" y="220500"/>
                  <a:pt x="221212" y="220144"/>
                </a:cubicBezTo>
                <a:lnTo>
                  <a:pt x="221212" y="234393"/>
                </a:lnTo>
                <a:close/>
                <a:moveTo>
                  <a:pt x="192715" y="199483"/>
                </a:moveTo>
                <a:lnTo>
                  <a:pt x="192715" y="185234"/>
                </a:lnTo>
                <a:cubicBezTo>
                  <a:pt x="196990" y="185234"/>
                  <a:pt x="201977" y="184878"/>
                  <a:pt x="206964" y="184522"/>
                </a:cubicBezTo>
                <a:lnTo>
                  <a:pt x="206964" y="198771"/>
                </a:lnTo>
                <a:cubicBezTo>
                  <a:pt x="202333" y="199127"/>
                  <a:pt x="197702" y="199127"/>
                  <a:pt x="192715" y="199483"/>
                </a:cubicBezTo>
                <a:close/>
                <a:moveTo>
                  <a:pt x="192715" y="235105"/>
                </a:moveTo>
                <a:cubicBezTo>
                  <a:pt x="187728" y="235105"/>
                  <a:pt x="183097" y="234749"/>
                  <a:pt x="178466" y="234393"/>
                </a:cubicBezTo>
                <a:lnTo>
                  <a:pt x="178466" y="220856"/>
                </a:lnTo>
                <a:cubicBezTo>
                  <a:pt x="180960" y="220856"/>
                  <a:pt x="183097" y="220856"/>
                  <a:pt x="185591" y="220856"/>
                </a:cubicBezTo>
                <a:cubicBezTo>
                  <a:pt x="187728" y="220856"/>
                  <a:pt x="190221" y="220856"/>
                  <a:pt x="192715" y="220856"/>
                </a:cubicBezTo>
                <a:lnTo>
                  <a:pt x="192715" y="235105"/>
                </a:lnTo>
                <a:close/>
                <a:moveTo>
                  <a:pt x="164217" y="184522"/>
                </a:moveTo>
                <a:cubicBezTo>
                  <a:pt x="168848" y="184878"/>
                  <a:pt x="173479" y="185234"/>
                  <a:pt x="178466" y="185234"/>
                </a:cubicBezTo>
                <a:lnTo>
                  <a:pt x="178466" y="199483"/>
                </a:lnTo>
                <a:cubicBezTo>
                  <a:pt x="173479" y="199483"/>
                  <a:pt x="168848" y="199127"/>
                  <a:pt x="164217" y="198771"/>
                </a:cubicBezTo>
                <a:lnTo>
                  <a:pt x="164217" y="184522"/>
                </a:lnTo>
                <a:close/>
                <a:moveTo>
                  <a:pt x="164217" y="232612"/>
                </a:moveTo>
                <a:cubicBezTo>
                  <a:pt x="159230" y="231899"/>
                  <a:pt x="154243" y="231187"/>
                  <a:pt x="149969" y="230118"/>
                </a:cubicBezTo>
                <a:lnTo>
                  <a:pt x="149969" y="218719"/>
                </a:lnTo>
                <a:cubicBezTo>
                  <a:pt x="154599" y="219431"/>
                  <a:pt x="159230" y="219788"/>
                  <a:pt x="164217" y="220144"/>
                </a:cubicBezTo>
                <a:lnTo>
                  <a:pt x="164217" y="232612"/>
                </a:lnTo>
                <a:close/>
                <a:moveTo>
                  <a:pt x="135720" y="194496"/>
                </a:moveTo>
                <a:lnTo>
                  <a:pt x="135720" y="180603"/>
                </a:lnTo>
                <a:cubicBezTo>
                  <a:pt x="140351" y="181316"/>
                  <a:pt x="144981" y="182385"/>
                  <a:pt x="149969" y="182741"/>
                </a:cubicBezTo>
                <a:lnTo>
                  <a:pt x="149969" y="196990"/>
                </a:lnTo>
                <a:cubicBezTo>
                  <a:pt x="144981" y="196277"/>
                  <a:pt x="139994" y="195565"/>
                  <a:pt x="135720" y="194496"/>
                </a:cubicBezTo>
                <a:close/>
                <a:moveTo>
                  <a:pt x="135720" y="225843"/>
                </a:moveTo>
                <a:cubicBezTo>
                  <a:pt x="126814" y="222281"/>
                  <a:pt x="121471" y="218007"/>
                  <a:pt x="121471" y="213732"/>
                </a:cubicBezTo>
                <a:lnTo>
                  <a:pt x="121471" y="213019"/>
                </a:lnTo>
                <a:cubicBezTo>
                  <a:pt x="121471" y="213019"/>
                  <a:pt x="121471" y="213019"/>
                  <a:pt x="121827" y="213019"/>
                </a:cubicBezTo>
                <a:cubicBezTo>
                  <a:pt x="122896" y="213376"/>
                  <a:pt x="123608" y="213732"/>
                  <a:pt x="124677" y="213732"/>
                </a:cubicBezTo>
                <a:cubicBezTo>
                  <a:pt x="128239" y="214801"/>
                  <a:pt x="131801" y="215513"/>
                  <a:pt x="135720" y="216225"/>
                </a:cubicBezTo>
                <a:lnTo>
                  <a:pt x="135720" y="225843"/>
                </a:lnTo>
                <a:close/>
                <a:moveTo>
                  <a:pt x="78725" y="177397"/>
                </a:moveTo>
                <a:cubicBezTo>
                  <a:pt x="81218" y="177397"/>
                  <a:pt x="83355" y="177754"/>
                  <a:pt x="85849" y="177754"/>
                </a:cubicBezTo>
                <a:lnTo>
                  <a:pt x="85849" y="178110"/>
                </a:lnTo>
                <a:cubicBezTo>
                  <a:pt x="85849" y="183097"/>
                  <a:pt x="86918" y="188084"/>
                  <a:pt x="89411" y="192002"/>
                </a:cubicBezTo>
                <a:cubicBezTo>
                  <a:pt x="85849" y="192002"/>
                  <a:pt x="82287" y="191646"/>
                  <a:pt x="78725" y="191290"/>
                </a:cubicBezTo>
                <a:lnTo>
                  <a:pt x="78725" y="177397"/>
                </a:lnTo>
                <a:close/>
                <a:moveTo>
                  <a:pt x="64476" y="134651"/>
                </a:moveTo>
                <a:cubicBezTo>
                  <a:pt x="69107" y="135364"/>
                  <a:pt x="73738" y="136432"/>
                  <a:pt x="78725" y="136788"/>
                </a:cubicBezTo>
                <a:lnTo>
                  <a:pt x="78725" y="151037"/>
                </a:lnTo>
                <a:cubicBezTo>
                  <a:pt x="73738" y="150325"/>
                  <a:pt x="68750" y="149612"/>
                  <a:pt x="64476" y="148544"/>
                </a:cubicBezTo>
                <a:lnTo>
                  <a:pt x="64476" y="134651"/>
                </a:lnTo>
                <a:close/>
                <a:moveTo>
                  <a:pt x="64476" y="189865"/>
                </a:moveTo>
                <a:cubicBezTo>
                  <a:pt x="59489" y="189153"/>
                  <a:pt x="54502" y="188440"/>
                  <a:pt x="50227" y="187372"/>
                </a:cubicBezTo>
                <a:lnTo>
                  <a:pt x="50227" y="173479"/>
                </a:lnTo>
                <a:cubicBezTo>
                  <a:pt x="54858" y="174191"/>
                  <a:pt x="59489" y="175260"/>
                  <a:pt x="64476" y="175616"/>
                </a:cubicBezTo>
                <a:lnTo>
                  <a:pt x="64476" y="189865"/>
                </a:lnTo>
                <a:close/>
                <a:moveTo>
                  <a:pt x="35978" y="131801"/>
                </a:moveTo>
                <a:lnTo>
                  <a:pt x="35978" y="125389"/>
                </a:lnTo>
                <a:cubicBezTo>
                  <a:pt x="40253" y="127527"/>
                  <a:pt x="44884" y="129308"/>
                  <a:pt x="50227" y="130733"/>
                </a:cubicBezTo>
                <a:lnTo>
                  <a:pt x="50227" y="143913"/>
                </a:lnTo>
                <a:cubicBezTo>
                  <a:pt x="41321" y="140707"/>
                  <a:pt x="35978" y="136432"/>
                  <a:pt x="35978" y="131801"/>
                </a:cubicBezTo>
                <a:close/>
                <a:moveTo>
                  <a:pt x="35978" y="183097"/>
                </a:moveTo>
                <a:cubicBezTo>
                  <a:pt x="27073" y="179535"/>
                  <a:pt x="21729" y="175260"/>
                  <a:pt x="21729" y="170986"/>
                </a:cubicBezTo>
                <a:lnTo>
                  <a:pt x="21729" y="164574"/>
                </a:lnTo>
                <a:cubicBezTo>
                  <a:pt x="26004" y="166711"/>
                  <a:pt x="30635" y="168492"/>
                  <a:pt x="35978" y="169917"/>
                </a:cubicBezTo>
                <a:lnTo>
                  <a:pt x="35978" y="183097"/>
                </a:lnTo>
                <a:close/>
                <a:moveTo>
                  <a:pt x="21729" y="71956"/>
                </a:moveTo>
                <a:cubicBezTo>
                  <a:pt x="26004" y="74094"/>
                  <a:pt x="30635" y="75875"/>
                  <a:pt x="35978" y="77300"/>
                </a:cubicBezTo>
                <a:lnTo>
                  <a:pt x="35978" y="90480"/>
                </a:lnTo>
                <a:cubicBezTo>
                  <a:pt x="27073" y="86918"/>
                  <a:pt x="21729" y="82643"/>
                  <a:pt x="21729" y="78368"/>
                </a:cubicBezTo>
                <a:lnTo>
                  <a:pt x="21729" y="71956"/>
                </a:lnTo>
                <a:close/>
                <a:moveTo>
                  <a:pt x="64476" y="83355"/>
                </a:moveTo>
                <a:lnTo>
                  <a:pt x="64476" y="97604"/>
                </a:lnTo>
                <a:cubicBezTo>
                  <a:pt x="59489" y="96892"/>
                  <a:pt x="54502" y="96179"/>
                  <a:pt x="50227" y="95111"/>
                </a:cubicBezTo>
                <a:lnTo>
                  <a:pt x="50227" y="81218"/>
                </a:lnTo>
                <a:cubicBezTo>
                  <a:pt x="54858" y="81931"/>
                  <a:pt x="59489" y="82643"/>
                  <a:pt x="64476" y="83355"/>
                </a:cubicBezTo>
                <a:close/>
                <a:moveTo>
                  <a:pt x="100098" y="21373"/>
                </a:moveTo>
                <a:cubicBezTo>
                  <a:pt x="143557" y="21373"/>
                  <a:pt x="178466" y="30991"/>
                  <a:pt x="178466" y="42746"/>
                </a:cubicBezTo>
                <a:cubicBezTo>
                  <a:pt x="178466" y="54502"/>
                  <a:pt x="143557" y="64120"/>
                  <a:pt x="100098" y="64120"/>
                </a:cubicBezTo>
                <a:cubicBezTo>
                  <a:pt x="56639" y="64120"/>
                  <a:pt x="21729" y="54502"/>
                  <a:pt x="21729" y="42746"/>
                </a:cubicBezTo>
                <a:cubicBezTo>
                  <a:pt x="21729" y="30991"/>
                  <a:pt x="56639" y="21373"/>
                  <a:pt x="100098" y="21373"/>
                </a:cubicBezTo>
                <a:close/>
                <a:moveTo>
                  <a:pt x="121471" y="190221"/>
                </a:moveTo>
                <a:cubicBezTo>
                  <a:pt x="112565" y="186659"/>
                  <a:pt x="107222" y="182385"/>
                  <a:pt x="107222" y="178110"/>
                </a:cubicBezTo>
                <a:lnTo>
                  <a:pt x="107222" y="171698"/>
                </a:lnTo>
                <a:cubicBezTo>
                  <a:pt x="111497" y="173835"/>
                  <a:pt x="116128" y="175616"/>
                  <a:pt x="121471" y="177041"/>
                </a:cubicBezTo>
                <a:lnTo>
                  <a:pt x="121471" y="190221"/>
                </a:lnTo>
                <a:close/>
                <a:moveTo>
                  <a:pt x="164217" y="90480"/>
                </a:moveTo>
                <a:lnTo>
                  <a:pt x="164217" y="77656"/>
                </a:lnTo>
                <a:cubicBezTo>
                  <a:pt x="169204" y="76231"/>
                  <a:pt x="174191" y="74094"/>
                  <a:pt x="178466" y="71956"/>
                </a:cubicBezTo>
                <a:lnTo>
                  <a:pt x="178466" y="78368"/>
                </a:lnTo>
                <a:cubicBezTo>
                  <a:pt x="178466" y="82999"/>
                  <a:pt x="173123" y="87274"/>
                  <a:pt x="164217" y="90480"/>
                </a:cubicBezTo>
                <a:close/>
                <a:moveTo>
                  <a:pt x="135720" y="97248"/>
                </a:moveTo>
                <a:lnTo>
                  <a:pt x="135720" y="83355"/>
                </a:lnTo>
                <a:cubicBezTo>
                  <a:pt x="140351" y="82643"/>
                  <a:pt x="145338" y="81931"/>
                  <a:pt x="149969" y="81218"/>
                </a:cubicBezTo>
                <a:lnTo>
                  <a:pt x="149969" y="94754"/>
                </a:lnTo>
                <a:cubicBezTo>
                  <a:pt x="145694" y="95823"/>
                  <a:pt x="140707" y="96536"/>
                  <a:pt x="135720" y="97248"/>
                </a:cubicBezTo>
                <a:close/>
                <a:moveTo>
                  <a:pt x="107222" y="99742"/>
                </a:moveTo>
                <a:lnTo>
                  <a:pt x="107222" y="85493"/>
                </a:lnTo>
                <a:cubicBezTo>
                  <a:pt x="111497" y="85493"/>
                  <a:pt x="116484" y="85137"/>
                  <a:pt x="121471" y="84780"/>
                </a:cubicBezTo>
                <a:lnTo>
                  <a:pt x="121471" y="99029"/>
                </a:lnTo>
                <a:cubicBezTo>
                  <a:pt x="116840" y="99385"/>
                  <a:pt x="112209" y="99385"/>
                  <a:pt x="107222" y="99742"/>
                </a:cubicBezTo>
                <a:close/>
                <a:moveTo>
                  <a:pt x="78725" y="99029"/>
                </a:moveTo>
                <a:lnTo>
                  <a:pt x="78725" y="84780"/>
                </a:lnTo>
                <a:cubicBezTo>
                  <a:pt x="83355" y="85137"/>
                  <a:pt x="87986" y="85493"/>
                  <a:pt x="92973" y="85493"/>
                </a:cubicBezTo>
                <a:lnTo>
                  <a:pt x="92973" y="99742"/>
                </a:lnTo>
                <a:cubicBezTo>
                  <a:pt x="87986" y="99385"/>
                  <a:pt x="83355" y="99385"/>
                  <a:pt x="78725" y="99029"/>
                </a:cubicBezTo>
                <a:close/>
                <a:moveTo>
                  <a:pt x="263959" y="142488"/>
                </a:moveTo>
                <a:cubicBezTo>
                  <a:pt x="263959" y="154243"/>
                  <a:pt x="229049" y="163861"/>
                  <a:pt x="185591" y="163861"/>
                </a:cubicBezTo>
                <a:cubicBezTo>
                  <a:pt x="142132" y="163861"/>
                  <a:pt x="107222" y="154243"/>
                  <a:pt x="107222" y="142488"/>
                </a:cubicBezTo>
                <a:cubicBezTo>
                  <a:pt x="107222" y="130733"/>
                  <a:pt x="142132" y="121115"/>
                  <a:pt x="185591" y="121115"/>
                </a:cubicBezTo>
                <a:cubicBezTo>
                  <a:pt x="229049" y="121115"/>
                  <a:pt x="263959" y="130733"/>
                  <a:pt x="263959" y="142488"/>
                </a:cubicBezTo>
                <a:close/>
                <a:moveTo>
                  <a:pt x="285332" y="153175"/>
                </a:moveTo>
                <a:lnTo>
                  <a:pt x="285332" y="142488"/>
                </a:lnTo>
                <a:cubicBezTo>
                  <a:pt x="285332" y="125746"/>
                  <a:pt x="272152" y="113634"/>
                  <a:pt x="246504" y="106866"/>
                </a:cubicBezTo>
                <a:cubicBezTo>
                  <a:pt x="236886" y="104372"/>
                  <a:pt x="225843" y="102235"/>
                  <a:pt x="213376" y="101166"/>
                </a:cubicBezTo>
                <a:cubicBezTo>
                  <a:pt x="213732" y="99742"/>
                  <a:pt x="213732" y="97960"/>
                  <a:pt x="213732" y="96179"/>
                </a:cubicBezTo>
                <a:cubicBezTo>
                  <a:pt x="213732" y="86205"/>
                  <a:pt x="209101" y="77656"/>
                  <a:pt x="199483" y="71244"/>
                </a:cubicBezTo>
                <a:lnTo>
                  <a:pt x="199483" y="42746"/>
                </a:lnTo>
                <a:cubicBezTo>
                  <a:pt x="199483" y="26004"/>
                  <a:pt x="186303" y="13893"/>
                  <a:pt x="160655" y="7124"/>
                </a:cubicBezTo>
                <a:cubicBezTo>
                  <a:pt x="143913" y="2494"/>
                  <a:pt x="122540" y="0"/>
                  <a:pt x="99742" y="0"/>
                </a:cubicBezTo>
                <a:cubicBezTo>
                  <a:pt x="69819" y="0"/>
                  <a:pt x="0" y="4275"/>
                  <a:pt x="0" y="42746"/>
                </a:cubicBezTo>
                <a:lnTo>
                  <a:pt x="0" y="78368"/>
                </a:lnTo>
                <a:cubicBezTo>
                  <a:pt x="0" y="88343"/>
                  <a:pt x="4631" y="96892"/>
                  <a:pt x="14249" y="103304"/>
                </a:cubicBezTo>
                <a:lnTo>
                  <a:pt x="14249" y="110072"/>
                </a:lnTo>
                <a:cubicBezTo>
                  <a:pt x="5700" y="116128"/>
                  <a:pt x="0" y="124321"/>
                  <a:pt x="0" y="135364"/>
                </a:cubicBezTo>
                <a:lnTo>
                  <a:pt x="0" y="170986"/>
                </a:lnTo>
                <a:cubicBezTo>
                  <a:pt x="0" y="187728"/>
                  <a:pt x="13180" y="199839"/>
                  <a:pt x="38828" y="206607"/>
                </a:cubicBezTo>
                <a:cubicBezTo>
                  <a:pt x="55570" y="211238"/>
                  <a:pt x="76943" y="213732"/>
                  <a:pt x="99742" y="213732"/>
                </a:cubicBezTo>
                <a:cubicBezTo>
                  <a:pt x="99742" y="230474"/>
                  <a:pt x="112922" y="242586"/>
                  <a:pt x="138570" y="249354"/>
                </a:cubicBezTo>
                <a:cubicBezTo>
                  <a:pt x="155312" y="253985"/>
                  <a:pt x="176685" y="256478"/>
                  <a:pt x="199483" y="256478"/>
                </a:cubicBezTo>
                <a:cubicBezTo>
                  <a:pt x="229406" y="256478"/>
                  <a:pt x="299225" y="252204"/>
                  <a:pt x="299225" y="213732"/>
                </a:cubicBezTo>
                <a:lnTo>
                  <a:pt x="299225" y="178110"/>
                </a:lnTo>
                <a:cubicBezTo>
                  <a:pt x="299581" y="168136"/>
                  <a:pt x="294950" y="159586"/>
                  <a:pt x="285332" y="153175"/>
                </a:cubicBezTo>
                <a:close/>
              </a:path>
            </a:pathLst>
          </a:custGeom>
          <a:solidFill>
            <a:schemeClr val="lt2"/>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05" name="Google Shape;1405;p62"/>
          <p:cNvSpPr txBox="1"/>
          <p:nvPr>
            <p:ph type="title"/>
          </p:nvPr>
        </p:nvSpPr>
        <p:spPr>
          <a:xfrm>
            <a:off x="1235979" y="1016356"/>
            <a:ext cx="15816300" cy="1152000"/>
          </a:xfrm>
          <a:prstGeom prst="rect">
            <a:avLst/>
          </a:prstGeom>
          <a:noFill/>
          <a:ln>
            <a:noFill/>
          </a:ln>
        </p:spPr>
        <p:txBody>
          <a:bodyPr anchorCtr="0" anchor="ctr" bIns="68550" lIns="137150" spcFirstLastPara="1" rIns="137150" wrap="square" tIns="68550">
            <a:normAutofit/>
          </a:bodyPr>
          <a:lstStyle/>
          <a:p>
            <a:pPr indent="0" lvl="0" marL="0" rtl="0" algn="ctr">
              <a:lnSpc>
                <a:spcPct val="100000"/>
              </a:lnSpc>
              <a:spcBef>
                <a:spcPts val="0"/>
              </a:spcBef>
              <a:spcAft>
                <a:spcPts val="0"/>
              </a:spcAft>
              <a:buClr>
                <a:schemeClr val="dk1"/>
              </a:buClr>
              <a:buSzPts val="6600"/>
              <a:buFont typeface="Plus Jakarta Sans SemiBold"/>
              <a:buNone/>
            </a:pPr>
            <a:r>
              <a:rPr lang="en-US" sz="6600">
                <a:latin typeface="Sora Medium"/>
                <a:ea typeface="Sora Medium"/>
                <a:cs typeface="Sora Medium"/>
                <a:sym typeface="Sora Medium"/>
              </a:rPr>
              <a:t>Cash Flow Analysis</a:t>
            </a:r>
            <a:endParaRPr sz="6600">
              <a:latin typeface="Sora Medium"/>
              <a:ea typeface="Sora Medium"/>
              <a:cs typeface="Sora Medium"/>
              <a:sym typeface="Sora Medium"/>
            </a:endParaRPr>
          </a:p>
        </p:txBody>
      </p:sp>
      <p:sp>
        <p:nvSpPr>
          <p:cNvPr id="1406" name="Google Shape;1406;p62"/>
          <p:cNvSpPr txBox="1"/>
          <p:nvPr/>
        </p:nvSpPr>
        <p:spPr>
          <a:xfrm>
            <a:off x="1699155" y="8855145"/>
            <a:ext cx="12728400" cy="4155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lang="en-US" sz="1800">
                <a:solidFill>
                  <a:schemeClr val="dk1"/>
                </a:solidFill>
                <a:latin typeface="Instrument Sans"/>
                <a:ea typeface="Instrument Sans"/>
                <a:cs typeface="Instrument Sans"/>
                <a:sym typeface="Instrument Sans"/>
              </a:rPr>
              <a:t>Quam nihil molestiae consequaturillum qui dolorem eum fugiati quo voluptas nulla pariatur vero eos et accusamit</a:t>
            </a:r>
            <a:endParaRPr sz="1800">
              <a:solidFill>
                <a:schemeClr val="dk1"/>
              </a:solidFill>
              <a:latin typeface="Instrument Sans"/>
              <a:ea typeface="Instrument Sans"/>
              <a:cs typeface="Instrument Sans"/>
              <a:sym typeface="Instrument Sans"/>
            </a:endParaRPr>
          </a:p>
        </p:txBody>
      </p:sp>
      <p:sp>
        <p:nvSpPr>
          <p:cNvPr id="1407" name="Google Shape;1407;p62"/>
          <p:cNvSpPr/>
          <p:nvPr/>
        </p:nvSpPr>
        <p:spPr>
          <a:xfrm>
            <a:off x="1320979" y="8905160"/>
            <a:ext cx="315755" cy="315755"/>
          </a:xfrm>
          <a:custGeom>
            <a:rect b="b" l="l" r="r" t="t"/>
            <a:pathLst>
              <a:path extrusionOk="0" h="185738" w="185738">
                <a:moveTo>
                  <a:pt x="92944" y="119489"/>
                </a:moveTo>
                <a:cubicBezTo>
                  <a:pt x="88607" y="119489"/>
                  <a:pt x="85018" y="120835"/>
                  <a:pt x="82176" y="123526"/>
                </a:cubicBezTo>
                <a:cubicBezTo>
                  <a:pt x="79335" y="126218"/>
                  <a:pt x="77989" y="129508"/>
                  <a:pt x="77989" y="133397"/>
                </a:cubicBezTo>
                <a:cubicBezTo>
                  <a:pt x="77989" y="137285"/>
                  <a:pt x="79335" y="140575"/>
                  <a:pt x="82176" y="143117"/>
                </a:cubicBezTo>
                <a:cubicBezTo>
                  <a:pt x="85018" y="145659"/>
                  <a:pt x="88607" y="147005"/>
                  <a:pt x="92944" y="147005"/>
                </a:cubicBezTo>
                <a:cubicBezTo>
                  <a:pt x="97131" y="147005"/>
                  <a:pt x="100720" y="145659"/>
                  <a:pt x="103562" y="143117"/>
                </a:cubicBezTo>
                <a:cubicBezTo>
                  <a:pt x="106403" y="140425"/>
                  <a:pt x="107749" y="137285"/>
                  <a:pt x="107749" y="133397"/>
                </a:cubicBezTo>
                <a:cubicBezTo>
                  <a:pt x="107749" y="129508"/>
                  <a:pt x="106403" y="126218"/>
                  <a:pt x="103562" y="123526"/>
                </a:cubicBezTo>
                <a:cubicBezTo>
                  <a:pt x="100870" y="120835"/>
                  <a:pt x="97281" y="119489"/>
                  <a:pt x="92944" y="119489"/>
                </a:cubicBezTo>
                <a:close/>
                <a:moveTo>
                  <a:pt x="78886" y="38733"/>
                </a:moveTo>
                <a:lnTo>
                  <a:pt x="81877" y="109319"/>
                </a:lnTo>
                <a:lnTo>
                  <a:pt x="103263" y="109319"/>
                </a:lnTo>
                <a:lnTo>
                  <a:pt x="106254" y="38733"/>
                </a:lnTo>
                <a:close/>
                <a:moveTo>
                  <a:pt x="92869" y="0"/>
                </a:moveTo>
                <a:cubicBezTo>
                  <a:pt x="144159" y="0"/>
                  <a:pt x="185738" y="41579"/>
                  <a:pt x="185738" y="92869"/>
                </a:cubicBezTo>
                <a:cubicBezTo>
                  <a:pt x="185738" y="144159"/>
                  <a:pt x="144159" y="185738"/>
                  <a:pt x="92869" y="185738"/>
                </a:cubicBezTo>
                <a:cubicBezTo>
                  <a:pt x="41579" y="185738"/>
                  <a:pt x="0" y="144159"/>
                  <a:pt x="0" y="92869"/>
                </a:cubicBezTo>
                <a:cubicBezTo>
                  <a:pt x="0" y="41579"/>
                  <a:pt x="41579" y="0"/>
                  <a:pt x="92869"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cxnSp>
        <p:nvCxnSpPr>
          <p:cNvPr id="1408" name="Google Shape;1408;p62"/>
          <p:cNvCxnSpPr/>
          <p:nvPr/>
        </p:nvCxnSpPr>
        <p:spPr>
          <a:xfrm flipH="1" rot="10800000">
            <a:off x="5099624" y="4077378"/>
            <a:ext cx="1914300" cy="1205100"/>
          </a:xfrm>
          <a:prstGeom prst="bentConnector2">
            <a:avLst/>
          </a:prstGeom>
          <a:noFill/>
          <a:ln cap="flat" cmpd="sng" w="19050">
            <a:solidFill>
              <a:srgbClr val="95C0FF"/>
            </a:solidFill>
            <a:prstDash val="solid"/>
            <a:miter lim="800000"/>
            <a:headEnd len="med" w="med" type="oval"/>
            <a:tailEnd len="med" w="med" type="oval"/>
          </a:ln>
        </p:spPr>
      </p:cxnSp>
      <p:cxnSp>
        <p:nvCxnSpPr>
          <p:cNvPr id="1409" name="Google Shape;1409;p62"/>
          <p:cNvCxnSpPr/>
          <p:nvPr/>
        </p:nvCxnSpPr>
        <p:spPr>
          <a:xfrm flipH="1" rot="10800000">
            <a:off x="4931666" y="4077641"/>
            <a:ext cx="7989000" cy="1409400"/>
          </a:xfrm>
          <a:prstGeom prst="bentConnector2">
            <a:avLst/>
          </a:prstGeom>
          <a:noFill/>
          <a:ln cap="flat" cmpd="sng" w="19050">
            <a:solidFill>
              <a:srgbClr val="95C0FF"/>
            </a:solidFill>
            <a:prstDash val="solid"/>
            <a:miter lim="800000"/>
            <a:headEnd len="med" w="med" type="oval"/>
            <a:tailEnd len="med" w="med" type="oval"/>
          </a:ln>
        </p:spPr>
      </p:cxnSp>
      <p:cxnSp>
        <p:nvCxnSpPr>
          <p:cNvPr id="1410" name="Google Shape;1410;p62"/>
          <p:cNvCxnSpPr/>
          <p:nvPr/>
        </p:nvCxnSpPr>
        <p:spPr>
          <a:xfrm>
            <a:off x="4931666" y="5691596"/>
            <a:ext cx="7989000" cy="1254600"/>
          </a:xfrm>
          <a:prstGeom prst="bentConnector2">
            <a:avLst/>
          </a:prstGeom>
          <a:noFill/>
          <a:ln cap="flat" cmpd="sng" w="19050">
            <a:solidFill>
              <a:srgbClr val="95C0FF"/>
            </a:solidFill>
            <a:prstDash val="solid"/>
            <a:miter lim="800000"/>
            <a:headEnd len="med" w="med" type="oval"/>
            <a:tailEnd len="med" w="med" type="oval"/>
          </a:ln>
        </p:spPr>
      </p:cxnSp>
      <p:cxnSp>
        <p:nvCxnSpPr>
          <p:cNvPr id="1411" name="Google Shape;1411;p62"/>
          <p:cNvCxnSpPr/>
          <p:nvPr/>
        </p:nvCxnSpPr>
        <p:spPr>
          <a:xfrm>
            <a:off x="5099624" y="5896155"/>
            <a:ext cx="1914300" cy="1050000"/>
          </a:xfrm>
          <a:prstGeom prst="bentConnector2">
            <a:avLst/>
          </a:prstGeom>
          <a:noFill/>
          <a:ln cap="flat" cmpd="sng" w="19050">
            <a:solidFill>
              <a:srgbClr val="95C0FF"/>
            </a:solidFill>
            <a:prstDash val="solid"/>
            <a:miter lim="800000"/>
            <a:headEnd len="med" w="med" type="oval"/>
            <a:tailEnd len="med" w="med" type="oval"/>
          </a:ln>
        </p:spPr>
      </p:cxnSp>
      <p:sp>
        <p:nvSpPr>
          <p:cNvPr id="1412" name="Google Shape;1412;p62"/>
          <p:cNvSpPr/>
          <p:nvPr/>
        </p:nvSpPr>
        <p:spPr>
          <a:xfrm>
            <a:off x="1319339" y="3432483"/>
            <a:ext cx="3849300" cy="4158900"/>
          </a:xfrm>
          <a:prstGeom prst="roundRect">
            <a:avLst>
              <a:gd fmla="val 0"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Quattrocento Sans"/>
              <a:ea typeface="Quattrocento Sans"/>
              <a:cs typeface="Quattrocento Sans"/>
              <a:sym typeface="Quattrocento Sans"/>
            </a:endParaRPr>
          </a:p>
        </p:txBody>
      </p:sp>
      <p:sp>
        <p:nvSpPr>
          <p:cNvPr id="1413" name="Google Shape;1413;p62"/>
          <p:cNvSpPr txBox="1"/>
          <p:nvPr/>
        </p:nvSpPr>
        <p:spPr>
          <a:xfrm>
            <a:off x="1319337" y="4284872"/>
            <a:ext cx="3849300" cy="16623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i="0" lang="en-US" sz="9900">
                <a:solidFill>
                  <a:schemeClr val="lt1"/>
                </a:solidFill>
                <a:latin typeface="Sora"/>
                <a:ea typeface="Sora"/>
                <a:cs typeface="Sora"/>
                <a:sym typeface="Sora"/>
              </a:rPr>
              <a:t>93%</a:t>
            </a:r>
            <a:endParaRPr b="1" sz="9900">
              <a:solidFill>
                <a:schemeClr val="lt1"/>
              </a:solidFill>
              <a:latin typeface="Sora"/>
              <a:ea typeface="Sora"/>
              <a:cs typeface="Sora"/>
              <a:sym typeface="Sora"/>
            </a:endParaRPr>
          </a:p>
        </p:txBody>
      </p:sp>
      <p:sp>
        <p:nvSpPr>
          <p:cNvPr id="1414" name="Google Shape;1414;p62"/>
          <p:cNvSpPr txBox="1"/>
          <p:nvPr/>
        </p:nvSpPr>
        <p:spPr>
          <a:xfrm>
            <a:off x="1699155" y="6157549"/>
            <a:ext cx="3089700" cy="8310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lt1"/>
                </a:solidFill>
                <a:latin typeface="Instrument Sans"/>
                <a:ea typeface="Instrument Sans"/>
                <a:cs typeface="Instrument Sans"/>
                <a:sym typeface="Instrument Sans"/>
              </a:rPr>
              <a:t>Sed perspimu unde omnis iste natus egetun unde</a:t>
            </a:r>
            <a:endParaRPr i="0" sz="1800">
              <a:solidFill>
                <a:schemeClr val="lt1"/>
              </a:solidFill>
              <a:latin typeface="Instrument Sans"/>
              <a:ea typeface="Instrument Sans"/>
              <a:cs typeface="Instrument Sans"/>
              <a:sym typeface="Instrument Sans"/>
            </a:endParaRPr>
          </a:p>
        </p:txBody>
      </p:sp>
      <p:sp>
        <p:nvSpPr>
          <p:cNvPr id="1415" name="Google Shape;1415;p62"/>
          <p:cNvSpPr txBox="1"/>
          <p:nvPr/>
        </p:nvSpPr>
        <p:spPr>
          <a:xfrm>
            <a:off x="1699155" y="5756369"/>
            <a:ext cx="3089700" cy="5541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b="1" lang="en-US" sz="2700">
                <a:solidFill>
                  <a:schemeClr val="lt1"/>
                </a:solidFill>
                <a:latin typeface="Instrument Sans"/>
                <a:ea typeface="Instrument Sans"/>
                <a:cs typeface="Instrument Sans"/>
                <a:sym typeface="Instrument Sans"/>
              </a:rPr>
              <a:t>Description</a:t>
            </a:r>
            <a:endParaRPr b="1" sz="2700">
              <a:solidFill>
                <a:schemeClr val="lt1"/>
              </a:solidFill>
              <a:latin typeface="Instrument Sans"/>
              <a:ea typeface="Instrument Sans"/>
              <a:cs typeface="Instrument Sans"/>
              <a:sym typeface="Instrument Sans"/>
            </a:endParaRPr>
          </a:p>
        </p:txBody>
      </p:sp>
      <p:pic>
        <p:nvPicPr>
          <p:cNvPr id="1416" name="Google Shape;1416;p62"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05"/>
                                        </p:tgtEl>
                                        <p:attrNameLst>
                                          <p:attrName>style.visibility</p:attrName>
                                        </p:attrNameLst>
                                      </p:cBhvr>
                                      <p:to>
                                        <p:strVal val="visible"/>
                                      </p:to>
                                    </p:set>
                                    <p:animEffect filter="fade" transition="in">
                                      <p:cBhvr>
                                        <p:cTn dur="500"/>
                                        <p:tgtEl>
                                          <p:spTgt spid="14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500"/>
                                        <p:tgtEl>
                                          <p:spTgt spid="14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13"/>
                                        </p:tgtEl>
                                        <p:attrNameLst>
                                          <p:attrName>style.visibility</p:attrName>
                                        </p:attrNameLst>
                                      </p:cBhvr>
                                      <p:to>
                                        <p:strVal val="visible"/>
                                      </p:to>
                                    </p:set>
                                    <p:animEffect filter="fade" transition="in">
                                      <p:cBhvr>
                                        <p:cTn dur="500"/>
                                        <p:tgtEl>
                                          <p:spTgt spid="141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15"/>
                                        </p:tgtEl>
                                        <p:attrNameLst>
                                          <p:attrName>style.visibility</p:attrName>
                                        </p:attrNameLst>
                                      </p:cBhvr>
                                      <p:to>
                                        <p:strVal val="visible"/>
                                      </p:to>
                                    </p:set>
                                    <p:animEffect filter="fade" transition="in">
                                      <p:cBhvr>
                                        <p:cTn dur="500"/>
                                        <p:tgtEl>
                                          <p:spTgt spid="14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14"/>
                                        </p:tgtEl>
                                        <p:attrNameLst>
                                          <p:attrName>style.visibility</p:attrName>
                                        </p:attrNameLst>
                                      </p:cBhvr>
                                      <p:to>
                                        <p:strVal val="visible"/>
                                      </p:to>
                                    </p:set>
                                    <p:animEffect filter="fade" transition="in">
                                      <p:cBhvr>
                                        <p:cTn dur="500"/>
                                        <p:tgtEl>
                                          <p:spTgt spid="141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500"/>
                                        <p:tgtEl>
                                          <p:spTgt spid="1408"/>
                                        </p:tgtEl>
                                      </p:cBhvr>
                                    </p:animEffect>
                                  </p:childTnLst>
                                </p:cTn>
                              </p:par>
                              <p:par>
                                <p:cTn fill="hold" nodeType="withEffect" presetClass="entr" presetID="10" presetSubtype="0">
                                  <p:stCondLst>
                                    <p:cond delay="0"/>
                                  </p:stCondLst>
                                  <p:childTnLst>
                                    <p:set>
                                      <p:cBhvr>
                                        <p:cTn dur="1" fill="hold">
                                          <p:stCondLst>
                                            <p:cond delay="0"/>
                                          </p:stCondLst>
                                        </p:cTn>
                                        <p:tgtEl>
                                          <p:spTgt spid="1409"/>
                                        </p:tgtEl>
                                        <p:attrNameLst>
                                          <p:attrName>style.visibility</p:attrName>
                                        </p:attrNameLst>
                                      </p:cBhvr>
                                      <p:to>
                                        <p:strVal val="visible"/>
                                      </p:to>
                                    </p:set>
                                    <p:animEffect filter="fade" transition="in">
                                      <p:cBhvr>
                                        <p:cTn dur="500"/>
                                        <p:tgtEl>
                                          <p:spTgt spid="1409"/>
                                        </p:tgtEl>
                                      </p:cBhvr>
                                    </p:animEffect>
                                  </p:childTnLst>
                                </p:cTn>
                              </p:par>
                              <p:par>
                                <p:cTn fill="hold" nodeType="withEffect" presetClass="entr" presetID="10" presetSubtype="0">
                                  <p:stCondLst>
                                    <p:cond delay="0"/>
                                  </p:stCondLst>
                                  <p:childTnLst>
                                    <p:set>
                                      <p:cBhvr>
                                        <p:cTn dur="1" fill="hold">
                                          <p:stCondLst>
                                            <p:cond delay="0"/>
                                          </p:stCondLst>
                                        </p:cTn>
                                        <p:tgtEl>
                                          <p:spTgt spid="1410"/>
                                        </p:tgtEl>
                                        <p:attrNameLst>
                                          <p:attrName>style.visibility</p:attrName>
                                        </p:attrNameLst>
                                      </p:cBhvr>
                                      <p:to>
                                        <p:strVal val="visible"/>
                                      </p:to>
                                    </p:set>
                                    <p:animEffect filter="fade" transition="in">
                                      <p:cBhvr>
                                        <p:cTn dur="500"/>
                                        <p:tgtEl>
                                          <p:spTgt spid="1410"/>
                                        </p:tgtEl>
                                      </p:cBhvr>
                                    </p:animEffect>
                                  </p:childTnLst>
                                </p:cTn>
                              </p:par>
                              <p:par>
                                <p:cTn fill="hold" nodeType="with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1381"/>
                                        </p:tgtEl>
                                        <p:attrNameLst>
                                          <p:attrName>style.visibility</p:attrName>
                                        </p:attrNameLst>
                                      </p:cBhvr>
                                      <p:to>
                                        <p:strVal val="visible"/>
                                      </p:to>
                                    </p:set>
                                    <p:anim calcmode="lin" valueType="num">
                                      <p:cBhvr additive="base">
                                        <p:cTn dur="500"/>
                                        <p:tgtEl>
                                          <p:spTgt spid="1381"/>
                                        </p:tgtEl>
                                        <p:attrNameLst>
                                          <p:attrName>ppt_w</p:attrName>
                                        </p:attrNameLst>
                                      </p:cBhvr>
                                      <p:tavLst>
                                        <p:tav fmla="" tm="0">
                                          <p:val>
                                            <p:strVal val="0"/>
                                          </p:val>
                                        </p:tav>
                                        <p:tav fmla="" tm="100000">
                                          <p:val>
                                            <p:strVal val="#ppt_w"/>
                                          </p:val>
                                        </p:tav>
                                      </p:tavLst>
                                    </p:anim>
                                    <p:anim calcmode="lin" valueType="num">
                                      <p:cBhvr additive="base">
                                        <p:cTn dur="500"/>
                                        <p:tgtEl>
                                          <p:spTgt spid="138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87"/>
                                        </p:tgtEl>
                                        <p:attrNameLst>
                                          <p:attrName>style.visibility</p:attrName>
                                        </p:attrNameLst>
                                      </p:cBhvr>
                                      <p:to>
                                        <p:strVal val="visible"/>
                                      </p:to>
                                    </p:set>
                                    <p:anim calcmode="lin" valueType="num">
                                      <p:cBhvr additive="base">
                                        <p:cTn dur="500"/>
                                        <p:tgtEl>
                                          <p:spTgt spid="1387"/>
                                        </p:tgtEl>
                                        <p:attrNameLst>
                                          <p:attrName>ppt_w</p:attrName>
                                        </p:attrNameLst>
                                      </p:cBhvr>
                                      <p:tavLst>
                                        <p:tav fmla="" tm="0">
                                          <p:val>
                                            <p:strVal val="0"/>
                                          </p:val>
                                        </p:tav>
                                        <p:tav fmla="" tm="100000">
                                          <p:val>
                                            <p:strVal val="#ppt_w"/>
                                          </p:val>
                                        </p:tav>
                                      </p:tavLst>
                                    </p:anim>
                                    <p:anim calcmode="lin" valueType="num">
                                      <p:cBhvr additive="base">
                                        <p:cTn dur="500"/>
                                        <p:tgtEl>
                                          <p:spTgt spid="138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80"/>
                                        </p:tgtEl>
                                        <p:attrNameLst>
                                          <p:attrName>style.visibility</p:attrName>
                                        </p:attrNameLst>
                                      </p:cBhvr>
                                      <p:to>
                                        <p:strVal val="visible"/>
                                      </p:to>
                                    </p:set>
                                    <p:anim calcmode="lin" valueType="num">
                                      <p:cBhvr additive="base">
                                        <p:cTn dur="500"/>
                                        <p:tgtEl>
                                          <p:spTgt spid="1380"/>
                                        </p:tgtEl>
                                        <p:attrNameLst>
                                          <p:attrName>ppt_w</p:attrName>
                                        </p:attrNameLst>
                                      </p:cBhvr>
                                      <p:tavLst>
                                        <p:tav fmla="" tm="0">
                                          <p:val>
                                            <p:strVal val="0"/>
                                          </p:val>
                                        </p:tav>
                                        <p:tav fmla="" tm="100000">
                                          <p:val>
                                            <p:strVal val="#ppt_w"/>
                                          </p:val>
                                        </p:tav>
                                      </p:tavLst>
                                    </p:anim>
                                    <p:anim calcmode="lin" valueType="num">
                                      <p:cBhvr additive="base">
                                        <p:cTn dur="500"/>
                                        <p:tgtEl>
                                          <p:spTgt spid="138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82"/>
                                        </p:tgtEl>
                                        <p:attrNameLst>
                                          <p:attrName>style.visibility</p:attrName>
                                        </p:attrNameLst>
                                      </p:cBhvr>
                                      <p:to>
                                        <p:strVal val="visible"/>
                                      </p:to>
                                    </p:set>
                                    <p:anim calcmode="lin" valueType="num">
                                      <p:cBhvr additive="base">
                                        <p:cTn dur="500"/>
                                        <p:tgtEl>
                                          <p:spTgt spid="1382"/>
                                        </p:tgtEl>
                                        <p:attrNameLst>
                                          <p:attrName>ppt_w</p:attrName>
                                        </p:attrNameLst>
                                      </p:cBhvr>
                                      <p:tavLst>
                                        <p:tav fmla="" tm="0">
                                          <p:val>
                                            <p:strVal val="0"/>
                                          </p:val>
                                        </p:tav>
                                        <p:tav fmla="" tm="100000">
                                          <p:val>
                                            <p:strVal val="#ppt_w"/>
                                          </p:val>
                                        </p:tav>
                                      </p:tavLst>
                                    </p:anim>
                                    <p:anim calcmode="lin" valueType="num">
                                      <p:cBhvr additive="base">
                                        <p:cTn dur="500"/>
                                        <p:tgtEl>
                                          <p:spTgt spid="1382"/>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1400"/>
                                        </p:tgtEl>
                                        <p:attrNameLst>
                                          <p:attrName>style.visibility</p:attrName>
                                        </p:attrNameLst>
                                      </p:cBhvr>
                                      <p:to>
                                        <p:strVal val="visible"/>
                                      </p:to>
                                    </p:set>
                                    <p:anim calcmode="lin" valueType="num">
                                      <p:cBhvr additive="base">
                                        <p:cTn dur="500"/>
                                        <p:tgtEl>
                                          <p:spTgt spid="1400"/>
                                        </p:tgtEl>
                                        <p:attrNameLst>
                                          <p:attrName>ppt_w</p:attrName>
                                        </p:attrNameLst>
                                      </p:cBhvr>
                                      <p:tavLst>
                                        <p:tav fmla="" tm="0">
                                          <p:val>
                                            <p:strVal val="0"/>
                                          </p:val>
                                        </p:tav>
                                        <p:tav fmla="" tm="100000">
                                          <p:val>
                                            <p:strVal val="#ppt_w"/>
                                          </p:val>
                                        </p:tav>
                                      </p:tavLst>
                                    </p:anim>
                                    <p:anim calcmode="lin" valueType="num">
                                      <p:cBhvr additive="base">
                                        <p:cTn dur="500"/>
                                        <p:tgtEl>
                                          <p:spTgt spid="14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92"/>
                                        </p:tgtEl>
                                        <p:attrNameLst>
                                          <p:attrName>style.visibility</p:attrName>
                                        </p:attrNameLst>
                                      </p:cBhvr>
                                      <p:to>
                                        <p:strVal val="visible"/>
                                      </p:to>
                                    </p:set>
                                    <p:anim calcmode="lin" valueType="num">
                                      <p:cBhvr additive="base">
                                        <p:cTn dur="500"/>
                                        <p:tgtEl>
                                          <p:spTgt spid="1392"/>
                                        </p:tgtEl>
                                        <p:attrNameLst>
                                          <p:attrName>ppt_w</p:attrName>
                                        </p:attrNameLst>
                                      </p:cBhvr>
                                      <p:tavLst>
                                        <p:tav fmla="" tm="0">
                                          <p:val>
                                            <p:strVal val="0"/>
                                          </p:val>
                                        </p:tav>
                                        <p:tav fmla="" tm="100000">
                                          <p:val>
                                            <p:strVal val="#ppt_w"/>
                                          </p:val>
                                        </p:tav>
                                      </p:tavLst>
                                    </p:anim>
                                    <p:anim calcmode="lin" valueType="num">
                                      <p:cBhvr additive="base">
                                        <p:cTn dur="500"/>
                                        <p:tgtEl>
                                          <p:spTgt spid="139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03"/>
                                        </p:tgtEl>
                                        <p:attrNameLst>
                                          <p:attrName>style.visibility</p:attrName>
                                        </p:attrNameLst>
                                      </p:cBhvr>
                                      <p:to>
                                        <p:strVal val="visible"/>
                                      </p:to>
                                    </p:set>
                                    <p:anim calcmode="lin" valueType="num">
                                      <p:cBhvr additive="base">
                                        <p:cTn dur="500"/>
                                        <p:tgtEl>
                                          <p:spTgt spid="1403"/>
                                        </p:tgtEl>
                                        <p:attrNameLst>
                                          <p:attrName>ppt_w</p:attrName>
                                        </p:attrNameLst>
                                      </p:cBhvr>
                                      <p:tavLst>
                                        <p:tav fmla="" tm="0">
                                          <p:val>
                                            <p:strVal val="0"/>
                                          </p:val>
                                        </p:tav>
                                        <p:tav fmla="" tm="100000">
                                          <p:val>
                                            <p:strVal val="#ppt_w"/>
                                          </p:val>
                                        </p:tav>
                                      </p:tavLst>
                                    </p:anim>
                                    <p:anim calcmode="lin" valueType="num">
                                      <p:cBhvr additive="base">
                                        <p:cTn dur="500"/>
                                        <p:tgtEl>
                                          <p:spTgt spid="140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04"/>
                                        </p:tgtEl>
                                        <p:attrNameLst>
                                          <p:attrName>style.visibility</p:attrName>
                                        </p:attrNameLst>
                                      </p:cBhvr>
                                      <p:to>
                                        <p:strVal val="visible"/>
                                      </p:to>
                                    </p:set>
                                    <p:anim calcmode="lin" valueType="num">
                                      <p:cBhvr additive="base">
                                        <p:cTn dur="500"/>
                                        <p:tgtEl>
                                          <p:spTgt spid="1404"/>
                                        </p:tgtEl>
                                        <p:attrNameLst>
                                          <p:attrName>ppt_w</p:attrName>
                                        </p:attrNameLst>
                                      </p:cBhvr>
                                      <p:tavLst>
                                        <p:tav fmla="" tm="0">
                                          <p:val>
                                            <p:strVal val="0"/>
                                          </p:val>
                                        </p:tav>
                                        <p:tav fmla="" tm="100000">
                                          <p:val>
                                            <p:strVal val="#ppt_w"/>
                                          </p:val>
                                        </p:tav>
                                      </p:tavLst>
                                    </p:anim>
                                    <p:anim calcmode="lin" valueType="num">
                                      <p:cBhvr additive="base">
                                        <p:cTn dur="500"/>
                                        <p:tgtEl>
                                          <p:spTgt spid="1404"/>
                                        </p:tgtEl>
                                        <p:attrNameLst>
                                          <p:attrName>ppt_h</p:attrName>
                                        </p:attrNameLst>
                                      </p:cBhvr>
                                      <p:tavLst>
                                        <p:tav fmla="" tm="0">
                                          <p:val>
                                            <p:strVal val="0"/>
                                          </p:val>
                                        </p:tav>
                                        <p:tav fmla="" tm="100000">
                                          <p:val>
                                            <p:strVal val="#ppt_h"/>
                                          </p:val>
                                        </p:tav>
                                      </p:tavLst>
                                    </p:anim>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500"/>
                                        <p:tgtEl>
                                          <p:spTgt spid="1385"/>
                                        </p:tgtEl>
                                      </p:cBhvr>
                                    </p:animEffect>
                                  </p:childTnLst>
                                </p:cTn>
                              </p:par>
                              <p:par>
                                <p:cTn fill="hold" nodeType="with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500"/>
                                        <p:tgtEl>
                                          <p:spTgt spid="1388"/>
                                        </p:tgtEl>
                                      </p:cBhvr>
                                    </p:animEffect>
                                  </p:childTnLst>
                                </p:cTn>
                              </p:par>
                              <p:par>
                                <p:cTn fill="hold" nodeType="with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500"/>
                                        <p:tgtEl>
                                          <p:spTgt spid="1383"/>
                                        </p:tgtEl>
                                      </p:cBhvr>
                                    </p:animEffect>
                                  </p:childTnLst>
                                </p:cTn>
                              </p:par>
                              <p:par>
                                <p:cTn fill="hold" nodeType="with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500"/>
                                        <p:tgtEl>
                                          <p:spTgt spid="1390"/>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386"/>
                                        </p:tgtEl>
                                        <p:attrNameLst>
                                          <p:attrName>style.visibility</p:attrName>
                                        </p:attrNameLst>
                                      </p:cBhvr>
                                      <p:to>
                                        <p:strVal val="visible"/>
                                      </p:to>
                                    </p:set>
                                    <p:animEffect filter="fade" transition="in">
                                      <p:cBhvr>
                                        <p:cTn dur="500"/>
                                        <p:tgtEl>
                                          <p:spTgt spid="1386"/>
                                        </p:tgtEl>
                                      </p:cBhvr>
                                    </p:animEffect>
                                  </p:childTnLst>
                                </p:cTn>
                              </p:par>
                              <p:par>
                                <p:cTn fill="hold" nodeType="withEffect" presetClass="entr" presetID="10" presetSubtype="0">
                                  <p:stCondLst>
                                    <p:cond delay="0"/>
                                  </p:stCondLst>
                                  <p:childTnLst>
                                    <p:set>
                                      <p:cBhvr>
                                        <p:cTn dur="1" fill="hold">
                                          <p:stCondLst>
                                            <p:cond delay="0"/>
                                          </p:stCondLst>
                                        </p:cTn>
                                        <p:tgtEl>
                                          <p:spTgt spid="1389"/>
                                        </p:tgtEl>
                                        <p:attrNameLst>
                                          <p:attrName>style.visibility</p:attrName>
                                        </p:attrNameLst>
                                      </p:cBhvr>
                                      <p:to>
                                        <p:strVal val="visible"/>
                                      </p:to>
                                    </p:set>
                                    <p:animEffect filter="fade" transition="in">
                                      <p:cBhvr>
                                        <p:cTn dur="500"/>
                                        <p:tgtEl>
                                          <p:spTgt spid="1389"/>
                                        </p:tgtEl>
                                      </p:cBhvr>
                                    </p:animEffect>
                                  </p:childTnLst>
                                </p:cTn>
                              </p:par>
                              <p:par>
                                <p:cTn fill="hold" nodeType="withEffect" presetClass="entr" presetID="10" presetSubtype="0">
                                  <p:stCondLst>
                                    <p:cond delay="0"/>
                                  </p:stCondLst>
                                  <p:childTnLst>
                                    <p:set>
                                      <p:cBhvr>
                                        <p:cTn dur="1" fill="hold">
                                          <p:stCondLst>
                                            <p:cond delay="0"/>
                                          </p:stCondLst>
                                        </p:cTn>
                                        <p:tgtEl>
                                          <p:spTgt spid="1384"/>
                                        </p:tgtEl>
                                        <p:attrNameLst>
                                          <p:attrName>style.visibility</p:attrName>
                                        </p:attrNameLst>
                                      </p:cBhvr>
                                      <p:to>
                                        <p:strVal val="visible"/>
                                      </p:to>
                                    </p:set>
                                    <p:animEffect filter="fade" transition="in">
                                      <p:cBhvr>
                                        <p:cTn dur="500"/>
                                        <p:tgtEl>
                                          <p:spTgt spid="1384"/>
                                        </p:tgtEl>
                                      </p:cBhvr>
                                    </p:animEffect>
                                  </p:childTnLst>
                                </p:cTn>
                              </p:par>
                              <p:par>
                                <p:cTn fill="hold" nodeType="with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500"/>
                                        <p:tgtEl>
                                          <p:spTgt spid="1391"/>
                                        </p:tgtEl>
                                      </p:cBhvr>
                                    </p:animEffect>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1407"/>
                                        </p:tgtEl>
                                        <p:attrNameLst>
                                          <p:attrName>style.visibility</p:attrName>
                                        </p:attrNameLst>
                                      </p:cBhvr>
                                      <p:to>
                                        <p:strVal val="visible"/>
                                      </p:to>
                                    </p:set>
                                    <p:anim calcmode="lin" valueType="num">
                                      <p:cBhvr additive="base">
                                        <p:cTn dur="500"/>
                                        <p:tgtEl>
                                          <p:spTgt spid="1407"/>
                                        </p:tgtEl>
                                        <p:attrNameLst>
                                          <p:attrName>ppt_w</p:attrName>
                                        </p:attrNameLst>
                                      </p:cBhvr>
                                      <p:tavLst>
                                        <p:tav fmla="" tm="0">
                                          <p:val>
                                            <p:strVal val="0"/>
                                          </p:val>
                                        </p:tav>
                                        <p:tav fmla="" tm="100000">
                                          <p:val>
                                            <p:strVal val="#ppt_w"/>
                                          </p:val>
                                        </p:tav>
                                      </p:tavLst>
                                    </p:anim>
                                    <p:anim calcmode="lin" valueType="num">
                                      <p:cBhvr additive="base">
                                        <p:cTn dur="500"/>
                                        <p:tgtEl>
                                          <p:spTgt spid="1407"/>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500"/>
                                        <p:tgtEl>
                                          <p:spTgt spid="14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63"/>
          <p:cNvSpPr txBox="1"/>
          <p:nvPr/>
        </p:nvSpPr>
        <p:spPr>
          <a:xfrm>
            <a:off x="8239656" y="4659314"/>
            <a:ext cx="82431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Nemo enim ipsam voluptatem quia voluptas sit aspernatur aut odit aut fugit consequuntur magni dolores ratione voluptatem nescunta est qui dolorema ipsum  consectetur adipisci velit sed quia laudantium totam aperiae</a:t>
            </a:r>
            <a:endParaRPr sz="1800">
              <a:solidFill>
                <a:schemeClr val="dk1"/>
              </a:solidFill>
              <a:latin typeface="Instrument Sans"/>
              <a:ea typeface="Instrument Sans"/>
              <a:cs typeface="Instrument Sans"/>
              <a:sym typeface="Instrument Sans"/>
            </a:endParaRPr>
          </a:p>
        </p:txBody>
      </p:sp>
      <p:sp>
        <p:nvSpPr>
          <p:cNvPr id="1422" name="Google Shape;1422;p63"/>
          <p:cNvSpPr txBox="1"/>
          <p:nvPr/>
        </p:nvSpPr>
        <p:spPr>
          <a:xfrm>
            <a:off x="2923062" y="4659314"/>
            <a:ext cx="4182300" cy="15237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3000">
                <a:solidFill>
                  <a:srgbClr val="D13B5F"/>
                </a:solidFill>
                <a:latin typeface="Instrument Sans SemiBold"/>
                <a:ea typeface="Instrument Sans SemiBold"/>
                <a:cs typeface="Instrument Sans SemiBold"/>
                <a:sym typeface="Instrument Sans SemiBold"/>
              </a:rPr>
              <a:t>Sed perspicun omnis isteu accusa doloreui laudanti totam</a:t>
            </a:r>
            <a:endParaRPr sz="3000">
              <a:solidFill>
                <a:srgbClr val="D13B5F"/>
              </a:solidFill>
              <a:latin typeface="Instrument Sans SemiBold"/>
              <a:ea typeface="Instrument Sans SemiBold"/>
              <a:cs typeface="Instrument Sans SemiBold"/>
              <a:sym typeface="Instrument Sans SemiBold"/>
            </a:endParaRPr>
          </a:p>
        </p:txBody>
      </p:sp>
      <p:sp>
        <p:nvSpPr>
          <p:cNvPr id="1423" name="Google Shape;1423;p63"/>
          <p:cNvSpPr txBox="1"/>
          <p:nvPr/>
        </p:nvSpPr>
        <p:spPr>
          <a:xfrm>
            <a:off x="1805361" y="4659314"/>
            <a:ext cx="1707900" cy="7851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b="1" lang="en-US" sz="4200">
                <a:solidFill>
                  <a:srgbClr val="D13B5F"/>
                </a:solidFill>
                <a:latin typeface="Plus Jakarta Sans SemiBold"/>
                <a:ea typeface="Plus Jakarta Sans SemiBold"/>
                <a:cs typeface="Plus Jakarta Sans SemiBold"/>
                <a:sym typeface="Plus Jakarta Sans SemiBold"/>
              </a:rPr>
              <a:t>02.</a:t>
            </a:r>
            <a:endParaRPr sz="2100">
              <a:solidFill>
                <a:srgbClr val="D13B5F"/>
              </a:solidFill>
            </a:endParaRPr>
          </a:p>
        </p:txBody>
      </p:sp>
      <p:sp>
        <p:nvSpPr>
          <p:cNvPr id="1424" name="Google Shape;1424;p63"/>
          <p:cNvSpPr txBox="1"/>
          <p:nvPr/>
        </p:nvSpPr>
        <p:spPr>
          <a:xfrm>
            <a:off x="8239656" y="2620691"/>
            <a:ext cx="82431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Nemo enim ipsam voluptatem quia voluptas sit aspernatur aut odit aut fugit consequuntur magni dolores ratione voluptatem nescunta est qui dolorema ipsum  consectetur adipisci velit sed quia laudantium totam aperiae</a:t>
            </a:r>
            <a:endParaRPr sz="1800">
              <a:solidFill>
                <a:schemeClr val="dk1"/>
              </a:solidFill>
              <a:latin typeface="Instrument Sans"/>
              <a:ea typeface="Instrument Sans"/>
              <a:cs typeface="Instrument Sans"/>
              <a:sym typeface="Instrument Sans"/>
            </a:endParaRPr>
          </a:p>
        </p:txBody>
      </p:sp>
      <p:sp>
        <p:nvSpPr>
          <p:cNvPr id="1425" name="Google Shape;1425;p63"/>
          <p:cNvSpPr txBox="1"/>
          <p:nvPr/>
        </p:nvSpPr>
        <p:spPr>
          <a:xfrm>
            <a:off x="2923062" y="2620691"/>
            <a:ext cx="4182300" cy="15237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3000">
                <a:solidFill>
                  <a:srgbClr val="D13B5F"/>
                </a:solidFill>
                <a:latin typeface="Instrument Sans SemiBold"/>
                <a:ea typeface="Instrument Sans SemiBold"/>
                <a:cs typeface="Instrument Sans SemiBold"/>
                <a:sym typeface="Instrument Sans SemiBold"/>
              </a:rPr>
              <a:t>Totam rem aperamua eaque ipsa quae abei invento omnis iste</a:t>
            </a:r>
            <a:endParaRPr sz="3000">
              <a:solidFill>
                <a:srgbClr val="D13B5F"/>
              </a:solidFill>
              <a:latin typeface="Instrument Sans SemiBold"/>
              <a:ea typeface="Instrument Sans SemiBold"/>
              <a:cs typeface="Instrument Sans SemiBold"/>
              <a:sym typeface="Instrument Sans SemiBold"/>
            </a:endParaRPr>
          </a:p>
        </p:txBody>
      </p:sp>
      <p:sp>
        <p:nvSpPr>
          <p:cNvPr id="1426" name="Google Shape;1426;p63"/>
          <p:cNvSpPr txBox="1"/>
          <p:nvPr/>
        </p:nvSpPr>
        <p:spPr>
          <a:xfrm>
            <a:off x="1805361" y="2620691"/>
            <a:ext cx="1707900" cy="7851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b="1" lang="en-US" sz="4200">
                <a:solidFill>
                  <a:srgbClr val="D13B5F"/>
                </a:solidFill>
                <a:latin typeface="Plus Jakarta Sans SemiBold"/>
                <a:ea typeface="Plus Jakarta Sans SemiBold"/>
                <a:cs typeface="Plus Jakarta Sans SemiBold"/>
                <a:sym typeface="Plus Jakarta Sans SemiBold"/>
              </a:rPr>
              <a:t>01.</a:t>
            </a:r>
            <a:endParaRPr sz="2100">
              <a:solidFill>
                <a:srgbClr val="D13B5F"/>
              </a:solidFill>
            </a:endParaRPr>
          </a:p>
        </p:txBody>
      </p:sp>
      <p:sp>
        <p:nvSpPr>
          <p:cNvPr id="1427" name="Google Shape;1427;p63"/>
          <p:cNvSpPr txBox="1"/>
          <p:nvPr/>
        </p:nvSpPr>
        <p:spPr>
          <a:xfrm>
            <a:off x="8239656" y="6697935"/>
            <a:ext cx="8243100" cy="12468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a:ea typeface="Instrument Sans"/>
                <a:cs typeface="Instrument Sans"/>
                <a:sym typeface="Instrument Sans"/>
              </a:rPr>
              <a:t>Nemo enim ipsam voluptatem quia voluptas sit aspernatur aut odit aut fugit consequuntur magni dolores ratione voluptatem nescunta est qui dolorema ipsum  consectetur adipisci velit sed quia laudantium totam aperiae</a:t>
            </a:r>
            <a:endParaRPr sz="1800">
              <a:solidFill>
                <a:schemeClr val="dk1"/>
              </a:solidFill>
              <a:latin typeface="Instrument Sans"/>
              <a:ea typeface="Instrument Sans"/>
              <a:cs typeface="Instrument Sans"/>
              <a:sym typeface="Instrument Sans"/>
            </a:endParaRPr>
          </a:p>
        </p:txBody>
      </p:sp>
      <p:sp>
        <p:nvSpPr>
          <p:cNvPr id="1428" name="Google Shape;1428;p63"/>
          <p:cNvSpPr txBox="1"/>
          <p:nvPr/>
        </p:nvSpPr>
        <p:spPr>
          <a:xfrm>
            <a:off x="2923062" y="6697935"/>
            <a:ext cx="4182300" cy="15237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3000">
                <a:solidFill>
                  <a:srgbClr val="D13B5F"/>
                </a:solidFill>
                <a:latin typeface="Instrument Sans SemiBold"/>
                <a:ea typeface="Instrument Sans SemiBold"/>
                <a:cs typeface="Instrument Sans SemiBold"/>
                <a:sym typeface="Instrument Sans SemiBold"/>
              </a:rPr>
              <a:t>Neque porro quisqun est qui dolores ipsum quia consectetur</a:t>
            </a:r>
            <a:endParaRPr sz="3000">
              <a:solidFill>
                <a:srgbClr val="D13B5F"/>
              </a:solidFill>
              <a:latin typeface="Instrument Sans SemiBold"/>
              <a:ea typeface="Instrument Sans SemiBold"/>
              <a:cs typeface="Instrument Sans SemiBold"/>
              <a:sym typeface="Instrument Sans SemiBold"/>
            </a:endParaRPr>
          </a:p>
        </p:txBody>
      </p:sp>
      <p:sp>
        <p:nvSpPr>
          <p:cNvPr id="1429" name="Google Shape;1429;p63"/>
          <p:cNvSpPr txBox="1"/>
          <p:nvPr/>
        </p:nvSpPr>
        <p:spPr>
          <a:xfrm>
            <a:off x="1805361" y="6697935"/>
            <a:ext cx="1707900" cy="785100"/>
          </a:xfrm>
          <a:prstGeom prst="rect">
            <a:avLst/>
          </a:prstGeom>
          <a:noFill/>
          <a:ln>
            <a:noFill/>
          </a:ln>
        </p:spPr>
        <p:txBody>
          <a:bodyPr anchorCtr="0" anchor="ctr" bIns="68550" lIns="137150" spcFirstLastPara="1" rIns="137150" wrap="square" tIns="68550">
            <a:spAutoFit/>
          </a:bodyPr>
          <a:lstStyle/>
          <a:p>
            <a:pPr indent="0" lvl="0" marL="0" marR="0" rtl="0" algn="l">
              <a:spcBef>
                <a:spcPts val="0"/>
              </a:spcBef>
              <a:spcAft>
                <a:spcPts val="0"/>
              </a:spcAft>
              <a:buNone/>
            </a:pPr>
            <a:r>
              <a:rPr b="1" lang="en-US" sz="4200">
                <a:solidFill>
                  <a:srgbClr val="D13B5F"/>
                </a:solidFill>
                <a:latin typeface="Plus Jakarta Sans SemiBold"/>
                <a:ea typeface="Plus Jakarta Sans SemiBold"/>
                <a:cs typeface="Plus Jakarta Sans SemiBold"/>
                <a:sym typeface="Plus Jakarta Sans SemiBold"/>
              </a:rPr>
              <a:t>03.</a:t>
            </a:r>
            <a:endParaRPr sz="2100">
              <a:solidFill>
                <a:srgbClr val="D13B5F"/>
              </a:solidFill>
            </a:endParaRPr>
          </a:p>
        </p:txBody>
      </p:sp>
      <p:sp>
        <p:nvSpPr>
          <p:cNvPr id="1430" name="Google Shape;1430;p63"/>
          <p:cNvSpPr txBox="1"/>
          <p:nvPr>
            <p:ph type="title"/>
          </p:nvPr>
        </p:nvSpPr>
        <p:spPr>
          <a:xfrm>
            <a:off x="1235979" y="1016356"/>
            <a:ext cx="15816300" cy="1152000"/>
          </a:xfrm>
          <a:prstGeom prst="rect">
            <a:avLst/>
          </a:prstGeom>
          <a:noFill/>
          <a:ln>
            <a:noFill/>
          </a:ln>
        </p:spPr>
        <p:txBody>
          <a:bodyPr anchorCtr="0" anchor="ctr" bIns="68550" lIns="137150" spcFirstLastPara="1" rIns="137150" wrap="square" tIns="68550">
            <a:normAutofit/>
          </a:bodyPr>
          <a:lstStyle/>
          <a:p>
            <a:pPr indent="0" lvl="0" marL="0" rtl="0" algn="l">
              <a:lnSpc>
                <a:spcPct val="100000"/>
              </a:lnSpc>
              <a:spcBef>
                <a:spcPts val="0"/>
              </a:spcBef>
              <a:spcAft>
                <a:spcPts val="0"/>
              </a:spcAft>
              <a:buClr>
                <a:schemeClr val="dk1"/>
              </a:buClr>
              <a:buSzPts val="6600"/>
              <a:buFont typeface="Plus Jakarta Sans SemiBold"/>
              <a:buNone/>
            </a:pPr>
            <a:r>
              <a:rPr lang="en-US" sz="6600">
                <a:latin typeface="Sora Medium"/>
                <a:ea typeface="Sora Medium"/>
                <a:cs typeface="Sora Medium"/>
                <a:sym typeface="Sora Medium"/>
              </a:rPr>
              <a:t>Cash Flow Analysis</a:t>
            </a:r>
            <a:endParaRPr sz="6600">
              <a:latin typeface="Sora Medium"/>
              <a:ea typeface="Sora Medium"/>
              <a:cs typeface="Sora Medium"/>
              <a:sym typeface="Sora Medium"/>
            </a:endParaRPr>
          </a:p>
        </p:txBody>
      </p:sp>
      <p:pic>
        <p:nvPicPr>
          <p:cNvPr id="1431" name="Google Shape;1431;p63"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26"/>
                                        </p:tgtEl>
                                        <p:attrNameLst>
                                          <p:attrName>style.visibility</p:attrName>
                                        </p:attrNameLst>
                                      </p:cBhvr>
                                      <p:to>
                                        <p:strVal val="visible"/>
                                      </p:to>
                                    </p:set>
                                    <p:animEffect filter="fade" transition="in">
                                      <p:cBhvr>
                                        <p:cTn dur="500"/>
                                        <p:tgtEl>
                                          <p:spTgt spid="1426"/>
                                        </p:tgtEl>
                                      </p:cBhvr>
                                    </p:animEffect>
                                  </p:childTnLst>
                                </p:cTn>
                              </p:par>
                              <p:par>
                                <p:cTn fill="hold" nodeType="withEffect" presetClass="entr" presetID="10" presetSubtype="0">
                                  <p:stCondLst>
                                    <p:cond delay="0"/>
                                  </p:stCondLst>
                                  <p:childTnLst>
                                    <p:set>
                                      <p:cBhvr>
                                        <p:cTn dur="1" fill="hold">
                                          <p:stCondLst>
                                            <p:cond delay="0"/>
                                          </p:stCondLst>
                                        </p:cTn>
                                        <p:tgtEl>
                                          <p:spTgt spid="1423"/>
                                        </p:tgtEl>
                                        <p:attrNameLst>
                                          <p:attrName>style.visibility</p:attrName>
                                        </p:attrNameLst>
                                      </p:cBhvr>
                                      <p:to>
                                        <p:strVal val="visible"/>
                                      </p:to>
                                    </p:set>
                                    <p:animEffect filter="fade" transition="in">
                                      <p:cBhvr>
                                        <p:cTn dur="500"/>
                                        <p:tgtEl>
                                          <p:spTgt spid="1423"/>
                                        </p:tgtEl>
                                      </p:cBhvr>
                                    </p:animEffect>
                                  </p:childTnLst>
                                </p:cTn>
                              </p:par>
                              <p:par>
                                <p:cTn fill="hold" nodeType="withEffect" presetClass="entr" presetID="10" presetSubtype="0">
                                  <p:stCondLst>
                                    <p:cond delay="0"/>
                                  </p:stCondLst>
                                  <p:childTnLst>
                                    <p:set>
                                      <p:cBhvr>
                                        <p:cTn dur="1" fill="hold">
                                          <p:stCondLst>
                                            <p:cond delay="0"/>
                                          </p:stCondLst>
                                        </p:cTn>
                                        <p:tgtEl>
                                          <p:spTgt spid="1429"/>
                                        </p:tgtEl>
                                        <p:attrNameLst>
                                          <p:attrName>style.visibility</p:attrName>
                                        </p:attrNameLst>
                                      </p:cBhvr>
                                      <p:to>
                                        <p:strVal val="visible"/>
                                      </p:to>
                                    </p:set>
                                    <p:animEffect filter="fade" transition="in">
                                      <p:cBhvr>
                                        <p:cTn dur="500"/>
                                        <p:tgtEl>
                                          <p:spTgt spid="14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5"/>
                                        </p:tgtEl>
                                        <p:attrNameLst>
                                          <p:attrName>style.visibility</p:attrName>
                                        </p:attrNameLst>
                                      </p:cBhvr>
                                      <p:to>
                                        <p:strVal val="visible"/>
                                      </p:to>
                                    </p:set>
                                    <p:animEffect filter="fade" transition="in">
                                      <p:cBhvr>
                                        <p:cTn dur="500"/>
                                        <p:tgtEl>
                                          <p:spTgt spid="1425"/>
                                        </p:tgtEl>
                                      </p:cBhvr>
                                    </p:animEffect>
                                  </p:childTnLst>
                                </p:cTn>
                              </p:par>
                              <p:par>
                                <p:cTn fill="hold" nodeType="withEffect" presetClass="entr" presetID="10" presetSubtype="0">
                                  <p:stCondLst>
                                    <p:cond delay="0"/>
                                  </p:stCondLst>
                                  <p:childTnLst>
                                    <p:set>
                                      <p:cBhvr>
                                        <p:cTn dur="1" fill="hold">
                                          <p:stCondLst>
                                            <p:cond delay="0"/>
                                          </p:stCondLst>
                                        </p:cTn>
                                        <p:tgtEl>
                                          <p:spTgt spid="1422"/>
                                        </p:tgtEl>
                                        <p:attrNameLst>
                                          <p:attrName>style.visibility</p:attrName>
                                        </p:attrNameLst>
                                      </p:cBhvr>
                                      <p:to>
                                        <p:strVal val="visible"/>
                                      </p:to>
                                    </p:set>
                                    <p:animEffect filter="fade" transition="in">
                                      <p:cBhvr>
                                        <p:cTn dur="500"/>
                                        <p:tgtEl>
                                          <p:spTgt spid="1422"/>
                                        </p:tgtEl>
                                      </p:cBhvr>
                                    </p:animEffect>
                                  </p:childTnLst>
                                </p:cTn>
                              </p:par>
                              <p:par>
                                <p:cTn fill="hold" nodeType="withEffect" presetClass="entr" presetID="10" presetSubtype="0">
                                  <p:stCondLst>
                                    <p:cond delay="0"/>
                                  </p:stCondLst>
                                  <p:childTnLst>
                                    <p:set>
                                      <p:cBhvr>
                                        <p:cTn dur="1" fill="hold">
                                          <p:stCondLst>
                                            <p:cond delay="0"/>
                                          </p:stCondLst>
                                        </p:cTn>
                                        <p:tgtEl>
                                          <p:spTgt spid="1428"/>
                                        </p:tgtEl>
                                        <p:attrNameLst>
                                          <p:attrName>style.visibility</p:attrName>
                                        </p:attrNameLst>
                                      </p:cBhvr>
                                      <p:to>
                                        <p:strVal val="visible"/>
                                      </p:to>
                                    </p:set>
                                    <p:animEffect filter="fade" transition="in">
                                      <p:cBhvr>
                                        <p:cTn dur="500"/>
                                        <p:tgtEl>
                                          <p:spTgt spid="14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500"/>
                                        <p:tgtEl>
                                          <p:spTgt spid="1424"/>
                                        </p:tgtEl>
                                      </p:cBhvr>
                                    </p:animEffect>
                                  </p:childTnLst>
                                </p:cTn>
                              </p:par>
                              <p:par>
                                <p:cTn fill="hold" nodeType="with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500"/>
                                        <p:tgtEl>
                                          <p:spTgt spid="1421"/>
                                        </p:tgtEl>
                                      </p:cBhvr>
                                    </p:animEffect>
                                  </p:childTnLst>
                                </p:cTn>
                              </p:par>
                              <p:par>
                                <p:cTn fill="hold" nodeType="withEffect" presetClass="entr" presetID="10" presetSubtype="0">
                                  <p:stCondLst>
                                    <p:cond delay="0"/>
                                  </p:stCondLst>
                                  <p:childTnLst>
                                    <p:set>
                                      <p:cBhvr>
                                        <p:cTn dur="1" fill="hold">
                                          <p:stCondLst>
                                            <p:cond delay="0"/>
                                          </p:stCondLst>
                                        </p:cTn>
                                        <p:tgtEl>
                                          <p:spTgt spid="1427"/>
                                        </p:tgtEl>
                                        <p:attrNameLst>
                                          <p:attrName>style.visibility</p:attrName>
                                        </p:attrNameLst>
                                      </p:cBhvr>
                                      <p:to>
                                        <p:strVal val="visible"/>
                                      </p:to>
                                    </p:set>
                                    <p:animEffect filter="fade" transition="in">
                                      <p:cBhvr>
                                        <p:cTn dur="500"/>
                                        <p:tgtEl>
                                          <p:spTgt spid="1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64"/>
          <p:cNvSpPr txBox="1"/>
          <p:nvPr>
            <p:ph type="title"/>
          </p:nvPr>
        </p:nvSpPr>
        <p:spPr>
          <a:xfrm>
            <a:off x="925275" y="911475"/>
            <a:ext cx="16464600" cy="1728000"/>
          </a:xfrm>
          <a:prstGeom prst="rect">
            <a:avLst/>
          </a:prstGeom>
          <a:noFill/>
          <a:ln>
            <a:noFill/>
          </a:ln>
        </p:spPr>
        <p:txBody>
          <a:bodyPr anchorCtr="0" anchor="ctr" bIns="68550" lIns="137150" spcFirstLastPara="1" rIns="137150" wrap="square" tIns="68550">
            <a:normAutofit/>
          </a:bodyPr>
          <a:lstStyle/>
          <a:p>
            <a:pPr indent="0" lvl="0" marL="0" rtl="0" algn="ctr">
              <a:lnSpc>
                <a:spcPct val="100000"/>
              </a:lnSpc>
              <a:spcBef>
                <a:spcPts val="0"/>
              </a:spcBef>
              <a:spcAft>
                <a:spcPts val="0"/>
              </a:spcAft>
              <a:buClr>
                <a:schemeClr val="dk1"/>
              </a:buClr>
              <a:buSzPts val="6600"/>
              <a:buFont typeface="Plus Jakarta Sans SemiBold"/>
              <a:buNone/>
            </a:pPr>
            <a:r>
              <a:rPr lang="en-US">
                <a:latin typeface="Sora Medium"/>
                <a:ea typeface="Sora Medium"/>
                <a:cs typeface="Sora Medium"/>
                <a:sym typeface="Sora Medium"/>
              </a:rPr>
              <a:t>Partnership &amp; Collaborations</a:t>
            </a:r>
            <a:endParaRPr>
              <a:latin typeface="Sora Medium"/>
              <a:ea typeface="Sora Medium"/>
              <a:cs typeface="Sora Medium"/>
              <a:sym typeface="Sora Medium"/>
            </a:endParaRPr>
          </a:p>
        </p:txBody>
      </p:sp>
      <p:sp>
        <p:nvSpPr>
          <p:cNvPr id="1437" name="Google Shape;1437;p64"/>
          <p:cNvSpPr/>
          <p:nvPr/>
        </p:nvSpPr>
        <p:spPr>
          <a:xfrm>
            <a:off x="2012129" y="3184013"/>
            <a:ext cx="3436800" cy="4364700"/>
          </a:xfrm>
          <a:prstGeom prst="roundRect">
            <a:avLst>
              <a:gd fmla="val 7049"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Albert Sans"/>
              <a:ea typeface="Albert Sans"/>
              <a:cs typeface="Albert Sans"/>
              <a:sym typeface="Albert Sans"/>
            </a:endParaRPr>
          </a:p>
        </p:txBody>
      </p:sp>
      <p:sp>
        <p:nvSpPr>
          <p:cNvPr id="1438" name="Google Shape;1438;p64"/>
          <p:cNvSpPr/>
          <p:nvPr/>
        </p:nvSpPr>
        <p:spPr>
          <a:xfrm>
            <a:off x="5621112" y="3184013"/>
            <a:ext cx="3436800" cy="4364700"/>
          </a:xfrm>
          <a:prstGeom prst="roundRect">
            <a:avLst>
              <a:gd fmla="val 7049"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Albert Sans"/>
              <a:ea typeface="Albert Sans"/>
              <a:cs typeface="Albert Sans"/>
              <a:sym typeface="Albert Sans"/>
            </a:endParaRPr>
          </a:p>
        </p:txBody>
      </p:sp>
      <p:sp>
        <p:nvSpPr>
          <p:cNvPr id="1439" name="Google Shape;1439;p64"/>
          <p:cNvSpPr/>
          <p:nvPr/>
        </p:nvSpPr>
        <p:spPr>
          <a:xfrm>
            <a:off x="9230097" y="3184013"/>
            <a:ext cx="3436800" cy="4364700"/>
          </a:xfrm>
          <a:prstGeom prst="roundRect">
            <a:avLst>
              <a:gd fmla="val 7049"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Albert Sans"/>
              <a:ea typeface="Albert Sans"/>
              <a:cs typeface="Albert Sans"/>
              <a:sym typeface="Albert Sans"/>
            </a:endParaRPr>
          </a:p>
        </p:txBody>
      </p:sp>
      <p:sp>
        <p:nvSpPr>
          <p:cNvPr id="1440" name="Google Shape;1440;p64"/>
          <p:cNvSpPr/>
          <p:nvPr/>
        </p:nvSpPr>
        <p:spPr>
          <a:xfrm>
            <a:off x="12839081" y="3184013"/>
            <a:ext cx="3436800" cy="4364700"/>
          </a:xfrm>
          <a:prstGeom prst="roundRect">
            <a:avLst>
              <a:gd fmla="val 7049" name="adj"/>
            </a:avLst>
          </a:prstGeom>
          <a:gradFill>
            <a:gsLst>
              <a:gs pos="0">
                <a:srgbClr val="217BEE"/>
              </a:gs>
              <a:gs pos="50000">
                <a:srgbClr val="217BEE"/>
              </a:gs>
              <a:gs pos="100000">
                <a:schemeClr val="lt1"/>
              </a:gs>
            </a:gsLst>
            <a:lin ang="16200038" scaled="0"/>
          </a:gra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Albert Sans"/>
              <a:ea typeface="Albert Sans"/>
              <a:cs typeface="Albert Sans"/>
              <a:sym typeface="Albert Sans"/>
            </a:endParaRPr>
          </a:p>
        </p:txBody>
      </p:sp>
      <p:sp>
        <p:nvSpPr>
          <p:cNvPr id="1441" name="Google Shape;1441;p64"/>
          <p:cNvSpPr/>
          <p:nvPr/>
        </p:nvSpPr>
        <p:spPr>
          <a:xfrm>
            <a:off x="4278086" y="2639469"/>
            <a:ext cx="9731700" cy="1089000"/>
          </a:xfrm>
          <a:prstGeom prst="roundRect">
            <a:avLst>
              <a:gd fmla="val 50000" name="adj"/>
            </a:avLst>
          </a:prstGeom>
          <a:solidFill>
            <a:srgbClr val="217BEE"/>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sz="2700">
              <a:solidFill>
                <a:schemeClr val="lt1"/>
              </a:solidFill>
              <a:latin typeface="Albert Sans"/>
              <a:ea typeface="Albert Sans"/>
              <a:cs typeface="Albert Sans"/>
              <a:sym typeface="Albert Sans"/>
            </a:endParaRPr>
          </a:p>
        </p:txBody>
      </p:sp>
      <p:sp>
        <p:nvSpPr>
          <p:cNvPr id="1442" name="Google Shape;1442;p64"/>
          <p:cNvSpPr txBox="1"/>
          <p:nvPr/>
        </p:nvSpPr>
        <p:spPr>
          <a:xfrm>
            <a:off x="4394718" y="2883930"/>
            <a:ext cx="9498600" cy="600300"/>
          </a:xfrm>
          <a:prstGeom prst="rect">
            <a:avLst/>
          </a:prstGeom>
          <a:noFill/>
          <a:ln>
            <a:noFill/>
          </a:ln>
        </p:spPr>
        <p:txBody>
          <a:bodyPr anchorCtr="0" anchor="t" bIns="68550" lIns="137150" spcFirstLastPara="1" rIns="137150" wrap="square" tIns="68550">
            <a:spAutoFit/>
          </a:bodyPr>
          <a:lstStyle/>
          <a:p>
            <a:pPr indent="0" lvl="0" marL="0" marR="0" rtl="0" algn="ctr">
              <a:spcBef>
                <a:spcPts val="0"/>
              </a:spcBef>
              <a:spcAft>
                <a:spcPts val="0"/>
              </a:spcAft>
              <a:buNone/>
            </a:pPr>
            <a:r>
              <a:rPr i="1" lang="en-US" sz="3000">
                <a:solidFill>
                  <a:schemeClr val="lt2"/>
                </a:solidFill>
                <a:latin typeface="Instrument Sans Medium"/>
                <a:ea typeface="Instrument Sans Medium"/>
                <a:cs typeface="Instrument Sans Medium"/>
                <a:sym typeface="Instrument Sans Medium"/>
              </a:rPr>
              <a:t>“Nemo enim volu aspern odit quia iste volupt”</a:t>
            </a:r>
            <a:endParaRPr sz="2100">
              <a:latin typeface="Instrument Sans Medium"/>
              <a:ea typeface="Instrument Sans Medium"/>
              <a:cs typeface="Instrument Sans Medium"/>
              <a:sym typeface="Instrument Sans Medium"/>
            </a:endParaRPr>
          </a:p>
        </p:txBody>
      </p:sp>
      <p:sp>
        <p:nvSpPr>
          <p:cNvPr id="1443" name="Google Shape;1443;p64"/>
          <p:cNvSpPr txBox="1"/>
          <p:nvPr/>
        </p:nvSpPr>
        <p:spPr>
          <a:xfrm>
            <a:off x="2314112" y="5784408"/>
            <a:ext cx="2832900" cy="6003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000">
                <a:solidFill>
                  <a:schemeClr val="lt1"/>
                </a:solidFill>
                <a:latin typeface="Instrument Sans Medium"/>
                <a:ea typeface="Instrument Sans Medium"/>
                <a:cs typeface="Instrument Sans Medium"/>
                <a:sym typeface="Instrument Sans Medium"/>
              </a:rPr>
              <a:t>Description</a:t>
            </a:r>
            <a:endParaRPr sz="3000">
              <a:solidFill>
                <a:schemeClr val="lt1"/>
              </a:solidFill>
              <a:latin typeface="Instrument Sans Medium"/>
              <a:ea typeface="Instrument Sans Medium"/>
              <a:cs typeface="Instrument Sans Medium"/>
              <a:sym typeface="Instrument Sans Medium"/>
            </a:endParaRPr>
          </a:p>
        </p:txBody>
      </p:sp>
      <p:sp>
        <p:nvSpPr>
          <p:cNvPr id="1444" name="Google Shape;1444;p64"/>
          <p:cNvSpPr txBox="1"/>
          <p:nvPr/>
        </p:nvSpPr>
        <p:spPr>
          <a:xfrm>
            <a:off x="2314112" y="6174544"/>
            <a:ext cx="2832900" cy="4155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lt1"/>
                </a:solidFill>
                <a:latin typeface="Instrument Sans Medium"/>
                <a:ea typeface="Instrument Sans Medium"/>
                <a:cs typeface="Instrument Sans Medium"/>
                <a:sym typeface="Instrument Sans Medium"/>
              </a:rPr>
              <a:t>Sed persi unde omniseu</a:t>
            </a:r>
            <a:endParaRPr sz="1800">
              <a:solidFill>
                <a:schemeClr val="lt1"/>
              </a:solidFill>
              <a:latin typeface="Instrument Sans Medium"/>
              <a:ea typeface="Instrument Sans Medium"/>
              <a:cs typeface="Instrument Sans Medium"/>
              <a:sym typeface="Instrument Sans Medium"/>
            </a:endParaRPr>
          </a:p>
        </p:txBody>
      </p:sp>
      <p:sp>
        <p:nvSpPr>
          <p:cNvPr id="1445" name="Google Shape;1445;p64"/>
          <p:cNvSpPr/>
          <p:nvPr/>
        </p:nvSpPr>
        <p:spPr>
          <a:xfrm rot="-5400000">
            <a:off x="3205440" y="4594253"/>
            <a:ext cx="1052961" cy="1057277"/>
          </a:xfrm>
          <a:custGeom>
            <a:rect b="b" l="l" r="r" t="t"/>
            <a:pathLst>
              <a:path extrusionOk="0" h="1726167" w="1726165">
                <a:moveTo>
                  <a:pt x="1726163" y="1726166"/>
                </a:moveTo>
                <a:lnTo>
                  <a:pt x="1380930" y="1726166"/>
                </a:lnTo>
                <a:cubicBezTo>
                  <a:pt x="1380930" y="1605095"/>
                  <a:pt x="1360168" y="1488915"/>
                  <a:pt x="1322000" y="1380933"/>
                </a:cubicBezTo>
                <a:cubicBezTo>
                  <a:pt x="1304307" y="1330947"/>
                  <a:pt x="1282898" y="1282710"/>
                  <a:pt x="1258096" y="1236571"/>
                </a:cubicBezTo>
                <a:lnTo>
                  <a:pt x="1173839" y="1104796"/>
                </a:lnTo>
                <a:lnTo>
                  <a:pt x="1028032" y="1200574"/>
                </a:lnTo>
                <a:lnTo>
                  <a:pt x="870178" y="1277653"/>
                </a:lnTo>
                <a:lnTo>
                  <a:pt x="943299" y="1380934"/>
                </a:lnTo>
                <a:cubicBezTo>
                  <a:pt x="1002037" y="1482490"/>
                  <a:pt x="1035697" y="1600397"/>
                  <a:pt x="1035697" y="1726166"/>
                </a:cubicBezTo>
                <a:lnTo>
                  <a:pt x="690464" y="1726166"/>
                </a:lnTo>
                <a:cubicBezTo>
                  <a:pt x="690464" y="1559352"/>
                  <a:pt x="572108" y="1420144"/>
                  <a:pt x="414802" y="1387949"/>
                </a:cubicBezTo>
                <a:lnTo>
                  <a:pt x="345238" y="1380935"/>
                </a:lnTo>
                <a:lnTo>
                  <a:pt x="345233" y="1380935"/>
                </a:lnTo>
                <a:lnTo>
                  <a:pt x="345233" y="1726167"/>
                </a:lnTo>
                <a:lnTo>
                  <a:pt x="0" y="1726167"/>
                </a:lnTo>
                <a:lnTo>
                  <a:pt x="0" y="0"/>
                </a:lnTo>
                <a:lnTo>
                  <a:pt x="345233" y="0"/>
                </a:lnTo>
                <a:lnTo>
                  <a:pt x="345233" y="345233"/>
                </a:lnTo>
                <a:lnTo>
                  <a:pt x="414802" y="338218"/>
                </a:lnTo>
                <a:cubicBezTo>
                  <a:pt x="572109" y="306023"/>
                  <a:pt x="690465" y="166815"/>
                  <a:pt x="690465" y="0"/>
                </a:cubicBezTo>
                <a:lnTo>
                  <a:pt x="1035697" y="0"/>
                </a:lnTo>
                <a:cubicBezTo>
                  <a:pt x="1035697" y="125771"/>
                  <a:pt x="1002037" y="243678"/>
                  <a:pt x="943300" y="345233"/>
                </a:cubicBezTo>
                <a:cubicBezTo>
                  <a:pt x="940950" y="349309"/>
                  <a:pt x="938553" y="353337"/>
                  <a:pt x="936107" y="357316"/>
                </a:cubicBezTo>
                <a:cubicBezTo>
                  <a:pt x="933087" y="362351"/>
                  <a:pt x="929970" y="367386"/>
                  <a:pt x="926757" y="372325"/>
                </a:cubicBezTo>
                <a:cubicBezTo>
                  <a:pt x="924120" y="376496"/>
                  <a:pt x="921387" y="380620"/>
                  <a:pt x="918606" y="384695"/>
                </a:cubicBezTo>
                <a:cubicBezTo>
                  <a:pt x="917983" y="385702"/>
                  <a:pt x="917311" y="386661"/>
                  <a:pt x="916640" y="387620"/>
                </a:cubicBezTo>
                <a:cubicBezTo>
                  <a:pt x="914147" y="391312"/>
                  <a:pt x="911605" y="394957"/>
                  <a:pt x="909016" y="398601"/>
                </a:cubicBezTo>
                <a:cubicBezTo>
                  <a:pt x="906379" y="402341"/>
                  <a:pt x="903694" y="406081"/>
                  <a:pt x="900961" y="409773"/>
                </a:cubicBezTo>
                <a:cubicBezTo>
                  <a:pt x="899810" y="411403"/>
                  <a:pt x="898611" y="412985"/>
                  <a:pt x="897412" y="414568"/>
                </a:cubicBezTo>
                <a:cubicBezTo>
                  <a:pt x="895398" y="417253"/>
                  <a:pt x="893385" y="419890"/>
                  <a:pt x="891323" y="422479"/>
                </a:cubicBezTo>
                <a:cubicBezTo>
                  <a:pt x="887631" y="427322"/>
                  <a:pt x="883843" y="432069"/>
                  <a:pt x="880007" y="436768"/>
                </a:cubicBezTo>
                <a:cubicBezTo>
                  <a:pt x="877034" y="440412"/>
                  <a:pt x="874013" y="444008"/>
                  <a:pt x="870993" y="447557"/>
                </a:cubicBezTo>
                <a:cubicBezTo>
                  <a:pt x="870705" y="447893"/>
                  <a:pt x="870417" y="448180"/>
                  <a:pt x="870177" y="448516"/>
                </a:cubicBezTo>
                <a:cubicBezTo>
                  <a:pt x="861451" y="458681"/>
                  <a:pt x="852484" y="468654"/>
                  <a:pt x="843182" y="478292"/>
                </a:cubicBezTo>
                <a:cubicBezTo>
                  <a:pt x="840976" y="480593"/>
                  <a:pt x="838723" y="482895"/>
                  <a:pt x="836469" y="485149"/>
                </a:cubicBezTo>
                <a:cubicBezTo>
                  <a:pt x="828078" y="493684"/>
                  <a:pt x="819447" y="501979"/>
                  <a:pt x="810577" y="510034"/>
                </a:cubicBezTo>
                <a:cubicBezTo>
                  <a:pt x="808131" y="512288"/>
                  <a:pt x="805638" y="514541"/>
                  <a:pt x="803145" y="516747"/>
                </a:cubicBezTo>
                <a:cubicBezTo>
                  <a:pt x="800412" y="519193"/>
                  <a:pt x="797679" y="521590"/>
                  <a:pt x="794898" y="523940"/>
                </a:cubicBezTo>
                <a:cubicBezTo>
                  <a:pt x="784924" y="532522"/>
                  <a:pt x="774711" y="540818"/>
                  <a:pt x="764306" y="548777"/>
                </a:cubicBezTo>
                <a:cubicBezTo>
                  <a:pt x="761861" y="550647"/>
                  <a:pt x="759415" y="552469"/>
                  <a:pt x="756970" y="554291"/>
                </a:cubicBezTo>
                <a:cubicBezTo>
                  <a:pt x="748291" y="560764"/>
                  <a:pt x="739468" y="566997"/>
                  <a:pt x="730502" y="573039"/>
                </a:cubicBezTo>
                <a:cubicBezTo>
                  <a:pt x="728249" y="574573"/>
                  <a:pt x="725995" y="576060"/>
                  <a:pt x="723741" y="577546"/>
                </a:cubicBezTo>
                <a:cubicBezTo>
                  <a:pt x="720816" y="579513"/>
                  <a:pt x="717844" y="581431"/>
                  <a:pt x="714823" y="583300"/>
                </a:cubicBezTo>
                <a:cubicBezTo>
                  <a:pt x="700102" y="592698"/>
                  <a:pt x="684999" y="601473"/>
                  <a:pt x="669559" y="609672"/>
                </a:cubicBezTo>
                <a:cubicBezTo>
                  <a:pt x="667641" y="610727"/>
                  <a:pt x="665723" y="611734"/>
                  <a:pt x="663805" y="612741"/>
                </a:cubicBezTo>
                <a:cubicBezTo>
                  <a:pt x="659586" y="614947"/>
                  <a:pt x="655318" y="617104"/>
                  <a:pt x="651051" y="619214"/>
                </a:cubicBezTo>
                <a:cubicBezTo>
                  <a:pt x="640742" y="624297"/>
                  <a:pt x="630337" y="629140"/>
                  <a:pt x="619740" y="633743"/>
                </a:cubicBezTo>
                <a:cubicBezTo>
                  <a:pt x="617726" y="634606"/>
                  <a:pt x="615712" y="635469"/>
                  <a:pt x="613651" y="636332"/>
                </a:cubicBezTo>
                <a:cubicBezTo>
                  <a:pt x="600369" y="641990"/>
                  <a:pt x="586847" y="647169"/>
                  <a:pt x="573134" y="651964"/>
                </a:cubicBezTo>
                <a:cubicBezTo>
                  <a:pt x="569585" y="653210"/>
                  <a:pt x="565989" y="654409"/>
                  <a:pt x="562393" y="655608"/>
                </a:cubicBezTo>
                <a:cubicBezTo>
                  <a:pt x="554865" y="658101"/>
                  <a:pt x="547289" y="660498"/>
                  <a:pt x="539665" y="662704"/>
                </a:cubicBezTo>
                <a:cubicBezTo>
                  <a:pt x="536693" y="663567"/>
                  <a:pt x="533719" y="664430"/>
                  <a:pt x="530746" y="665245"/>
                </a:cubicBezTo>
                <a:cubicBezTo>
                  <a:pt x="515739" y="669417"/>
                  <a:pt x="500491" y="673109"/>
                  <a:pt x="485099" y="676274"/>
                </a:cubicBezTo>
                <a:cubicBezTo>
                  <a:pt x="481407" y="677041"/>
                  <a:pt x="477667" y="677808"/>
                  <a:pt x="473975" y="678479"/>
                </a:cubicBezTo>
                <a:cubicBezTo>
                  <a:pt x="473831" y="678528"/>
                  <a:pt x="473688" y="678528"/>
                  <a:pt x="473544" y="678575"/>
                </a:cubicBezTo>
                <a:cubicBezTo>
                  <a:pt x="471050" y="679055"/>
                  <a:pt x="468557" y="679486"/>
                  <a:pt x="466063" y="679918"/>
                </a:cubicBezTo>
                <a:cubicBezTo>
                  <a:pt x="464001" y="680301"/>
                  <a:pt x="461940" y="680637"/>
                  <a:pt x="459830" y="680973"/>
                </a:cubicBezTo>
                <a:cubicBezTo>
                  <a:pt x="453117" y="682124"/>
                  <a:pt x="446356" y="683131"/>
                  <a:pt x="439548" y="684090"/>
                </a:cubicBezTo>
                <a:cubicBezTo>
                  <a:pt x="427225" y="685768"/>
                  <a:pt x="414758" y="687110"/>
                  <a:pt x="402243" y="688117"/>
                </a:cubicBezTo>
                <a:cubicBezTo>
                  <a:pt x="396298" y="688644"/>
                  <a:pt x="390352" y="689028"/>
                  <a:pt x="384358" y="689364"/>
                </a:cubicBezTo>
                <a:cubicBezTo>
                  <a:pt x="380954" y="689556"/>
                  <a:pt x="377502" y="689748"/>
                  <a:pt x="374049" y="689843"/>
                </a:cubicBezTo>
                <a:cubicBezTo>
                  <a:pt x="370981" y="689987"/>
                  <a:pt x="367912" y="690131"/>
                  <a:pt x="364843" y="690179"/>
                </a:cubicBezTo>
                <a:cubicBezTo>
                  <a:pt x="362206" y="690275"/>
                  <a:pt x="359569" y="690323"/>
                  <a:pt x="356932" y="690370"/>
                </a:cubicBezTo>
                <a:lnTo>
                  <a:pt x="345233" y="690466"/>
                </a:lnTo>
                <a:lnTo>
                  <a:pt x="345233" y="1035700"/>
                </a:lnTo>
                <a:lnTo>
                  <a:pt x="345240" y="1035701"/>
                </a:lnTo>
                <a:lnTo>
                  <a:pt x="363693" y="1035510"/>
                </a:lnTo>
                <a:cubicBezTo>
                  <a:pt x="364843" y="1035510"/>
                  <a:pt x="365994" y="1035510"/>
                  <a:pt x="367097" y="1035510"/>
                </a:cubicBezTo>
                <a:cubicBezTo>
                  <a:pt x="371604" y="1035414"/>
                  <a:pt x="376064" y="1035318"/>
                  <a:pt x="380522" y="1035126"/>
                </a:cubicBezTo>
                <a:cubicBezTo>
                  <a:pt x="382584" y="1035078"/>
                  <a:pt x="384646" y="1035030"/>
                  <a:pt x="386660" y="1034935"/>
                </a:cubicBezTo>
                <a:cubicBezTo>
                  <a:pt x="387187" y="1034935"/>
                  <a:pt x="387667" y="1034935"/>
                  <a:pt x="388146" y="1034935"/>
                </a:cubicBezTo>
                <a:cubicBezTo>
                  <a:pt x="393565" y="1034695"/>
                  <a:pt x="398983" y="1034455"/>
                  <a:pt x="404353" y="1034119"/>
                </a:cubicBezTo>
                <a:cubicBezTo>
                  <a:pt x="410155" y="1033832"/>
                  <a:pt x="415909" y="1033448"/>
                  <a:pt x="421663" y="1033017"/>
                </a:cubicBezTo>
                <a:cubicBezTo>
                  <a:pt x="423149" y="1032921"/>
                  <a:pt x="424588" y="1032824"/>
                  <a:pt x="426074" y="1032681"/>
                </a:cubicBezTo>
                <a:cubicBezTo>
                  <a:pt x="431828" y="1032249"/>
                  <a:pt x="437582" y="1031770"/>
                  <a:pt x="443336" y="1031194"/>
                </a:cubicBezTo>
                <a:cubicBezTo>
                  <a:pt x="449042" y="1030667"/>
                  <a:pt x="454747" y="1030092"/>
                  <a:pt x="460454" y="1029468"/>
                </a:cubicBezTo>
                <a:cubicBezTo>
                  <a:pt x="463139" y="1029181"/>
                  <a:pt x="465872" y="1028845"/>
                  <a:pt x="468557" y="1028509"/>
                </a:cubicBezTo>
                <a:cubicBezTo>
                  <a:pt x="471338" y="1028221"/>
                  <a:pt x="474071" y="1027886"/>
                  <a:pt x="476804" y="1027502"/>
                </a:cubicBezTo>
                <a:cubicBezTo>
                  <a:pt x="479250" y="1027214"/>
                  <a:pt x="481695" y="1026879"/>
                  <a:pt x="484093" y="1026543"/>
                </a:cubicBezTo>
                <a:cubicBezTo>
                  <a:pt x="486873" y="1026208"/>
                  <a:pt x="489655" y="1025824"/>
                  <a:pt x="492388" y="1025393"/>
                </a:cubicBezTo>
                <a:cubicBezTo>
                  <a:pt x="498717" y="1024529"/>
                  <a:pt x="504998" y="1023570"/>
                  <a:pt x="511280" y="1022516"/>
                </a:cubicBezTo>
                <a:cubicBezTo>
                  <a:pt x="512718" y="1022324"/>
                  <a:pt x="514109" y="1022084"/>
                  <a:pt x="515499" y="1021844"/>
                </a:cubicBezTo>
                <a:cubicBezTo>
                  <a:pt x="518616" y="1021365"/>
                  <a:pt x="521732" y="1020837"/>
                  <a:pt x="524849" y="1020262"/>
                </a:cubicBezTo>
                <a:cubicBezTo>
                  <a:pt x="529644" y="1019447"/>
                  <a:pt x="534439" y="1018584"/>
                  <a:pt x="539234" y="1017625"/>
                </a:cubicBezTo>
                <a:cubicBezTo>
                  <a:pt x="542638" y="1017001"/>
                  <a:pt x="546091" y="1016330"/>
                  <a:pt x="549495" y="1015611"/>
                </a:cubicBezTo>
                <a:cubicBezTo>
                  <a:pt x="551365" y="1015275"/>
                  <a:pt x="553187" y="1014892"/>
                  <a:pt x="555057" y="1014508"/>
                </a:cubicBezTo>
                <a:cubicBezTo>
                  <a:pt x="559133" y="1013693"/>
                  <a:pt x="563209" y="1012829"/>
                  <a:pt x="567284" y="1011919"/>
                </a:cubicBezTo>
                <a:cubicBezTo>
                  <a:pt x="568195" y="1011727"/>
                  <a:pt x="569058" y="1011535"/>
                  <a:pt x="569921" y="1011343"/>
                </a:cubicBezTo>
                <a:cubicBezTo>
                  <a:pt x="572942" y="1010672"/>
                  <a:pt x="575963" y="1010001"/>
                  <a:pt x="578983" y="1009282"/>
                </a:cubicBezTo>
                <a:cubicBezTo>
                  <a:pt x="584258" y="1008083"/>
                  <a:pt x="589485" y="1006836"/>
                  <a:pt x="594711" y="1005542"/>
                </a:cubicBezTo>
                <a:cubicBezTo>
                  <a:pt x="599937" y="1004247"/>
                  <a:pt x="605068" y="1002952"/>
                  <a:pt x="610246" y="1001562"/>
                </a:cubicBezTo>
                <a:cubicBezTo>
                  <a:pt x="613459" y="1000747"/>
                  <a:pt x="616624" y="999884"/>
                  <a:pt x="619789" y="998973"/>
                </a:cubicBezTo>
                <a:cubicBezTo>
                  <a:pt x="629762" y="996287"/>
                  <a:pt x="639639" y="993411"/>
                  <a:pt x="649469" y="990390"/>
                </a:cubicBezTo>
                <a:cubicBezTo>
                  <a:pt x="655223" y="988615"/>
                  <a:pt x="660977" y="986793"/>
                  <a:pt x="666682" y="984924"/>
                </a:cubicBezTo>
                <a:cubicBezTo>
                  <a:pt x="667306" y="984732"/>
                  <a:pt x="667977" y="984492"/>
                  <a:pt x="668696" y="984252"/>
                </a:cubicBezTo>
                <a:cubicBezTo>
                  <a:pt x="672676" y="982957"/>
                  <a:pt x="676656" y="981663"/>
                  <a:pt x="680636" y="980224"/>
                </a:cubicBezTo>
                <a:cubicBezTo>
                  <a:pt x="683033" y="979457"/>
                  <a:pt x="685431" y="978642"/>
                  <a:pt x="687828" y="977779"/>
                </a:cubicBezTo>
                <a:cubicBezTo>
                  <a:pt x="692719" y="976101"/>
                  <a:pt x="697610" y="974327"/>
                  <a:pt x="702452" y="972553"/>
                </a:cubicBezTo>
                <a:cubicBezTo>
                  <a:pt x="703172" y="972265"/>
                  <a:pt x="703891" y="971977"/>
                  <a:pt x="704658" y="971690"/>
                </a:cubicBezTo>
                <a:cubicBezTo>
                  <a:pt x="708782" y="970203"/>
                  <a:pt x="712906" y="968669"/>
                  <a:pt x="717029" y="967039"/>
                </a:cubicBezTo>
                <a:cubicBezTo>
                  <a:pt x="718899" y="966319"/>
                  <a:pt x="720721" y="965600"/>
                  <a:pt x="722591" y="964881"/>
                </a:cubicBezTo>
                <a:cubicBezTo>
                  <a:pt x="725851" y="963634"/>
                  <a:pt x="729064" y="962339"/>
                  <a:pt x="732277" y="960996"/>
                </a:cubicBezTo>
                <a:cubicBezTo>
                  <a:pt x="738318" y="958599"/>
                  <a:pt x="744360" y="956106"/>
                  <a:pt x="750354" y="953516"/>
                </a:cubicBezTo>
                <a:cubicBezTo>
                  <a:pt x="754190" y="951934"/>
                  <a:pt x="757977" y="950304"/>
                  <a:pt x="761765" y="948578"/>
                </a:cubicBezTo>
                <a:cubicBezTo>
                  <a:pt x="762724" y="948194"/>
                  <a:pt x="763683" y="947763"/>
                  <a:pt x="764642" y="947331"/>
                </a:cubicBezTo>
                <a:cubicBezTo>
                  <a:pt x="768047" y="945845"/>
                  <a:pt x="771451" y="944311"/>
                  <a:pt x="774808" y="942776"/>
                </a:cubicBezTo>
                <a:cubicBezTo>
                  <a:pt x="775191" y="942585"/>
                  <a:pt x="775575" y="942393"/>
                  <a:pt x="775958" y="942201"/>
                </a:cubicBezTo>
                <a:cubicBezTo>
                  <a:pt x="783103" y="938988"/>
                  <a:pt x="790151" y="935680"/>
                  <a:pt x="797152" y="932227"/>
                </a:cubicBezTo>
                <a:cubicBezTo>
                  <a:pt x="800652" y="930549"/>
                  <a:pt x="804056" y="928871"/>
                  <a:pt x="807509" y="927145"/>
                </a:cubicBezTo>
                <a:cubicBezTo>
                  <a:pt x="812448" y="924700"/>
                  <a:pt x="817386" y="922158"/>
                  <a:pt x="822277" y="919617"/>
                </a:cubicBezTo>
                <a:cubicBezTo>
                  <a:pt x="827072" y="917124"/>
                  <a:pt x="831819" y="914582"/>
                  <a:pt x="836566" y="912041"/>
                </a:cubicBezTo>
                <a:cubicBezTo>
                  <a:pt x="839107" y="910650"/>
                  <a:pt x="841697" y="909260"/>
                  <a:pt x="844238" y="907821"/>
                </a:cubicBezTo>
                <a:cubicBezTo>
                  <a:pt x="848169" y="905663"/>
                  <a:pt x="852102" y="903506"/>
                  <a:pt x="856033" y="901252"/>
                </a:cubicBezTo>
                <a:cubicBezTo>
                  <a:pt x="860205" y="898903"/>
                  <a:pt x="864328" y="896506"/>
                  <a:pt x="868452" y="894060"/>
                </a:cubicBezTo>
                <a:cubicBezTo>
                  <a:pt x="870083" y="893149"/>
                  <a:pt x="871712" y="892190"/>
                  <a:pt x="873295" y="891231"/>
                </a:cubicBezTo>
                <a:cubicBezTo>
                  <a:pt x="877419" y="888785"/>
                  <a:pt x="881494" y="886341"/>
                  <a:pt x="885570" y="883799"/>
                </a:cubicBezTo>
                <a:cubicBezTo>
                  <a:pt x="896502" y="877134"/>
                  <a:pt x="907243" y="870229"/>
                  <a:pt x="917887" y="863181"/>
                </a:cubicBezTo>
                <a:lnTo>
                  <a:pt x="917954" y="863136"/>
                </a:lnTo>
                <a:lnTo>
                  <a:pt x="917886" y="863084"/>
                </a:lnTo>
                <a:lnTo>
                  <a:pt x="1015451" y="788851"/>
                </a:lnTo>
                <a:lnTo>
                  <a:pt x="1025935" y="780235"/>
                </a:lnTo>
                <a:lnTo>
                  <a:pt x="1117114" y="690467"/>
                </a:lnTo>
                <a:cubicBezTo>
                  <a:pt x="1136965" y="668315"/>
                  <a:pt x="1155905" y="645251"/>
                  <a:pt x="1173838" y="621372"/>
                </a:cubicBezTo>
                <a:lnTo>
                  <a:pt x="1173883" y="621409"/>
                </a:lnTo>
                <a:lnTo>
                  <a:pt x="1185395" y="605742"/>
                </a:lnTo>
                <a:cubicBezTo>
                  <a:pt x="1188656" y="601283"/>
                  <a:pt x="1191820" y="596824"/>
                  <a:pt x="1194985" y="592268"/>
                </a:cubicBezTo>
                <a:cubicBezTo>
                  <a:pt x="1196471" y="590207"/>
                  <a:pt x="1197910" y="588097"/>
                  <a:pt x="1199300" y="585987"/>
                </a:cubicBezTo>
                <a:cubicBezTo>
                  <a:pt x="1201266" y="583206"/>
                  <a:pt x="1203184" y="580425"/>
                  <a:pt x="1205007" y="577596"/>
                </a:cubicBezTo>
                <a:cubicBezTo>
                  <a:pt x="1211672" y="567767"/>
                  <a:pt x="1218096" y="557841"/>
                  <a:pt x="1224330" y="547819"/>
                </a:cubicBezTo>
                <a:cubicBezTo>
                  <a:pt x="1226056" y="545086"/>
                  <a:pt x="1227782" y="542353"/>
                  <a:pt x="1229413" y="539620"/>
                </a:cubicBezTo>
                <a:cubicBezTo>
                  <a:pt x="1238523" y="524756"/>
                  <a:pt x="1247249" y="509652"/>
                  <a:pt x="1255544" y="494308"/>
                </a:cubicBezTo>
                <a:cubicBezTo>
                  <a:pt x="1257079" y="491575"/>
                  <a:pt x="1258565" y="488842"/>
                  <a:pt x="1260004" y="486061"/>
                </a:cubicBezTo>
                <a:cubicBezTo>
                  <a:pt x="1262258" y="481937"/>
                  <a:pt x="1264415" y="477814"/>
                  <a:pt x="1266525" y="473642"/>
                </a:cubicBezTo>
                <a:lnTo>
                  <a:pt x="1269834" y="467169"/>
                </a:lnTo>
                <a:cubicBezTo>
                  <a:pt x="1271128" y="464628"/>
                  <a:pt x="1272423" y="462038"/>
                  <a:pt x="1273669" y="459449"/>
                </a:cubicBezTo>
                <a:cubicBezTo>
                  <a:pt x="1275108" y="456620"/>
                  <a:pt x="1276498" y="453791"/>
                  <a:pt x="1277841" y="450962"/>
                </a:cubicBezTo>
                <a:cubicBezTo>
                  <a:pt x="1280574" y="445353"/>
                  <a:pt x="1283259" y="439695"/>
                  <a:pt x="1285896" y="433988"/>
                </a:cubicBezTo>
                <a:cubicBezTo>
                  <a:pt x="1288006" y="429481"/>
                  <a:pt x="1290068" y="424926"/>
                  <a:pt x="1292081" y="420323"/>
                </a:cubicBezTo>
                <a:cubicBezTo>
                  <a:pt x="1292657" y="419076"/>
                  <a:pt x="1293233" y="417781"/>
                  <a:pt x="1293808" y="416439"/>
                </a:cubicBezTo>
                <a:cubicBezTo>
                  <a:pt x="1295918" y="411644"/>
                  <a:pt x="1298028" y="406850"/>
                  <a:pt x="1300042" y="402007"/>
                </a:cubicBezTo>
                <a:cubicBezTo>
                  <a:pt x="1300569" y="400712"/>
                  <a:pt x="1301144" y="399417"/>
                  <a:pt x="1301672" y="398123"/>
                </a:cubicBezTo>
                <a:cubicBezTo>
                  <a:pt x="1303110" y="394670"/>
                  <a:pt x="1304549" y="391218"/>
                  <a:pt x="1305939" y="387717"/>
                </a:cubicBezTo>
                <a:cubicBezTo>
                  <a:pt x="1306802" y="385560"/>
                  <a:pt x="1307713" y="383354"/>
                  <a:pt x="1308529" y="381197"/>
                </a:cubicBezTo>
                <a:cubicBezTo>
                  <a:pt x="1309056" y="379902"/>
                  <a:pt x="1309583" y="378559"/>
                  <a:pt x="1310062" y="377264"/>
                </a:cubicBezTo>
                <a:cubicBezTo>
                  <a:pt x="1311549" y="373524"/>
                  <a:pt x="1312988" y="369785"/>
                  <a:pt x="1314378" y="366045"/>
                </a:cubicBezTo>
                <a:cubicBezTo>
                  <a:pt x="1317015" y="359188"/>
                  <a:pt x="1319556" y="352283"/>
                  <a:pt x="1322002" y="345331"/>
                </a:cubicBezTo>
                <a:cubicBezTo>
                  <a:pt x="1360169" y="237349"/>
                  <a:pt x="1380931" y="121169"/>
                  <a:pt x="1380931" y="97"/>
                </a:cubicBezTo>
                <a:lnTo>
                  <a:pt x="1726159" y="97"/>
                </a:lnTo>
                <a:lnTo>
                  <a:pt x="1715058" y="175926"/>
                </a:lnTo>
                <a:cubicBezTo>
                  <a:pt x="1707728" y="233537"/>
                  <a:pt x="1696843" y="290045"/>
                  <a:pt x="1682627" y="345235"/>
                </a:cubicBezTo>
                <a:cubicBezTo>
                  <a:pt x="1651124" y="467697"/>
                  <a:pt x="1603223" y="583590"/>
                  <a:pt x="1541417" y="690468"/>
                </a:cubicBezTo>
                <a:cubicBezTo>
                  <a:pt x="1506366" y="751076"/>
                  <a:pt x="1466808" y="808759"/>
                  <a:pt x="1423271" y="863085"/>
                </a:cubicBezTo>
                <a:lnTo>
                  <a:pt x="1423270" y="863086"/>
                </a:lnTo>
                <a:lnTo>
                  <a:pt x="1541416" y="1035700"/>
                </a:lnTo>
                <a:cubicBezTo>
                  <a:pt x="1603221" y="1142579"/>
                  <a:pt x="1651123" y="1258472"/>
                  <a:pt x="1682625" y="1380933"/>
                </a:cubicBezTo>
                <a:cubicBezTo>
                  <a:pt x="1711059" y="1491312"/>
                  <a:pt x="1726163" y="1606966"/>
                  <a:pt x="1726163" y="1726166"/>
                </a:cubicBezTo>
                <a:close/>
                <a:moveTo>
                  <a:pt x="1726165" y="1"/>
                </a:moveTo>
                <a:lnTo>
                  <a:pt x="1726165" y="97"/>
                </a:lnTo>
                <a:lnTo>
                  <a:pt x="1726159" y="97"/>
                </a:ln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46" name="Google Shape;1446;p64"/>
          <p:cNvSpPr txBox="1"/>
          <p:nvPr/>
        </p:nvSpPr>
        <p:spPr>
          <a:xfrm>
            <a:off x="5923095" y="5784408"/>
            <a:ext cx="2832900" cy="6003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000">
                <a:solidFill>
                  <a:schemeClr val="lt1"/>
                </a:solidFill>
                <a:latin typeface="Instrument Sans Medium"/>
                <a:ea typeface="Instrument Sans Medium"/>
                <a:cs typeface="Instrument Sans Medium"/>
                <a:sym typeface="Instrument Sans Medium"/>
              </a:rPr>
              <a:t>Description</a:t>
            </a:r>
            <a:endParaRPr sz="3000">
              <a:solidFill>
                <a:schemeClr val="lt1"/>
              </a:solidFill>
              <a:latin typeface="Instrument Sans Medium"/>
              <a:ea typeface="Instrument Sans Medium"/>
              <a:cs typeface="Instrument Sans Medium"/>
              <a:sym typeface="Instrument Sans Medium"/>
            </a:endParaRPr>
          </a:p>
        </p:txBody>
      </p:sp>
      <p:sp>
        <p:nvSpPr>
          <p:cNvPr id="1447" name="Google Shape;1447;p64"/>
          <p:cNvSpPr txBox="1"/>
          <p:nvPr/>
        </p:nvSpPr>
        <p:spPr>
          <a:xfrm>
            <a:off x="5923095" y="6174544"/>
            <a:ext cx="2832900" cy="4155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lt1"/>
                </a:solidFill>
                <a:latin typeface="Instrument Sans Medium"/>
                <a:ea typeface="Instrument Sans Medium"/>
                <a:cs typeface="Instrument Sans Medium"/>
                <a:sym typeface="Instrument Sans Medium"/>
              </a:rPr>
              <a:t>Sed persi unde omniseu</a:t>
            </a:r>
            <a:endParaRPr sz="1800">
              <a:solidFill>
                <a:schemeClr val="lt1"/>
              </a:solidFill>
              <a:latin typeface="Instrument Sans Medium"/>
              <a:ea typeface="Instrument Sans Medium"/>
              <a:cs typeface="Instrument Sans Medium"/>
              <a:sym typeface="Instrument Sans Medium"/>
            </a:endParaRPr>
          </a:p>
        </p:txBody>
      </p:sp>
      <p:sp>
        <p:nvSpPr>
          <p:cNvPr id="1448" name="Google Shape;1448;p64"/>
          <p:cNvSpPr txBox="1"/>
          <p:nvPr/>
        </p:nvSpPr>
        <p:spPr>
          <a:xfrm>
            <a:off x="9532080" y="5784408"/>
            <a:ext cx="2832900" cy="6003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000">
                <a:solidFill>
                  <a:schemeClr val="lt1"/>
                </a:solidFill>
                <a:latin typeface="Instrument Sans Medium"/>
                <a:ea typeface="Instrument Sans Medium"/>
                <a:cs typeface="Instrument Sans Medium"/>
                <a:sym typeface="Instrument Sans Medium"/>
              </a:rPr>
              <a:t>Description</a:t>
            </a:r>
            <a:endParaRPr sz="3000">
              <a:solidFill>
                <a:schemeClr val="lt1"/>
              </a:solidFill>
              <a:latin typeface="Instrument Sans Medium"/>
              <a:ea typeface="Instrument Sans Medium"/>
              <a:cs typeface="Instrument Sans Medium"/>
              <a:sym typeface="Instrument Sans Medium"/>
            </a:endParaRPr>
          </a:p>
        </p:txBody>
      </p:sp>
      <p:sp>
        <p:nvSpPr>
          <p:cNvPr id="1449" name="Google Shape;1449;p64"/>
          <p:cNvSpPr txBox="1"/>
          <p:nvPr/>
        </p:nvSpPr>
        <p:spPr>
          <a:xfrm>
            <a:off x="9532080" y="6174544"/>
            <a:ext cx="2832900" cy="4155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lt1"/>
                </a:solidFill>
                <a:latin typeface="Instrument Sans Medium"/>
                <a:ea typeface="Instrument Sans Medium"/>
                <a:cs typeface="Instrument Sans Medium"/>
                <a:sym typeface="Instrument Sans Medium"/>
              </a:rPr>
              <a:t>Sed persi unde omniseu</a:t>
            </a:r>
            <a:endParaRPr sz="1800">
              <a:solidFill>
                <a:schemeClr val="lt1"/>
              </a:solidFill>
              <a:latin typeface="Instrument Sans Medium"/>
              <a:ea typeface="Instrument Sans Medium"/>
              <a:cs typeface="Instrument Sans Medium"/>
              <a:sym typeface="Instrument Sans Medium"/>
            </a:endParaRPr>
          </a:p>
        </p:txBody>
      </p:sp>
      <p:sp>
        <p:nvSpPr>
          <p:cNvPr id="1450" name="Google Shape;1450;p64"/>
          <p:cNvSpPr txBox="1"/>
          <p:nvPr/>
        </p:nvSpPr>
        <p:spPr>
          <a:xfrm>
            <a:off x="13141064" y="5784408"/>
            <a:ext cx="2832900" cy="600300"/>
          </a:xfrm>
          <a:prstGeom prst="rect">
            <a:avLst/>
          </a:prstGeom>
          <a:noFill/>
          <a:ln>
            <a:noFill/>
          </a:ln>
        </p:spPr>
        <p:txBody>
          <a:bodyPr anchorCtr="0" anchor="ctr" bIns="68550" lIns="137150" spcFirstLastPara="1" rIns="137150" wrap="square" tIns="68550">
            <a:spAutoFit/>
          </a:bodyPr>
          <a:lstStyle/>
          <a:p>
            <a:pPr indent="0" lvl="0" marL="0" marR="0" rtl="0" algn="ctr">
              <a:spcBef>
                <a:spcPts val="0"/>
              </a:spcBef>
              <a:spcAft>
                <a:spcPts val="0"/>
              </a:spcAft>
              <a:buNone/>
            </a:pPr>
            <a:r>
              <a:rPr lang="en-US" sz="3000">
                <a:solidFill>
                  <a:schemeClr val="lt1"/>
                </a:solidFill>
                <a:latin typeface="Instrument Sans Medium"/>
                <a:ea typeface="Instrument Sans Medium"/>
                <a:cs typeface="Instrument Sans Medium"/>
                <a:sym typeface="Instrument Sans Medium"/>
              </a:rPr>
              <a:t>Description</a:t>
            </a:r>
            <a:endParaRPr sz="3000">
              <a:solidFill>
                <a:schemeClr val="lt1"/>
              </a:solidFill>
              <a:latin typeface="Instrument Sans Medium"/>
              <a:ea typeface="Instrument Sans Medium"/>
              <a:cs typeface="Instrument Sans Medium"/>
              <a:sym typeface="Instrument Sans Medium"/>
            </a:endParaRPr>
          </a:p>
        </p:txBody>
      </p:sp>
      <p:sp>
        <p:nvSpPr>
          <p:cNvPr id="1451" name="Google Shape;1451;p64"/>
          <p:cNvSpPr txBox="1"/>
          <p:nvPr/>
        </p:nvSpPr>
        <p:spPr>
          <a:xfrm>
            <a:off x="13141064" y="6174544"/>
            <a:ext cx="2832900" cy="415500"/>
          </a:xfrm>
          <a:prstGeom prst="rect">
            <a:avLst/>
          </a:prstGeom>
          <a:noFill/>
          <a:ln>
            <a:noFill/>
          </a:ln>
        </p:spPr>
        <p:txBody>
          <a:bodyPr anchorCtr="0" anchor="t" bIns="68550" lIns="137150" spcFirstLastPara="1" rIns="137150" wrap="square" tIns="68550">
            <a:spAutoFit/>
          </a:bodyPr>
          <a:lstStyle/>
          <a:p>
            <a:pPr indent="0" lvl="0" marL="0" marR="0" rtl="0" algn="ctr">
              <a:lnSpc>
                <a:spcPct val="150000"/>
              </a:lnSpc>
              <a:spcBef>
                <a:spcPts val="0"/>
              </a:spcBef>
              <a:spcAft>
                <a:spcPts val="0"/>
              </a:spcAft>
              <a:buNone/>
            </a:pPr>
            <a:r>
              <a:rPr lang="en-US" sz="1800">
                <a:solidFill>
                  <a:schemeClr val="lt1"/>
                </a:solidFill>
                <a:latin typeface="Instrument Sans Medium"/>
                <a:ea typeface="Instrument Sans Medium"/>
                <a:cs typeface="Instrument Sans Medium"/>
                <a:sym typeface="Instrument Sans Medium"/>
              </a:rPr>
              <a:t>Sed persi unde omniseu</a:t>
            </a:r>
            <a:endParaRPr sz="1800">
              <a:solidFill>
                <a:schemeClr val="lt1"/>
              </a:solidFill>
              <a:latin typeface="Instrument Sans Medium"/>
              <a:ea typeface="Instrument Sans Medium"/>
              <a:cs typeface="Instrument Sans Medium"/>
              <a:sym typeface="Instrument Sans Medium"/>
            </a:endParaRPr>
          </a:p>
        </p:txBody>
      </p:sp>
      <p:grpSp>
        <p:nvGrpSpPr>
          <p:cNvPr id="1452" name="Google Shape;1452;p64"/>
          <p:cNvGrpSpPr/>
          <p:nvPr/>
        </p:nvGrpSpPr>
        <p:grpSpPr>
          <a:xfrm>
            <a:off x="6812084" y="4592309"/>
            <a:ext cx="1056406" cy="1056406"/>
            <a:chOff x="6426897" y="3067050"/>
            <a:chExt cx="2743200" cy="2743200"/>
          </a:xfrm>
        </p:grpSpPr>
        <p:sp>
          <p:nvSpPr>
            <p:cNvPr id="1453" name="Google Shape;1453;p64"/>
            <p:cNvSpPr/>
            <p:nvPr/>
          </p:nvSpPr>
          <p:spPr>
            <a:xfrm>
              <a:off x="6426897" y="3067050"/>
              <a:ext cx="2057400" cy="2743200"/>
            </a:xfrm>
            <a:custGeom>
              <a:rect b="b" l="l" r="r" t="t"/>
              <a:pathLst>
                <a:path extrusionOk="0" h="2743200" w="2057400">
                  <a:moveTo>
                    <a:pt x="2057400" y="0"/>
                  </a:moveTo>
                  <a:lnTo>
                    <a:pt x="2057400" y="685800"/>
                  </a:lnTo>
                  <a:cubicBezTo>
                    <a:pt x="2057400" y="685800"/>
                    <a:pt x="1256729" y="692087"/>
                    <a:pt x="1257776" y="695230"/>
                  </a:cubicBezTo>
                  <a:cubicBezTo>
                    <a:pt x="933260" y="749427"/>
                    <a:pt x="685800" y="1031653"/>
                    <a:pt x="685800" y="1371600"/>
                  </a:cubicBezTo>
                  <a:lnTo>
                    <a:pt x="1371600" y="1371600"/>
                  </a:lnTo>
                  <a:lnTo>
                    <a:pt x="1371600" y="2057400"/>
                  </a:lnTo>
                  <a:cubicBezTo>
                    <a:pt x="1332834" y="2057400"/>
                    <a:pt x="1255586" y="2054257"/>
                    <a:pt x="1254538" y="2057400"/>
                  </a:cubicBezTo>
                  <a:lnTo>
                    <a:pt x="685800" y="2057400"/>
                  </a:lnTo>
                  <a:lnTo>
                    <a:pt x="685800" y="2743200"/>
                  </a:lnTo>
                  <a:lnTo>
                    <a:pt x="0" y="2743200"/>
                  </a:lnTo>
                  <a:lnTo>
                    <a:pt x="0" y="1371600"/>
                  </a:lnTo>
                  <a:cubicBezTo>
                    <a:pt x="0" y="1121759"/>
                    <a:pt x="66866" y="887539"/>
                    <a:pt x="183547" y="685800"/>
                  </a:cubicBezTo>
                  <a:cubicBezTo>
                    <a:pt x="229362" y="606647"/>
                    <a:pt x="282797" y="532543"/>
                    <a:pt x="342900" y="464534"/>
                  </a:cubicBezTo>
                  <a:cubicBezTo>
                    <a:pt x="440817" y="353378"/>
                    <a:pt x="556641" y="258223"/>
                    <a:pt x="685800" y="183547"/>
                  </a:cubicBezTo>
                  <a:cubicBezTo>
                    <a:pt x="758000" y="141732"/>
                    <a:pt x="834390" y="106394"/>
                    <a:pt x="914114" y="78105"/>
                  </a:cubicBezTo>
                  <a:cubicBezTo>
                    <a:pt x="1057180" y="27527"/>
                    <a:pt x="1211199" y="0"/>
                    <a:pt x="1371600" y="0"/>
                  </a:cubicBezTo>
                  <a:lnTo>
                    <a:pt x="2057400" y="0"/>
                  </a:ln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54" name="Google Shape;1454;p64"/>
            <p:cNvSpPr/>
            <p:nvPr/>
          </p:nvSpPr>
          <p:spPr>
            <a:xfrm>
              <a:off x="7798497" y="4438650"/>
              <a:ext cx="1371600" cy="1371600"/>
            </a:xfrm>
            <a:custGeom>
              <a:rect b="b" l="l" r="r" t="t"/>
              <a:pathLst>
                <a:path extrusionOk="0" h="1371600" w="1371600">
                  <a:moveTo>
                    <a:pt x="1371600" y="0"/>
                  </a:moveTo>
                  <a:cubicBezTo>
                    <a:pt x="1371600" y="249841"/>
                    <a:pt x="1304734" y="484061"/>
                    <a:pt x="1188053" y="685800"/>
                  </a:cubicBezTo>
                  <a:cubicBezTo>
                    <a:pt x="1067658" y="894016"/>
                    <a:pt x="894016" y="1067657"/>
                    <a:pt x="685800" y="1188053"/>
                  </a:cubicBezTo>
                  <a:cubicBezTo>
                    <a:pt x="484061" y="1304735"/>
                    <a:pt x="249841" y="1371600"/>
                    <a:pt x="0" y="1371600"/>
                  </a:cubicBezTo>
                  <a:lnTo>
                    <a:pt x="0" y="685800"/>
                  </a:lnTo>
                  <a:cubicBezTo>
                    <a:pt x="378714" y="685800"/>
                    <a:pt x="685800" y="378714"/>
                    <a:pt x="685800" y="0"/>
                  </a:cubicBezTo>
                  <a:lnTo>
                    <a:pt x="1371600" y="0"/>
                  </a:ln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grpSp>
      <p:sp>
        <p:nvSpPr>
          <p:cNvPr id="1455" name="Google Shape;1455;p64"/>
          <p:cNvSpPr/>
          <p:nvPr/>
        </p:nvSpPr>
        <p:spPr>
          <a:xfrm>
            <a:off x="14162456" y="4592002"/>
            <a:ext cx="786955" cy="1052007"/>
          </a:xfrm>
          <a:custGeom>
            <a:rect b="b" l="l" r="r" t="t"/>
            <a:pathLst>
              <a:path extrusionOk="0" h="2750344" w="2057400">
                <a:moveTo>
                  <a:pt x="1005840" y="0"/>
                </a:moveTo>
                <a:lnTo>
                  <a:pt x="1371600" y="0"/>
                </a:lnTo>
                <a:lnTo>
                  <a:pt x="1975675" y="0"/>
                </a:lnTo>
                <a:lnTo>
                  <a:pt x="2057400" y="0"/>
                </a:lnTo>
                <a:lnTo>
                  <a:pt x="2057400" y="692944"/>
                </a:lnTo>
                <a:lnTo>
                  <a:pt x="1371600" y="692944"/>
                </a:lnTo>
                <a:lnTo>
                  <a:pt x="1282732" y="692944"/>
                </a:lnTo>
                <a:lnTo>
                  <a:pt x="685800" y="1289971"/>
                </a:lnTo>
                <a:lnTo>
                  <a:pt x="685800" y="2259807"/>
                </a:lnTo>
                <a:lnTo>
                  <a:pt x="895255" y="2050352"/>
                </a:lnTo>
                <a:lnTo>
                  <a:pt x="1371600" y="1573911"/>
                </a:lnTo>
                <a:lnTo>
                  <a:pt x="1580959" y="1364552"/>
                </a:lnTo>
                <a:lnTo>
                  <a:pt x="2057400" y="1364552"/>
                </a:lnTo>
                <a:lnTo>
                  <a:pt x="2057400" y="1858042"/>
                </a:lnTo>
                <a:lnTo>
                  <a:pt x="1865090" y="2050352"/>
                </a:lnTo>
                <a:lnTo>
                  <a:pt x="2057400" y="2050352"/>
                </a:lnTo>
                <a:lnTo>
                  <a:pt x="2057400" y="2750344"/>
                </a:lnTo>
                <a:lnTo>
                  <a:pt x="1371600" y="2750344"/>
                </a:lnTo>
                <a:lnTo>
                  <a:pt x="1371600" y="2543842"/>
                </a:lnTo>
                <a:lnTo>
                  <a:pt x="1165098" y="2750344"/>
                </a:lnTo>
                <a:lnTo>
                  <a:pt x="0" y="2750344"/>
                </a:lnTo>
                <a:lnTo>
                  <a:pt x="0" y="1005840"/>
                </a:ln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56" name="Google Shape;1456;p64"/>
          <p:cNvSpPr/>
          <p:nvPr/>
        </p:nvSpPr>
        <p:spPr>
          <a:xfrm>
            <a:off x="10420427" y="4592003"/>
            <a:ext cx="1057240" cy="1057240"/>
          </a:xfrm>
          <a:custGeom>
            <a:rect b="b" l="l" r="r" t="t"/>
            <a:pathLst>
              <a:path extrusionOk="0" h="5956284" w="5956284">
                <a:moveTo>
                  <a:pt x="3573771" y="4009986"/>
                </a:moveTo>
                <a:cubicBezTo>
                  <a:pt x="3398557" y="4111326"/>
                  <a:pt x="3195133" y="4169399"/>
                  <a:pt x="2978142" y="4169399"/>
                </a:cubicBezTo>
                <a:cubicBezTo>
                  <a:pt x="2761151" y="4169399"/>
                  <a:pt x="2557728" y="4111326"/>
                  <a:pt x="2382514" y="4009986"/>
                </a:cubicBezTo>
                <a:cubicBezTo>
                  <a:pt x="2201675" y="3905420"/>
                  <a:pt x="2050865" y="3754610"/>
                  <a:pt x="1946299" y="3573771"/>
                </a:cubicBezTo>
                <a:cubicBezTo>
                  <a:pt x="1844959" y="3398557"/>
                  <a:pt x="1786885" y="3195133"/>
                  <a:pt x="1786885" y="2978143"/>
                </a:cubicBezTo>
                <a:cubicBezTo>
                  <a:pt x="1786885" y="2761152"/>
                  <a:pt x="1844959" y="2557728"/>
                  <a:pt x="1946299" y="2382514"/>
                </a:cubicBezTo>
                <a:cubicBezTo>
                  <a:pt x="2050865" y="2201675"/>
                  <a:pt x="2201675" y="2050865"/>
                  <a:pt x="2382514" y="1946299"/>
                </a:cubicBezTo>
                <a:cubicBezTo>
                  <a:pt x="2557728" y="1844959"/>
                  <a:pt x="2761151" y="1786886"/>
                  <a:pt x="2978142" y="1786886"/>
                </a:cubicBezTo>
                <a:cubicBezTo>
                  <a:pt x="3195133" y="1786886"/>
                  <a:pt x="3398557" y="1844959"/>
                  <a:pt x="3573771" y="1946299"/>
                </a:cubicBezTo>
                <a:cubicBezTo>
                  <a:pt x="3754610" y="2050865"/>
                  <a:pt x="3905420" y="2201675"/>
                  <a:pt x="4009986" y="2382514"/>
                </a:cubicBezTo>
                <a:lnTo>
                  <a:pt x="2978142" y="2382514"/>
                </a:lnTo>
                <a:cubicBezTo>
                  <a:pt x="2649223" y="2382514"/>
                  <a:pt x="2382514" y="2649223"/>
                  <a:pt x="2382514" y="2978143"/>
                </a:cubicBezTo>
                <a:cubicBezTo>
                  <a:pt x="2382514" y="3307062"/>
                  <a:pt x="2649223" y="3573771"/>
                  <a:pt x="2978142" y="3573771"/>
                </a:cubicBezTo>
                <a:cubicBezTo>
                  <a:pt x="3307062" y="3573771"/>
                  <a:pt x="3573771" y="3307062"/>
                  <a:pt x="3573771" y="2978143"/>
                </a:cubicBezTo>
                <a:lnTo>
                  <a:pt x="4765028" y="2978143"/>
                </a:lnTo>
                <a:cubicBezTo>
                  <a:pt x="4765028" y="2769259"/>
                  <a:pt x="4729207" y="2568813"/>
                  <a:pt x="4663357" y="2382514"/>
                </a:cubicBezTo>
                <a:cubicBezTo>
                  <a:pt x="4584850" y="2160560"/>
                  <a:pt x="4463739" y="1958708"/>
                  <a:pt x="4309868" y="1786886"/>
                </a:cubicBezTo>
                <a:cubicBezTo>
                  <a:pt x="4265775" y="1737415"/>
                  <a:pt x="4218870" y="1690510"/>
                  <a:pt x="4169399" y="1646416"/>
                </a:cubicBezTo>
                <a:cubicBezTo>
                  <a:pt x="3997577" y="1492546"/>
                  <a:pt x="3795725" y="1371435"/>
                  <a:pt x="3573771" y="1292928"/>
                </a:cubicBezTo>
                <a:cubicBezTo>
                  <a:pt x="3387471" y="1227077"/>
                  <a:pt x="3187026" y="1191257"/>
                  <a:pt x="2978142" y="1191257"/>
                </a:cubicBezTo>
                <a:cubicBezTo>
                  <a:pt x="2769259" y="1191257"/>
                  <a:pt x="2568813" y="1227077"/>
                  <a:pt x="2382514" y="1292928"/>
                </a:cubicBezTo>
                <a:cubicBezTo>
                  <a:pt x="2160560" y="1371435"/>
                  <a:pt x="1958708" y="1492546"/>
                  <a:pt x="1786885" y="1646416"/>
                </a:cubicBezTo>
                <a:cubicBezTo>
                  <a:pt x="1737415" y="1690510"/>
                  <a:pt x="1690509" y="1737415"/>
                  <a:pt x="1646416" y="1786886"/>
                </a:cubicBezTo>
                <a:cubicBezTo>
                  <a:pt x="1492546" y="1958708"/>
                  <a:pt x="1371435" y="2160560"/>
                  <a:pt x="1292927" y="2382514"/>
                </a:cubicBezTo>
                <a:cubicBezTo>
                  <a:pt x="1227077" y="2568813"/>
                  <a:pt x="1191257" y="2769259"/>
                  <a:pt x="1191257" y="2978143"/>
                </a:cubicBezTo>
                <a:cubicBezTo>
                  <a:pt x="1191257" y="3187026"/>
                  <a:pt x="1227077" y="3387471"/>
                  <a:pt x="1292927" y="3573771"/>
                </a:cubicBezTo>
                <a:cubicBezTo>
                  <a:pt x="1371435" y="3795725"/>
                  <a:pt x="1492546" y="3997577"/>
                  <a:pt x="1646416" y="4169399"/>
                </a:cubicBezTo>
                <a:cubicBezTo>
                  <a:pt x="1690509" y="4218870"/>
                  <a:pt x="1737415" y="4265776"/>
                  <a:pt x="1786885" y="4309868"/>
                </a:cubicBezTo>
                <a:cubicBezTo>
                  <a:pt x="1958708" y="4463739"/>
                  <a:pt x="2160560" y="4584850"/>
                  <a:pt x="2382514" y="4663358"/>
                </a:cubicBezTo>
                <a:cubicBezTo>
                  <a:pt x="2568813" y="4729207"/>
                  <a:pt x="2769259" y="4765028"/>
                  <a:pt x="2978142" y="4765028"/>
                </a:cubicBezTo>
                <a:cubicBezTo>
                  <a:pt x="3187026" y="4765028"/>
                  <a:pt x="3387471" y="4729207"/>
                  <a:pt x="3573771" y="4663358"/>
                </a:cubicBezTo>
                <a:cubicBezTo>
                  <a:pt x="3795725" y="4584850"/>
                  <a:pt x="3997577" y="4463739"/>
                  <a:pt x="4169399" y="4309868"/>
                </a:cubicBezTo>
                <a:cubicBezTo>
                  <a:pt x="4218870" y="4265776"/>
                  <a:pt x="4265775" y="4218870"/>
                  <a:pt x="4309868" y="4169399"/>
                </a:cubicBezTo>
                <a:lnTo>
                  <a:pt x="5041912" y="4169399"/>
                </a:lnTo>
                <a:cubicBezTo>
                  <a:pt x="4962412" y="4306890"/>
                  <a:pt x="4869511" y="4435695"/>
                  <a:pt x="4765028" y="4554076"/>
                </a:cubicBezTo>
                <a:cubicBezTo>
                  <a:pt x="4699178" y="4628695"/>
                  <a:pt x="4628695" y="4699178"/>
                  <a:pt x="4554076" y="4765028"/>
                </a:cubicBezTo>
                <a:cubicBezTo>
                  <a:pt x="4435695" y="4869511"/>
                  <a:pt x="4306890" y="4962413"/>
                  <a:pt x="4169399" y="5041912"/>
                </a:cubicBezTo>
                <a:cubicBezTo>
                  <a:pt x="3985002" y="5148546"/>
                  <a:pt x="3785053" y="5231190"/>
                  <a:pt x="3573771" y="5285541"/>
                </a:cubicBezTo>
                <a:cubicBezTo>
                  <a:pt x="3383335" y="5334598"/>
                  <a:pt x="3183800" y="5360657"/>
                  <a:pt x="2978142" y="5360657"/>
                </a:cubicBezTo>
                <a:cubicBezTo>
                  <a:pt x="2772485" y="5360657"/>
                  <a:pt x="2572949" y="5334598"/>
                  <a:pt x="2382514" y="5285541"/>
                </a:cubicBezTo>
                <a:cubicBezTo>
                  <a:pt x="2171231" y="5231190"/>
                  <a:pt x="1971282" y="5148546"/>
                  <a:pt x="1786885" y="5041912"/>
                </a:cubicBezTo>
                <a:cubicBezTo>
                  <a:pt x="1649394" y="4962413"/>
                  <a:pt x="1520590" y="4869511"/>
                  <a:pt x="1402209" y="4765028"/>
                </a:cubicBezTo>
                <a:cubicBezTo>
                  <a:pt x="1327590" y="4699178"/>
                  <a:pt x="1257107" y="4628695"/>
                  <a:pt x="1191257" y="4554076"/>
                </a:cubicBezTo>
                <a:cubicBezTo>
                  <a:pt x="1086774" y="4435695"/>
                  <a:pt x="993872" y="4306890"/>
                  <a:pt x="914372" y="4169399"/>
                </a:cubicBezTo>
                <a:cubicBezTo>
                  <a:pt x="807738" y="3985003"/>
                  <a:pt x="725095" y="3785053"/>
                  <a:pt x="670744" y="3573771"/>
                </a:cubicBezTo>
                <a:cubicBezTo>
                  <a:pt x="621687" y="3383335"/>
                  <a:pt x="595628" y="3183800"/>
                  <a:pt x="595628" y="2978143"/>
                </a:cubicBezTo>
                <a:cubicBezTo>
                  <a:pt x="595628" y="2772485"/>
                  <a:pt x="621687" y="2572950"/>
                  <a:pt x="670744" y="2382514"/>
                </a:cubicBezTo>
                <a:cubicBezTo>
                  <a:pt x="725095" y="2171231"/>
                  <a:pt x="807738" y="1971282"/>
                  <a:pt x="914372" y="1786886"/>
                </a:cubicBezTo>
                <a:cubicBezTo>
                  <a:pt x="993872" y="1649395"/>
                  <a:pt x="1086774" y="1520590"/>
                  <a:pt x="1191257" y="1402209"/>
                </a:cubicBezTo>
                <a:cubicBezTo>
                  <a:pt x="1257107" y="1327590"/>
                  <a:pt x="1327590" y="1257107"/>
                  <a:pt x="1402209" y="1191257"/>
                </a:cubicBezTo>
                <a:cubicBezTo>
                  <a:pt x="1520590" y="1086774"/>
                  <a:pt x="1649394" y="993872"/>
                  <a:pt x="1786885" y="914373"/>
                </a:cubicBezTo>
                <a:cubicBezTo>
                  <a:pt x="1971282" y="807738"/>
                  <a:pt x="2171231" y="725095"/>
                  <a:pt x="2382514" y="670744"/>
                </a:cubicBezTo>
                <a:cubicBezTo>
                  <a:pt x="2572949" y="621687"/>
                  <a:pt x="2772485" y="595629"/>
                  <a:pt x="2978142" y="595629"/>
                </a:cubicBezTo>
                <a:cubicBezTo>
                  <a:pt x="3183800" y="595629"/>
                  <a:pt x="3383335" y="621687"/>
                  <a:pt x="3573771" y="670744"/>
                </a:cubicBezTo>
                <a:cubicBezTo>
                  <a:pt x="3785053" y="725095"/>
                  <a:pt x="3985002" y="807738"/>
                  <a:pt x="4169399" y="914373"/>
                </a:cubicBezTo>
                <a:cubicBezTo>
                  <a:pt x="4306890" y="993872"/>
                  <a:pt x="4435695" y="1086774"/>
                  <a:pt x="4554076" y="1191257"/>
                </a:cubicBezTo>
                <a:cubicBezTo>
                  <a:pt x="4628695" y="1257107"/>
                  <a:pt x="4699178" y="1327590"/>
                  <a:pt x="4765028" y="1402209"/>
                </a:cubicBezTo>
                <a:cubicBezTo>
                  <a:pt x="4869511" y="1520590"/>
                  <a:pt x="4962412" y="1649395"/>
                  <a:pt x="5041912" y="1786886"/>
                </a:cubicBezTo>
                <a:cubicBezTo>
                  <a:pt x="5148546" y="1971282"/>
                  <a:pt x="5231190" y="2171231"/>
                  <a:pt x="5285541" y="2382514"/>
                </a:cubicBezTo>
                <a:cubicBezTo>
                  <a:pt x="5334597" y="2572950"/>
                  <a:pt x="5360656" y="2772485"/>
                  <a:pt x="5360656" y="2978143"/>
                </a:cubicBezTo>
                <a:lnTo>
                  <a:pt x="5956285" y="2978143"/>
                </a:lnTo>
                <a:cubicBezTo>
                  <a:pt x="5956285" y="2774140"/>
                  <a:pt x="5935768" y="2574935"/>
                  <a:pt x="5896722" y="2382514"/>
                </a:cubicBezTo>
                <a:cubicBezTo>
                  <a:pt x="5854614" y="2175368"/>
                  <a:pt x="5791080" y="1975997"/>
                  <a:pt x="5708437" y="1786886"/>
                </a:cubicBezTo>
                <a:cubicBezTo>
                  <a:pt x="5615536" y="1574197"/>
                  <a:pt x="5498561" y="1374578"/>
                  <a:pt x="5360821" y="1191257"/>
                </a:cubicBezTo>
                <a:lnTo>
                  <a:pt x="5360656" y="1191257"/>
                </a:lnTo>
                <a:lnTo>
                  <a:pt x="5360656" y="1191092"/>
                </a:lnTo>
                <a:cubicBezTo>
                  <a:pt x="5191316" y="965580"/>
                  <a:pt x="4990705" y="764969"/>
                  <a:pt x="4765193" y="595629"/>
                </a:cubicBezTo>
                <a:lnTo>
                  <a:pt x="4765028" y="595629"/>
                </a:lnTo>
                <a:lnTo>
                  <a:pt x="4765028" y="595463"/>
                </a:lnTo>
                <a:cubicBezTo>
                  <a:pt x="4581706" y="457724"/>
                  <a:pt x="4382088" y="340749"/>
                  <a:pt x="4169399" y="247848"/>
                </a:cubicBezTo>
                <a:cubicBezTo>
                  <a:pt x="3980287" y="165204"/>
                  <a:pt x="3780917" y="101670"/>
                  <a:pt x="3573771" y="59563"/>
                </a:cubicBezTo>
                <a:cubicBezTo>
                  <a:pt x="3381350" y="20516"/>
                  <a:pt x="3182145" y="0"/>
                  <a:pt x="2978142" y="0"/>
                </a:cubicBezTo>
                <a:cubicBezTo>
                  <a:pt x="2774139" y="0"/>
                  <a:pt x="2574935" y="20516"/>
                  <a:pt x="2382514" y="59563"/>
                </a:cubicBezTo>
                <a:cubicBezTo>
                  <a:pt x="2175367" y="101670"/>
                  <a:pt x="1975997" y="165204"/>
                  <a:pt x="1786885" y="247848"/>
                </a:cubicBezTo>
                <a:cubicBezTo>
                  <a:pt x="1574196" y="340749"/>
                  <a:pt x="1374578" y="457724"/>
                  <a:pt x="1191257" y="595463"/>
                </a:cubicBezTo>
                <a:lnTo>
                  <a:pt x="1191257" y="595629"/>
                </a:lnTo>
                <a:lnTo>
                  <a:pt x="1191091" y="595629"/>
                </a:lnTo>
                <a:cubicBezTo>
                  <a:pt x="965580" y="764969"/>
                  <a:pt x="764969" y="965580"/>
                  <a:pt x="595628" y="1191092"/>
                </a:cubicBezTo>
                <a:lnTo>
                  <a:pt x="595628" y="1191257"/>
                </a:lnTo>
                <a:lnTo>
                  <a:pt x="595463" y="1191257"/>
                </a:lnTo>
                <a:cubicBezTo>
                  <a:pt x="457724" y="1374578"/>
                  <a:pt x="340749" y="1574197"/>
                  <a:pt x="247848" y="1786886"/>
                </a:cubicBezTo>
                <a:cubicBezTo>
                  <a:pt x="165204" y="1975997"/>
                  <a:pt x="101670" y="2175368"/>
                  <a:pt x="59563" y="2382514"/>
                </a:cubicBezTo>
                <a:cubicBezTo>
                  <a:pt x="20516" y="2574935"/>
                  <a:pt x="0" y="2774140"/>
                  <a:pt x="0" y="2978143"/>
                </a:cubicBezTo>
                <a:cubicBezTo>
                  <a:pt x="0" y="3182145"/>
                  <a:pt x="20516" y="3381350"/>
                  <a:pt x="59563" y="3573771"/>
                </a:cubicBezTo>
                <a:cubicBezTo>
                  <a:pt x="101670" y="3780917"/>
                  <a:pt x="165204" y="3980288"/>
                  <a:pt x="247848" y="4169399"/>
                </a:cubicBezTo>
                <a:cubicBezTo>
                  <a:pt x="340749" y="4382089"/>
                  <a:pt x="457724" y="4581707"/>
                  <a:pt x="595463" y="4765028"/>
                </a:cubicBezTo>
                <a:lnTo>
                  <a:pt x="595628" y="4765028"/>
                </a:lnTo>
                <a:lnTo>
                  <a:pt x="595628" y="4765194"/>
                </a:lnTo>
                <a:cubicBezTo>
                  <a:pt x="764969" y="4990705"/>
                  <a:pt x="965580" y="5191316"/>
                  <a:pt x="1191091" y="5360657"/>
                </a:cubicBezTo>
                <a:lnTo>
                  <a:pt x="1191257" y="5360657"/>
                </a:lnTo>
                <a:lnTo>
                  <a:pt x="1191257" y="5360822"/>
                </a:lnTo>
                <a:cubicBezTo>
                  <a:pt x="1374578" y="5498561"/>
                  <a:pt x="1574196" y="5615536"/>
                  <a:pt x="1786885" y="5708437"/>
                </a:cubicBezTo>
                <a:cubicBezTo>
                  <a:pt x="1975997" y="5791081"/>
                  <a:pt x="2175367" y="5854615"/>
                  <a:pt x="2382514" y="5896722"/>
                </a:cubicBezTo>
                <a:cubicBezTo>
                  <a:pt x="2574935" y="5935769"/>
                  <a:pt x="2774139" y="5956285"/>
                  <a:pt x="2978142" y="5956285"/>
                </a:cubicBezTo>
                <a:cubicBezTo>
                  <a:pt x="3182145" y="5956285"/>
                  <a:pt x="3381350" y="5935769"/>
                  <a:pt x="3573771" y="5896722"/>
                </a:cubicBezTo>
                <a:cubicBezTo>
                  <a:pt x="3780917" y="5854615"/>
                  <a:pt x="3980287" y="5791081"/>
                  <a:pt x="4169399" y="5708437"/>
                </a:cubicBezTo>
                <a:cubicBezTo>
                  <a:pt x="4382088" y="5615536"/>
                  <a:pt x="4581706" y="5498561"/>
                  <a:pt x="4765028" y="5360822"/>
                </a:cubicBezTo>
                <a:lnTo>
                  <a:pt x="4765028" y="5360657"/>
                </a:lnTo>
                <a:lnTo>
                  <a:pt x="4765193" y="5360657"/>
                </a:lnTo>
                <a:cubicBezTo>
                  <a:pt x="4990705" y="5191316"/>
                  <a:pt x="5191316" y="4990705"/>
                  <a:pt x="5360656" y="4765194"/>
                </a:cubicBezTo>
                <a:lnTo>
                  <a:pt x="5360656" y="4765028"/>
                </a:lnTo>
                <a:lnTo>
                  <a:pt x="5360821" y="4765028"/>
                </a:lnTo>
                <a:cubicBezTo>
                  <a:pt x="5498561" y="4581707"/>
                  <a:pt x="5615536" y="4382089"/>
                  <a:pt x="5708437" y="4169399"/>
                </a:cubicBezTo>
                <a:cubicBezTo>
                  <a:pt x="5791080" y="3980288"/>
                  <a:pt x="5854614" y="3780917"/>
                  <a:pt x="5896722" y="3573771"/>
                </a:cubicBezTo>
                <a:lnTo>
                  <a:pt x="4009986" y="3573771"/>
                </a:lnTo>
                <a:cubicBezTo>
                  <a:pt x="3905420" y="3754610"/>
                  <a:pt x="3754610" y="3905420"/>
                  <a:pt x="3573771" y="4009986"/>
                </a:cubicBezTo>
                <a:close/>
              </a:path>
            </a:pathLst>
          </a:custGeom>
          <a:solidFill>
            <a:schemeClr val="l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Albert Sans"/>
              <a:ea typeface="Albert Sans"/>
              <a:cs typeface="Albert Sans"/>
              <a:sym typeface="Albert Sans"/>
            </a:endParaRPr>
          </a:p>
        </p:txBody>
      </p:sp>
      <p:sp>
        <p:nvSpPr>
          <p:cNvPr id="1457" name="Google Shape;1457;p64"/>
          <p:cNvSpPr txBox="1"/>
          <p:nvPr/>
        </p:nvSpPr>
        <p:spPr>
          <a:xfrm>
            <a:off x="1825029" y="7885649"/>
            <a:ext cx="4322700" cy="1385400"/>
          </a:xfrm>
          <a:prstGeom prst="rect">
            <a:avLst/>
          </a:prstGeom>
          <a:noFill/>
          <a:ln>
            <a:noFill/>
          </a:ln>
        </p:spPr>
        <p:txBody>
          <a:bodyPr anchorCtr="0" anchor="t" bIns="68550" lIns="137150" spcFirstLastPara="1" rIns="137150" wrap="square" tIns="68550">
            <a:spAutoFit/>
          </a:bodyPr>
          <a:lstStyle/>
          <a:p>
            <a:pPr indent="0" lvl="0" marL="0" marR="0" rtl="0" algn="l">
              <a:spcBef>
                <a:spcPts val="0"/>
              </a:spcBef>
              <a:spcAft>
                <a:spcPts val="0"/>
              </a:spcAft>
              <a:buNone/>
            </a:pPr>
            <a:r>
              <a:rPr lang="en-US" sz="2100">
                <a:solidFill>
                  <a:schemeClr val="accent1"/>
                </a:solidFill>
                <a:latin typeface="Instrument Sans Medium"/>
                <a:ea typeface="Instrument Sans Medium"/>
                <a:cs typeface="Instrument Sans Medium"/>
                <a:sym typeface="Instrument Sans Medium"/>
              </a:rPr>
              <a:t>Collaborate &amp; Conquer: </a:t>
            </a:r>
            <a:endParaRPr sz="2100">
              <a:latin typeface="Instrument Sans Medium"/>
              <a:ea typeface="Instrument Sans Medium"/>
              <a:cs typeface="Instrument Sans Medium"/>
              <a:sym typeface="Instrument Sans Medium"/>
            </a:endParaRPr>
          </a:p>
          <a:p>
            <a:pPr indent="0" lvl="0" marL="0" marR="0" rtl="0" algn="l">
              <a:spcBef>
                <a:spcPts val="0"/>
              </a:spcBef>
              <a:spcAft>
                <a:spcPts val="0"/>
              </a:spcAft>
              <a:buNone/>
            </a:pPr>
            <a:r>
              <a:rPr lang="en-US" sz="3000">
                <a:solidFill>
                  <a:schemeClr val="dk1"/>
                </a:solidFill>
                <a:latin typeface="Instrument Sans Medium"/>
                <a:ea typeface="Instrument Sans Medium"/>
                <a:cs typeface="Instrument Sans Medium"/>
                <a:sym typeface="Instrument Sans Medium"/>
              </a:rPr>
              <a:t>Igniting Collaboration for Impact Growth</a:t>
            </a:r>
            <a:endParaRPr sz="2100">
              <a:latin typeface="Instrument Sans Medium"/>
              <a:ea typeface="Instrument Sans Medium"/>
              <a:cs typeface="Instrument Sans Medium"/>
              <a:sym typeface="Instrument Sans Medium"/>
            </a:endParaRPr>
          </a:p>
        </p:txBody>
      </p:sp>
      <p:sp>
        <p:nvSpPr>
          <p:cNvPr id="1458" name="Google Shape;1458;p64"/>
          <p:cNvSpPr txBox="1"/>
          <p:nvPr/>
        </p:nvSpPr>
        <p:spPr>
          <a:xfrm>
            <a:off x="6131924" y="8214243"/>
            <a:ext cx="5353800" cy="831000"/>
          </a:xfrm>
          <a:prstGeom prst="rect">
            <a:avLst/>
          </a:prstGeom>
          <a:noFill/>
          <a:ln>
            <a:noFill/>
          </a:ln>
        </p:spPr>
        <p:txBody>
          <a:bodyPr anchorCtr="0" anchor="t" bIns="68550" lIns="137150" spcFirstLastPara="1" rIns="137150" wrap="square" tIns="68550">
            <a:spAutoFit/>
          </a:bodyPr>
          <a:lstStyle/>
          <a:p>
            <a:pPr indent="0" lvl="0" marL="0" marR="0" rtl="0" algn="l">
              <a:lnSpc>
                <a:spcPct val="150000"/>
              </a:lnSpc>
              <a:spcBef>
                <a:spcPts val="0"/>
              </a:spcBef>
              <a:spcAft>
                <a:spcPts val="0"/>
              </a:spcAft>
              <a:buNone/>
            </a:pPr>
            <a:r>
              <a:rPr lang="en-US" sz="1800">
                <a:solidFill>
                  <a:schemeClr val="dk1"/>
                </a:solidFill>
                <a:latin typeface="Instrument Sans Medium"/>
                <a:ea typeface="Instrument Sans Medium"/>
                <a:cs typeface="Instrument Sans Medium"/>
                <a:sym typeface="Instrument Sans Medium"/>
              </a:rPr>
              <a:t>Sed perspiciatis unde omnis iste natus accusan doloremque laudantium totam aperia eaque</a:t>
            </a:r>
            <a:endParaRPr sz="1800">
              <a:solidFill>
                <a:schemeClr val="dk1"/>
              </a:solidFill>
              <a:latin typeface="Instrument Sans Medium"/>
              <a:ea typeface="Instrument Sans Medium"/>
              <a:cs typeface="Instrument Sans Medium"/>
              <a:sym typeface="Instrument Sans Medium"/>
            </a:endParaRPr>
          </a:p>
        </p:txBody>
      </p:sp>
      <p:pic>
        <p:nvPicPr>
          <p:cNvPr id="1459" name="Google Shape;1459;p64" title="N Isotype.png"/>
          <p:cNvPicPr preferRelativeResize="0"/>
          <p:nvPr/>
        </p:nvPicPr>
        <p:blipFill>
          <a:blip r:embed="rId3">
            <a:alphaModFix/>
          </a:blip>
          <a:stretch>
            <a:fillRect/>
          </a:stretch>
        </p:blipFill>
        <p:spPr>
          <a:xfrm>
            <a:off x="16908626" y="598338"/>
            <a:ext cx="656751" cy="816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36"/>
                                        </p:tgtEl>
                                        <p:attrNameLst>
                                          <p:attrName>style.visibility</p:attrName>
                                        </p:attrNameLst>
                                      </p:cBhvr>
                                      <p:to>
                                        <p:strVal val="visible"/>
                                      </p:to>
                                    </p:set>
                                    <p:animEffect filter="fade" transition="in">
                                      <p:cBhvr>
                                        <p:cTn dur="500"/>
                                        <p:tgtEl>
                                          <p:spTgt spid="143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41"/>
                                        </p:tgtEl>
                                        <p:attrNameLst>
                                          <p:attrName>style.visibility</p:attrName>
                                        </p:attrNameLst>
                                      </p:cBhvr>
                                      <p:to>
                                        <p:strVal val="visible"/>
                                      </p:to>
                                    </p:set>
                                    <p:animEffect filter="fade" transition="in">
                                      <p:cBhvr>
                                        <p:cTn dur="500"/>
                                        <p:tgtEl>
                                          <p:spTgt spid="14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2"/>
                                        </p:tgtEl>
                                        <p:attrNameLst>
                                          <p:attrName>style.visibility</p:attrName>
                                        </p:attrNameLst>
                                      </p:cBhvr>
                                      <p:to>
                                        <p:strVal val="visible"/>
                                      </p:to>
                                    </p:set>
                                    <p:animEffect filter="fade" transition="in">
                                      <p:cBhvr>
                                        <p:cTn dur="500"/>
                                        <p:tgtEl>
                                          <p:spTgt spid="144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37"/>
                                        </p:tgtEl>
                                        <p:attrNameLst>
                                          <p:attrName>style.visibility</p:attrName>
                                        </p:attrNameLst>
                                      </p:cBhvr>
                                      <p:to>
                                        <p:strVal val="visible"/>
                                      </p:to>
                                    </p:set>
                                    <p:animEffect filter="fade" transition="in">
                                      <p:cBhvr>
                                        <p:cTn dur="500"/>
                                        <p:tgtEl>
                                          <p:spTgt spid="1437"/>
                                        </p:tgtEl>
                                      </p:cBhvr>
                                    </p:animEffect>
                                  </p:childTnLst>
                                </p:cTn>
                              </p:par>
                              <p:par>
                                <p:cTn fill="hold" nodeType="withEffect" presetClass="entr" presetID="10" presetSubtype="0">
                                  <p:stCondLst>
                                    <p:cond delay="0"/>
                                  </p:stCondLst>
                                  <p:childTnLst>
                                    <p:set>
                                      <p:cBhvr>
                                        <p:cTn dur="1" fill="hold">
                                          <p:stCondLst>
                                            <p:cond delay="0"/>
                                          </p:stCondLst>
                                        </p:cTn>
                                        <p:tgtEl>
                                          <p:spTgt spid="1438"/>
                                        </p:tgtEl>
                                        <p:attrNameLst>
                                          <p:attrName>style.visibility</p:attrName>
                                        </p:attrNameLst>
                                      </p:cBhvr>
                                      <p:to>
                                        <p:strVal val="visible"/>
                                      </p:to>
                                    </p:set>
                                    <p:animEffect filter="fade" transition="in">
                                      <p:cBhvr>
                                        <p:cTn dur="500"/>
                                        <p:tgtEl>
                                          <p:spTgt spid="1438"/>
                                        </p:tgtEl>
                                      </p:cBhvr>
                                    </p:animEffect>
                                  </p:childTnLst>
                                </p:cTn>
                              </p:par>
                              <p:par>
                                <p:cTn fill="hold" nodeType="withEffect" presetClass="entr" presetID="10" presetSubtype="0">
                                  <p:stCondLst>
                                    <p:cond delay="0"/>
                                  </p:stCondLst>
                                  <p:childTnLst>
                                    <p:set>
                                      <p:cBhvr>
                                        <p:cTn dur="1" fill="hold">
                                          <p:stCondLst>
                                            <p:cond delay="0"/>
                                          </p:stCondLst>
                                        </p:cTn>
                                        <p:tgtEl>
                                          <p:spTgt spid="1439"/>
                                        </p:tgtEl>
                                        <p:attrNameLst>
                                          <p:attrName>style.visibility</p:attrName>
                                        </p:attrNameLst>
                                      </p:cBhvr>
                                      <p:to>
                                        <p:strVal val="visible"/>
                                      </p:to>
                                    </p:set>
                                    <p:animEffect filter="fade" transition="in">
                                      <p:cBhvr>
                                        <p:cTn dur="500"/>
                                        <p:tgtEl>
                                          <p:spTgt spid="1439"/>
                                        </p:tgtEl>
                                      </p:cBhvr>
                                    </p:animEffect>
                                  </p:childTnLst>
                                </p:cTn>
                              </p:par>
                              <p:par>
                                <p:cTn fill="hold" nodeType="withEffect" presetClass="entr" presetID="10" presetSubtype="0">
                                  <p:stCondLst>
                                    <p:cond delay="0"/>
                                  </p:stCondLst>
                                  <p:childTnLst>
                                    <p:set>
                                      <p:cBhvr>
                                        <p:cTn dur="1" fill="hold">
                                          <p:stCondLst>
                                            <p:cond delay="0"/>
                                          </p:stCondLst>
                                        </p:cTn>
                                        <p:tgtEl>
                                          <p:spTgt spid="1440"/>
                                        </p:tgtEl>
                                        <p:attrNameLst>
                                          <p:attrName>style.visibility</p:attrName>
                                        </p:attrNameLst>
                                      </p:cBhvr>
                                      <p:to>
                                        <p:strVal val="visible"/>
                                      </p:to>
                                    </p:set>
                                    <p:animEffect filter="fade" transition="in">
                                      <p:cBhvr>
                                        <p:cTn dur="500"/>
                                        <p:tgtEl>
                                          <p:spTgt spid="1440"/>
                                        </p:tgtEl>
                                      </p:cBhvr>
                                    </p:animEffect>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1445"/>
                                        </p:tgtEl>
                                        <p:attrNameLst>
                                          <p:attrName>style.visibility</p:attrName>
                                        </p:attrNameLst>
                                      </p:cBhvr>
                                      <p:to>
                                        <p:strVal val="visible"/>
                                      </p:to>
                                    </p:set>
                                    <p:anim calcmode="lin" valueType="num">
                                      <p:cBhvr additive="base">
                                        <p:cTn dur="500"/>
                                        <p:tgtEl>
                                          <p:spTgt spid="1445"/>
                                        </p:tgtEl>
                                        <p:attrNameLst>
                                          <p:attrName>ppt_w</p:attrName>
                                        </p:attrNameLst>
                                      </p:cBhvr>
                                      <p:tavLst>
                                        <p:tav fmla="" tm="0">
                                          <p:val>
                                            <p:strVal val="0"/>
                                          </p:val>
                                        </p:tav>
                                        <p:tav fmla="" tm="100000">
                                          <p:val>
                                            <p:strVal val="#ppt_w"/>
                                          </p:val>
                                        </p:tav>
                                      </p:tavLst>
                                    </p:anim>
                                    <p:anim calcmode="lin" valueType="num">
                                      <p:cBhvr additive="base">
                                        <p:cTn dur="500"/>
                                        <p:tgtEl>
                                          <p:spTgt spid="144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52"/>
                                        </p:tgtEl>
                                        <p:attrNameLst>
                                          <p:attrName>style.visibility</p:attrName>
                                        </p:attrNameLst>
                                      </p:cBhvr>
                                      <p:to>
                                        <p:strVal val="visible"/>
                                      </p:to>
                                    </p:set>
                                    <p:anim calcmode="lin" valueType="num">
                                      <p:cBhvr additive="base">
                                        <p:cTn dur="500"/>
                                        <p:tgtEl>
                                          <p:spTgt spid="1452"/>
                                        </p:tgtEl>
                                        <p:attrNameLst>
                                          <p:attrName>ppt_w</p:attrName>
                                        </p:attrNameLst>
                                      </p:cBhvr>
                                      <p:tavLst>
                                        <p:tav fmla="" tm="0">
                                          <p:val>
                                            <p:strVal val="0"/>
                                          </p:val>
                                        </p:tav>
                                        <p:tav fmla="" tm="100000">
                                          <p:val>
                                            <p:strVal val="#ppt_w"/>
                                          </p:val>
                                        </p:tav>
                                      </p:tavLst>
                                    </p:anim>
                                    <p:anim calcmode="lin" valueType="num">
                                      <p:cBhvr additive="base">
                                        <p:cTn dur="500"/>
                                        <p:tgtEl>
                                          <p:spTgt spid="145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56"/>
                                        </p:tgtEl>
                                        <p:attrNameLst>
                                          <p:attrName>style.visibility</p:attrName>
                                        </p:attrNameLst>
                                      </p:cBhvr>
                                      <p:to>
                                        <p:strVal val="visible"/>
                                      </p:to>
                                    </p:set>
                                    <p:anim calcmode="lin" valueType="num">
                                      <p:cBhvr additive="base">
                                        <p:cTn dur="500"/>
                                        <p:tgtEl>
                                          <p:spTgt spid="1456"/>
                                        </p:tgtEl>
                                        <p:attrNameLst>
                                          <p:attrName>ppt_w</p:attrName>
                                        </p:attrNameLst>
                                      </p:cBhvr>
                                      <p:tavLst>
                                        <p:tav fmla="" tm="0">
                                          <p:val>
                                            <p:strVal val="0"/>
                                          </p:val>
                                        </p:tav>
                                        <p:tav fmla="" tm="100000">
                                          <p:val>
                                            <p:strVal val="#ppt_w"/>
                                          </p:val>
                                        </p:tav>
                                      </p:tavLst>
                                    </p:anim>
                                    <p:anim calcmode="lin" valueType="num">
                                      <p:cBhvr additive="base">
                                        <p:cTn dur="500"/>
                                        <p:tgtEl>
                                          <p:spTgt spid="14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55"/>
                                        </p:tgtEl>
                                        <p:attrNameLst>
                                          <p:attrName>style.visibility</p:attrName>
                                        </p:attrNameLst>
                                      </p:cBhvr>
                                      <p:to>
                                        <p:strVal val="visible"/>
                                      </p:to>
                                    </p:set>
                                    <p:anim calcmode="lin" valueType="num">
                                      <p:cBhvr additive="base">
                                        <p:cTn dur="500"/>
                                        <p:tgtEl>
                                          <p:spTgt spid="1455"/>
                                        </p:tgtEl>
                                        <p:attrNameLst>
                                          <p:attrName>ppt_w</p:attrName>
                                        </p:attrNameLst>
                                      </p:cBhvr>
                                      <p:tavLst>
                                        <p:tav fmla="" tm="0">
                                          <p:val>
                                            <p:strVal val="0"/>
                                          </p:val>
                                        </p:tav>
                                        <p:tav fmla="" tm="100000">
                                          <p:val>
                                            <p:strVal val="#ppt_w"/>
                                          </p:val>
                                        </p:tav>
                                      </p:tavLst>
                                    </p:anim>
                                    <p:anim calcmode="lin" valueType="num">
                                      <p:cBhvr additive="base">
                                        <p:cTn dur="500"/>
                                        <p:tgtEl>
                                          <p:spTgt spid="1455"/>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43"/>
                                        </p:tgtEl>
                                        <p:attrNameLst>
                                          <p:attrName>style.visibility</p:attrName>
                                        </p:attrNameLst>
                                      </p:cBhvr>
                                      <p:to>
                                        <p:strVal val="visible"/>
                                      </p:to>
                                    </p:set>
                                    <p:animEffect filter="fade" transition="in">
                                      <p:cBhvr>
                                        <p:cTn dur="500"/>
                                        <p:tgtEl>
                                          <p:spTgt spid="1443"/>
                                        </p:tgtEl>
                                      </p:cBhvr>
                                    </p:animEffect>
                                  </p:childTnLst>
                                </p:cTn>
                              </p:par>
                              <p:par>
                                <p:cTn fill="hold" nodeType="withEffect" presetClass="entr" presetID="10" presetSubtype="0">
                                  <p:stCondLst>
                                    <p:cond delay="0"/>
                                  </p:stCondLst>
                                  <p:childTnLst>
                                    <p:set>
                                      <p:cBhvr>
                                        <p:cTn dur="1" fill="hold">
                                          <p:stCondLst>
                                            <p:cond delay="0"/>
                                          </p:stCondLst>
                                        </p:cTn>
                                        <p:tgtEl>
                                          <p:spTgt spid="1446"/>
                                        </p:tgtEl>
                                        <p:attrNameLst>
                                          <p:attrName>style.visibility</p:attrName>
                                        </p:attrNameLst>
                                      </p:cBhvr>
                                      <p:to>
                                        <p:strVal val="visible"/>
                                      </p:to>
                                    </p:set>
                                    <p:animEffect filter="fade" transition="in">
                                      <p:cBhvr>
                                        <p:cTn dur="500"/>
                                        <p:tgtEl>
                                          <p:spTgt spid="1446"/>
                                        </p:tgtEl>
                                      </p:cBhvr>
                                    </p:animEffect>
                                  </p:childTnLst>
                                </p:cTn>
                              </p:par>
                              <p:par>
                                <p:cTn fill="hold" nodeType="withEffect" presetClass="entr" presetID="10" presetSubtype="0">
                                  <p:stCondLst>
                                    <p:cond delay="0"/>
                                  </p:stCondLst>
                                  <p:childTnLst>
                                    <p:set>
                                      <p:cBhvr>
                                        <p:cTn dur="1" fill="hold">
                                          <p:stCondLst>
                                            <p:cond delay="0"/>
                                          </p:stCondLst>
                                        </p:cTn>
                                        <p:tgtEl>
                                          <p:spTgt spid="1448"/>
                                        </p:tgtEl>
                                        <p:attrNameLst>
                                          <p:attrName>style.visibility</p:attrName>
                                        </p:attrNameLst>
                                      </p:cBhvr>
                                      <p:to>
                                        <p:strVal val="visible"/>
                                      </p:to>
                                    </p:set>
                                    <p:animEffect filter="fade" transition="in">
                                      <p:cBhvr>
                                        <p:cTn dur="500"/>
                                        <p:tgtEl>
                                          <p:spTgt spid="1448"/>
                                        </p:tgtEl>
                                      </p:cBhvr>
                                    </p:animEffect>
                                  </p:childTnLst>
                                </p:cTn>
                              </p:par>
                              <p:par>
                                <p:cTn fill="hold" nodeType="withEffect" presetClass="entr" presetID="10" presetSubtype="0">
                                  <p:stCondLst>
                                    <p:cond delay="0"/>
                                  </p:stCondLst>
                                  <p:childTnLst>
                                    <p:set>
                                      <p:cBhvr>
                                        <p:cTn dur="1" fill="hold">
                                          <p:stCondLst>
                                            <p:cond delay="0"/>
                                          </p:stCondLst>
                                        </p:cTn>
                                        <p:tgtEl>
                                          <p:spTgt spid="1450"/>
                                        </p:tgtEl>
                                        <p:attrNameLst>
                                          <p:attrName>style.visibility</p:attrName>
                                        </p:attrNameLst>
                                      </p:cBhvr>
                                      <p:to>
                                        <p:strVal val="visible"/>
                                      </p:to>
                                    </p:set>
                                    <p:animEffect filter="fade" transition="in">
                                      <p:cBhvr>
                                        <p:cTn dur="500"/>
                                        <p:tgtEl>
                                          <p:spTgt spid="145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500"/>
                                        <p:tgtEl>
                                          <p:spTgt spid="1444"/>
                                        </p:tgtEl>
                                      </p:cBhvr>
                                    </p:animEffect>
                                  </p:childTnLst>
                                </p:cTn>
                              </p:par>
                              <p:par>
                                <p:cTn fill="hold" nodeType="with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par>
                                <p:cTn fill="hold" nodeType="with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500"/>
                                        <p:tgtEl>
                                          <p:spTgt spid="1449"/>
                                        </p:tgtEl>
                                      </p:cBhvr>
                                    </p:animEffect>
                                  </p:childTnLst>
                                </p:cTn>
                              </p:par>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458"/>
                                        </p:tgtEl>
                                        <p:attrNameLst>
                                          <p:attrName>style.visibility</p:attrName>
                                        </p:attrNameLst>
                                      </p:cBhvr>
                                      <p:to>
                                        <p:strVal val="visible"/>
                                      </p:to>
                                    </p:set>
                                    <p:animEffect filter="fade" transition="in">
                                      <p:cBhvr>
                                        <p:cTn dur="500"/>
                                        <p:tgtEl>
                                          <p:spTgt spid="1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grpSp>
        <p:nvGrpSpPr>
          <p:cNvPr id="1464" name="Google Shape;1464;p65"/>
          <p:cNvGrpSpPr/>
          <p:nvPr/>
        </p:nvGrpSpPr>
        <p:grpSpPr>
          <a:xfrm>
            <a:off x="10514027" y="2321860"/>
            <a:ext cx="6523848" cy="4095193"/>
            <a:chOff x="14018602" y="3460552"/>
            <a:chExt cx="8698465" cy="5094791"/>
          </a:xfrm>
        </p:grpSpPr>
        <p:sp>
          <p:nvSpPr>
            <p:cNvPr id="1465" name="Google Shape;1465;p65"/>
            <p:cNvSpPr txBox="1"/>
            <p:nvPr/>
          </p:nvSpPr>
          <p:spPr>
            <a:xfrm>
              <a:off x="14029367" y="4446543"/>
              <a:ext cx="8687700" cy="4108800"/>
            </a:xfrm>
            <a:prstGeom prst="rect">
              <a:avLst/>
            </a:pr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100D25"/>
                </a:solidFill>
                <a:latin typeface="Instrument Sans"/>
                <a:ea typeface="Instrument Sans"/>
                <a:cs typeface="Instrument Sans"/>
                <a:sym typeface="Instrument Sans"/>
              </a:endParaRPr>
            </a:p>
          </p:txBody>
        </p:sp>
        <p:sp>
          <p:nvSpPr>
            <p:cNvPr id="1466" name="Google Shape;1466;p65"/>
            <p:cNvSpPr txBox="1"/>
            <p:nvPr/>
          </p:nvSpPr>
          <p:spPr>
            <a:xfrm>
              <a:off x="14018602" y="3460552"/>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00D25"/>
                  </a:solidFill>
                  <a:latin typeface="Sora SemiBold"/>
                  <a:ea typeface="Sora SemiBold"/>
                  <a:cs typeface="Sora SemiBold"/>
                  <a:sym typeface="Sora SemiBold"/>
                </a:rPr>
                <a:t>Process flow diagram</a:t>
              </a:r>
              <a:endParaRPr i="0" sz="1000" u="none" cap="none" strike="noStrike">
                <a:solidFill>
                  <a:srgbClr val="100D25"/>
                </a:solidFill>
                <a:latin typeface="Sora SemiBold"/>
                <a:ea typeface="Sora SemiBold"/>
                <a:cs typeface="Sora SemiBold"/>
                <a:sym typeface="Sora SemiBold"/>
              </a:endParaRPr>
            </a:p>
          </p:txBody>
        </p:sp>
      </p:grpSp>
      <p:sp>
        <p:nvSpPr>
          <p:cNvPr id="1467" name="Google Shape;1467;p65"/>
          <p:cNvSpPr txBox="1"/>
          <p:nvPr/>
        </p:nvSpPr>
        <p:spPr>
          <a:xfrm>
            <a:off x="16143700" y="7106850"/>
            <a:ext cx="899400" cy="3618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110841"/>
              </a:buClr>
              <a:buSzPts val="1800"/>
              <a:buFont typeface="Barlow SemiBold"/>
              <a:buNone/>
            </a:pPr>
            <a:r>
              <a:rPr i="0" lang="en-US" sz="2000" u="none" cap="none" strike="noStrike">
                <a:solidFill>
                  <a:srgbClr val="100D25"/>
                </a:solidFill>
                <a:latin typeface="Ubuntu Medium"/>
                <a:ea typeface="Ubuntu Medium"/>
                <a:cs typeface="Ubuntu Medium"/>
                <a:sym typeface="Ubuntu Medium"/>
              </a:rPr>
              <a:t>Finish</a:t>
            </a:r>
            <a:endParaRPr i="0" sz="1200" u="none" cap="none" strike="noStrike">
              <a:solidFill>
                <a:srgbClr val="100D25"/>
              </a:solidFill>
              <a:latin typeface="Ubuntu Medium"/>
              <a:ea typeface="Ubuntu Medium"/>
              <a:cs typeface="Ubuntu Medium"/>
              <a:sym typeface="Ubuntu Medium"/>
            </a:endParaRPr>
          </a:p>
        </p:txBody>
      </p:sp>
      <p:sp>
        <p:nvSpPr>
          <p:cNvPr id="1468" name="Google Shape;1468;p65"/>
          <p:cNvSpPr txBox="1"/>
          <p:nvPr/>
        </p:nvSpPr>
        <p:spPr>
          <a:xfrm>
            <a:off x="11888400" y="6856750"/>
            <a:ext cx="1095000" cy="8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EC683E"/>
                </a:solidFill>
                <a:latin typeface="Poppins"/>
                <a:ea typeface="Poppins"/>
                <a:cs typeface="Poppins"/>
                <a:sym typeface="Poppins"/>
              </a:rPr>
              <a:t>/02</a:t>
            </a:r>
            <a:endParaRPr b="1" sz="3200">
              <a:solidFill>
                <a:srgbClr val="EC683E"/>
              </a:solidFill>
              <a:latin typeface="Poppins"/>
              <a:ea typeface="Poppins"/>
              <a:cs typeface="Poppins"/>
              <a:sym typeface="Poppins"/>
            </a:endParaRPr>
          </a:p>
        </p:txBody>
      </p:sp>
      <p:sp>
        <p:nvSpPr>
          <p:cNvPr id="1469" name="Google Shape;1469;p65"/>
          <p:cNvSpPr txBox="1"/>
          <p:nvPr/>
        </p:nvSpPr>
        <p:spPr>
          <a:xfrm>
            <a:off x="13273450" y="6856750"/>
            <a:ext cx="1095000" cy="8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217BEE"/>
                </a:solidFill>
                <a:latin typeface="Poppins"/>
                <a:ea typeface="Poppins"/>
                <a:cs typeface="Poppins"/>
                <a:sym typeface="Poppins"/>
              </a:rPr>
              <a:t>/03</a:t>
            </a:r>
            <a:endParaRPr b="1" sz="3200">
              <a:solidFill>
                <a:srgbClr val="217BEE"/>
              </a:solidFill>
              <a:latin typeface="Poppins"/>
              <a:ea typeface="Poppins"/>
              <a:cs typeface="Poppins"/>
              <a:sym typeface="Poppins"/>
            </a:endParaRPr>
          </a:p>
        </p:txBody>
      </p:sp>
      <p:sp>
        <p:nvSpPr>
          <p:cNvPr id="1470" name="Google Shape;1470;p65"/>
          <p:cNvSpPr/>
          <p:nvPr/>
        </p:nvSpPr>
        <p:spPr>
          <a:xfrm>
            <a:off x="14649185" y="6660400"/>
            <a:ext cx="1213800" cy="1213800"/>
          </a:xfrm>
          <a:prstGeom prst="ellipse">
            <a:avLst/>
          </a:prstGeom>
          <a:solidFill>
            <a:srgbClr val="100D2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solidFill>
                <a:srgbClr val="110841"/>
              </a:solidFill>
            </a:endParaRPr>
          </a:p>
        </p:txBody>
      </p:sp>
      <p:sp>
        <p:nvSpPr>
          <p:cNvPr id="1471" name="Google Shape;1471;p65"/>
          <p:cNvSpPr txBox="1"/>
          <p:nvPr/>
        </p:nvSpPr>
        <p:spPr>
          <a:xfrm>
            <a:off x="14658500" y="6856750"/>
            <a:ext cx="1213800" cy="8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Poppins"/>
                <a:ea typeface="Poppins"/>
                <a:cs typeface="Poppins"/>
                <a:sym typeface="Poppins"/>
              </a:rPr>
              <a:t>/04</a:t>
            </a:r>
            <a:endParaRPr b="1" sz="3200">
              <a:solidFill>
                <a:srgbClr val="FFFFFF"/>
              </a:solidFill>
              <a:latin typeface="Poppins"/>
              <a:ea typeface="Poppins"/>
              <a:cs typeface="Poppins"/>
              <a:sym typeface="Poppins"/>
            </a:endParaRPr>
          </a:p>
        </p:txBody>
      </p:sp>
      <p:cxnSp>
        <p:nvCxnSpPr>
          <p:cNvPr id="1472" name="Google Shape;1472;p65"/>
          <p:cNvCxnSpPr>
            <a:stCxn id="1468" idx="3"/>
            <a:endCxn id="1469" idx="1"/>
          </p:cNvCxnSpPr>
          <p:nvPr/>
        </p:nvCxnSpPr>
        <p:spPr>
          <a:xfrm>
            <a:off x="12983400" y="7287850"/>
            <a:ext cx="290100" cy="0"/>
          </a:xfrm>
          <a:prstGeom prst="straightConnector1">
            <a:avLst/>
          </a:prstGeom>
          <a:noFill/>
          <a:ln cap="flat" cmpd="sng" w="19050">
            <a:solidFill>
              <a:srgbClr val="110841"/>
            </a:solidFill>
            <a:prstDash val="solid"/>
            <a:round/>
            <a:headEnd len="med" w="med" type="none"/>
            <a:tailEnd len="med" w="med" type="none"/>
          </a:ln>
        </p:spPr>
      </p:cxnSp>
      <p:cxnSp>
        <p:nvCxnSpPr>
          <p:cNvPr id="1473" name="Google Shape;1473;p65"/>
          <p:cNvCxnSpPr>
            <a:stCxn id="1469" idx="3"/>
            <a:endCxn id="1471" idx="1"/>
          </p:cNvCxnSpPr>
          <p:nvPr/>
        </p:nvCxnSpPr>
        <p:spPr>
          <a:xfrm>
            <a:off x="14368450" y="7287850"/>
            <a:ext cx="290100" cy="0"/>
          </a:xfrm>
          <a:prstGeom prst="straightConnector1">
            <a:avLst/>
          </a:prstGeom>
          <a:noFill/>
          <a:ln cap="flat" cmpd="sng" w="19050">
            <a:solidFill>
              <a:srgbClr val="110841"/>
            </a:solidFill>
            <a:prstDash val="solid"/>
            <a:round/>
            <a:headEnd len="med" w="med" type="none"/>
            <a:tailEnd len="med" w="med" type="none"/>
          </a:ln>
        </p:spPr>
      </p:cxnSp>
      <p:cxnSp>
        <p:nvCxnSpPr>
          <p:cNvPr id="1474" name="Google Shape;1474;p65"/>
          <p:cNvCxnSpPr>
            <a:stCxn id="1471" idx="3"/>
            <a:endCxn id="1467" idx="1"/>
          </p:cNvCxnSpPr>
          <p:nvPr/>
        </p:nvCxnSpPr>
        <p:spPr>
          <a:xfrm>
            <a:off x="15872300" y="7287850"/>
            <a:ext cx="271500" cy="0"/>
          </a:xfrm>
          <a:prstGeom prst="straightConnector1">
            <a:avLst/>
          </a:prstGeom>
          <a:noFill/>
          <a:ln cap="flat" cmpd="sng" w="19050">
            <a:solidFill>
              <a:srgbClr val="110841"/>
            </a:solidFill>
            <a:prstDash val="solid"/>
            <a:round/>
            <a:headEnd len="med" w="med" type="none"/>
            <a:tailEnd len="med" w="med" type="none"/>
          </a:ln>
        </p:spPr>
      </p:cxnSp>
      <p:grpSp>
        <p:nvGrpSpPr>
          <p:cNvPr id="1475" name="Google Shape;1475;p65"/>
          <p:cNvGrpSpPr/>
          <p:nvPr/>
        </p:nvGrpSpPr>
        <p:grpSpPr>
          <a:xfrm>
            <a:off x="1224222" y="1396134"/>
            <a:ext cx="8343379" cy="7442275"/>
            <a:chOff x="1632297" y="1861511"/>
            <a:chExt cx="11124505" cy="9923033"/>
          </a:xfrm>
        </p:grpSpPr>
        <p:sp>
          <p:nvSpPr>
            <p:cNvPr id="1476" name="Google Shape;1476;p65"/>
            <p:cNvSpPr txBox="1"/>
            <p:nvPr/>
          </p:nvSpPr>
          <p:spPr>
            <a:xfrm>
              <a:off x="8596102" y="8512077"/>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9FA09E"/>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 Insert your description here.</a:t>
              </a:r>
              <a:endParaRPr i="0" sz="1000" u="none" cap="none" strike="noStrike">
                <a:solidFill>
                  <a:srgbClr val="100D25"/>
                </a:solidFill>
                <a:latin typeface="Instrument Sans"/>
                <a:ea typeface="Instrument Sans"/>
                <a:cs typeface="Instrument Sans"/>
                <a:sym typeface="Instrument Sans"/>
              </a:endParaRPr>
            </a:p>
          </p:txBody>
        </p:sp>
        <p:sp>
          <p:nvSpPr>
            <p:cNvPr id="1477" name="Google Shape;1477;p65"/>
            <p:cNvSpPr/>
            <p:nvPr/>
          </p:nvSpPr>
          <p:spPr>
            <a:xfrm>
              <a:off x="8355054" y="8632078"/>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78" name="Google Shape;1478;p65"/>
            <p:cNvSpPr txBox="1"/>
            <p:nvPr/>
          </p:nvSpPr>
          <p:spPr>
            <a:xfrm>
              <a:off x="8596102" y="4354944"/>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9FA09E"/>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 Insert your description here.</a:t>
              </a:r>
              <a:endParaRPr i="0" sz="1000" u="none" cap="none" strike="noStrike">
                <a:solidFill>
                  <a:srgbClr val="100D25"/>
                </a:solidFill>
                <a:latin typeface="Instrument Sans"/>
                <a:ea typeface="Instrument Sans"/>
                <a:cs typeface="Instrument Sans"/>
                <a:sym typeface="Instrument Sans"/>
              </a:endParaRPr>
            </a:p>
          </p:txBody>
        </p:sp>
        <p:sp>
          <p:nvSpPr>
            <p:cNvPr id="1479" name="Google Shape;1479;p65"/>
            <p:cNvSpPr/>
            <p:nvPr/>
          </p:nvSpPr>
          <p:spPr>
            <a:xfrm>
              <a:off x="8355054" y="4474945"/>
              <a:ext cx="96000" cy="648900"/>
            </a:xfrm>
            <a:prstGeom prst="rect">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0" name="Google Shape;1480;p65"/>
            <p:cNvSpPr txBox="1"/>
            <p:nvPr/>
          </p:nvSpPr>
          <p:spPr>
            <a:xfrm>
              <a:off x="6910385" y="10920844"/>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9FA09E"/>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 Insert your description here.</a:t>
              </a:r>
              <a:endParaRPr i="0" sz="1000" u="none" cap="none" strike="noStrike">
                <a:solidFill>
                  <a:srgbClr val="100D25"/>
                </a:solidFill>
                <a:latin typeface="Instrument Sans"/>
                <a:ea typeface="Instrument Sans"/>
                <a:cs typeface="Instrument Sans"/>
                <a:sym typeface="Instrument Sans"/>
              </a:endParaRPr>
            </a:p>
          </p:txBody>
        </p:sp>
        <p:sp>
          <p:nvSpPr>
            <p:cNvPr id="1481" name="Google Shape;1481;p65"/>
            <p:cNvSpPr/>
            <p:nvPr/>
          </p:nvSpPr>
          <p:spPr>
            <a:xfrm>
              <a:off x="6669337" y="11040845"/>
              <a:ext cx="96000" cy="648900"/>
            </a:xfrm>
            <a:prstGeom prst="rect">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2" name="Google Shape;1482;p65"/>
            <p:cNvSpPr/>
            <p:nvPr/>
          </p:nvSpPr>
          <p:spPr>
            <a:xfrm>
              <a:off x="1632297" y="5340697"/>
              <a:ext cx="3034500" cy="3034500"/>
            </a:xfrm>
            <a:prstGeom prst="ellipse">
              <a:avLst/>
            </a:prstGeom>
            <a:solidFill>
              <a:srgbClr val="E1E1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3" name="Google Shape;1483;p65"/>
            <p:cNvSpPr/>
            <p:nvPr/>
          </p:nvSpPr>
          <p:spPr>
            <a:xfrm>
              <a:off x="3296205" y="1952188"/>
              <a:ext cx="3240702" cy="2811024"/>
            </a:xfrm>
            <a:custGeom>
              <a:rect b="b" l="l" r="r" t="t"/>
              <a:pathLst>
                <a:path extrusionOk="0" h="21600" w="21600">
                  <a:moveTo>
                    <a:pt x="0" y="0"/>
                  </a:moveTo>
                  <a:lnTo>
                    <a:pt x="0" y="15879"/>
                  </a:lnTo>
                  <a:cubicBezTo>
                    <a:pt x="2194" y="15954"/>
                    <a:pt x="4357" y="16491"/>
                    <a:pt x="6384" y="17463"/>
                  </a:cubicBezTo>
                  <a:cubicBezTo>
                    <a:pt x="8423" y="18442"/>
                    <a:pt x="10288" y="19844"/>
                    <a:pt x="11886" y="21600"/>
                  </a:cubicBezTo>
                  <a:lnTo>
                    <a:pt x="21600" y="10392"/>
                  </a:lnTo>
                  <a:cubicBezTo>
                    <a:pt x="18728" y="7247"/>
                    <a:pt x="15386" y="4727"/>
                    <a:pt x="11736" y="2954"/>
                  </a:cubicBezTo>
                  <a:cubicBezTo>
                    <a:pt x="8015" y="1146"/>
                    <a:pt x="4036" y="145"/>
                    <a:pt x="0" y="0"/>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4" name="Google Shape;1484;p65"/>
            <p:cNvSpPr/>
            <p:nvPr/>
          </p:nvSpPr>
          <p:spPr>
            <a:xfrm>
              <a:off x="5248195" y="3476625"/>
              <a:ext cx="2807244" cy="3243996"/>
            </a:xfrm>
            <a:custGeom>
              <a:rect b="b" l="l" r="r" t="t"/>
              <a:pathLst>
                <a:path extrusionOk="0" h="21600" w="21600">
                  <a:moveTo>
                    <a:pt x="11211" y="0"/>
                  </a:moveTo>
                  <a:lnTo>
                    <a:pt x="0" y="9630"/>
                  </a:lnTo>
                  <a:cubicBezTo>
                    <a:pt x="1808" y="11317"/>
                    <a:pt x="3248" y="13273"/>
                    <a:pt x="4250" y="15404"/>
                  </a:cubicBezTo>
                  <a:cubicBezTo>
                    <a:pt x="5179" y="17377"/>
                    <a:pt x="5718" y="19472"/>
                    <a:pt x="5846" y="21600"/>
                  </a:cubicBezTo>
                  <a:lnTo>
                    <a:pt x="21600" y="21600"/>
                  </a:lnTo>
                  <a:cubicBezTo>
                    <a:pt x="21478" y="17619"/>
                    <a:pt x="20513" y="13692"/>
                    <a:pt x="18752" y="10013"/>
                  </a:cubicBezTo>
                  <a:cubicBezTo>
                    <a:pt x="16974" y="6301"/>
                    <a:pt x="14418" y="2906"/>
                    <a:pt x="11211" y="0"/>
                  </a:cubicBez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5" name="Google Shape;1485;p65"/>
            <p:cNvSpPr/>
            <p:nvPr/>
          </p:nvSpPr>
          <p:spPr>
            <a:xfrm>
              <a:off x="5261093" y="6959719"/>
              <a:ext cx="2796714" cy="3268998"/>
            </a:xfrm>
            <a:custGeom>
              <a:rect b="b" l="l" r="r" t="t"/>
              <a:pathLst>
                <a:path extrusionOk="0" h="21600" w="21600">
                  <a:moveTo>
                    <a:pt x="5759" y="0"/>
                  </a:moveTo>
                  <a:cubicBezTo>
                    <a:pt x="5624" y="2136"/>
                    <a:pt x="5083" y="4239"/>
                    <a:pt x="4157" y="6227"/>
                  </a:cubicBezTo>
                  <a:cubicBezTo>
                    <a:pt x="3172" y="8342"/>
                    <a:pt x="1765" y="10294"/>
                    <a:pt x="0" y="11998"/>
                  </a:cubicBezTo>
                  <a:lnTo>
                    <a:pt x="11197" y="21600"/>
                  </a:lnTo>
                  <a:cubicBezTo>
                    <a:pt x="14435" y="18676"/>
                    <a:pt x="17010" y="15264"/>
                    <a:pt x="18790" y="11535"/>
                  </a:cubicBezTo>
                  <a:cubicBezTo>
                    <a:pt x="20534" y="7883"/>
                    <a:pt x="21486" y="3990"/>
                    <a:pt x="21600" y="46"/>
                  </a:cubicBezTo>
                  <a:lnTo>
                    <a:pt x="5759"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6" name="Google Shape;1486;p65"/>
            <p:cNvSpPr/>
            <p:nvPr/>
          </p:nvSpPr>
          <p:spPr>
            <a:xfrm>
              <a:off x="3286918" y="8948459"/>
              <a:ext cx="3257658" cy="2799576"/>
            </a:xfrm>
            <a:custGeom>
              <a:rect b="b" l="l" r="r" t="t"/>
              <a:pathLst>
                <a:path extrusionOk="0" h="21600" w="21600">
                  <a:moveTo>
                    <a:pt x="0" y="5937"/>
                  </a:moveTo>
                  <a:cubicBezTo>
                    <a:pt x="2175" y="5790"/>
                    <a:pt x="4313" y="5212"/>
                    <a:pt x="6321" y="4228"/>
                  </a:cubicBezTo>
                  <a:cubicBezTo>
                    <a:pt x="8392" y="3213"/>
                    <a:pt x="10294" y="1782"/>
                    <a:pt x="11940" y="0"/>
                  </a:cubicBezTo>
                  <a:lnTo>
                    <a:pt x="21600" y="11232"/>
                  </a:lnTo>
                  <a:cubicBezTo>
                    <a:pt x="18455" y="14771"/>
                    <a:pt x="14715" y="17515"/>
                    <a:pt x="10615" y="19291"/>
                  </a:cubicBezTo>
                  <a:cubicBezTo>
                    <a:pt x="7222" y="20760"/>
                    <a:pt x="3638" y="21541"/>
                    <a:pt x="18" y="21600"/>
                  </a:cubicBezTo>
                  <a:lnTo>
                    <a:pt x="0" y="5937"/>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7" name="Google Shape;1487;p65"/>
            <p:cNvSpPr/>
            <p:nvPr/>
          </p:nvSpPr>
          <p:spPr>
            <a:xfrm>
              <a:off x="3287067" y="4740886"/>
              <a:ext cx="1280934" cy="713016"/>
            </a:xfrm>
            <a:custGeom>
              <a:rect b="b" l="l" r="r" t="t"/>
              <a:pathLst>
                <a:path extrusionOk="0" h="21600" w="21600">
                  <a:moveTo>
                    <a:pt x="26" y="0"/>
                  </a:moveTo>
                  <a:lnTo>
                    <a:pt x="0" y="7820"/>
                  </a:lnTo>
                  <a:cubicBezTo>
                    <a:pt x="3265" y="8232"/>
                    <a:pt x="6474" y="9562"/>
                    <a:pt x="9509" y="11761"/>
                  </a:cubicBezTo>
                  <a:cubicBezTo>
                    <a:pt x="12766" y="14119"/>
                    <a:pt x="15779" y="17446"/>
                    <a:pt x="18421" y="21600"/>
                  </a:cubicBezTo>
                  <a:lnTo>
                    <a:pt x="21600" y="16028"/>
                  </a:lnTo>
                  <a:cubicBezTo>
                    <a:pt x="18527" y="11180"/>
                    <a:pt x="15018" y="7304"/>
                    <a:pt x="11224" y="4562"/>
                  </a:cubicBezTo>
                  <a:cubicBezTo>
                    <a:pt x="7650" y="1980"/>
                    <a:pt x="3870" y="440"/>
                    <a:pt x="26" y="0"/>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8" name="Google Shape;1488;p65"/>
            <p:cNvSpPr/>
            <p:nvPr/>
          </p:nvSpPr>
          <p:spPr>
            <a:xfrm>
              <a:off x="4549523" y="5443917"/>
              <a:ext cx="723492" cy="1273860"/>
            </a:xfrm>
            <a:custGeom>
              <a:rect b="b" l="l" r="r" t="t"/>
              <a:pathLst>
                <a:path extrusionOk="0" h="21600" w="21600">
                  <a:moveTo>
                    <a:pt x="5537" y="0"/>
                  </a:moveTo>
                  <a:cubicBezTo>
                    <a:pt x="10439" y="3079"/>
                    <a:pt x="14356" y="6621"/>
                    <a:pt x="17111" y="10467"/>
                  </a:cubicBezTo>
                  <a:cubicBezTo>
                    <a:pt x="19645" y="14003"/>
                    <a:pt x="21160" y="17748"/>
                    <a:pt x="21600" y="21558"/>
                  </a:cubicBezTo>
                  <a:lnTo>
                    <a:pt x="13730" y="21600"/>
                  </a:lnTo>
                  <a:cubicBezTo>
                    <a:pt x="13309" y="18276"/>
                    <a:pt x="11963" y="15011"/>
                    <a:pt x="9743" y="11926"/>
                  </a:cubicBezTo>
                  <a:cubicBezTo>
                    <a:pt x="7395" y="8664"/>
                    <a:pt x="4102" y="5648"/>
                    <a:pt x="0" y="3003"/>
                  </a:cubicBezTo>
                  <a:lnTo>
                    <a:pt x="5537"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89" name="Google Shape;1489;p65"/>
            <p:cNvSpPr/>
            <p:nvPr/>
          </p:nvSpPr>
          <p:spPr>
            <a:xfrm>
              <a:off x="4561880" y="6960129"/>
              <a:ext cx="708804" cy="1305504"/>
            </a:xfrm>
            <a:custGeom>
              <a:rect b="b" l="l" r="r" t="t"/>
              <a:pathLst>
                <a:path extrusionOk="0" h="21600" w="21600">
                  <a:moveTo>
                    <a:pt x="13925" y="0"/>
                  </a:moveTo>
                  <a:lnTo>
                    <a:pt x="21600" y="21"/>
                  </a:lnTo>
                  <a:cubicBezTo>
                    <a:pt x="21382" y="3277"/>
                    <a:pt x="20297" y="6499"/>
                    <a:pt x="18379" y="9586"/>
                  </a:cubicBezTo>
                  <a:cubicBezTo>
                    <a:pt x="15613" y="14038"/>
                    <a:pt x="11172" y="18129"/>
                    <a:pt x="5338" y="21600"/>
                  </a:cubicBezTo>
                  <a:lnTo>
                    <a:pt x="0" y="18547"/>
                  </a:lnTo>
                  <a:cubicBezTo>
                    <a:pt x="4971" y="15338"/>
                    <a:pt x="8755" y="11639"/>
                    <a:pt x="11147" y="7652"/>
                  </a:cubicBezTo>
                  <a:cubicBezTo>
                    <a:pt x="12636" y="5171"/>
                    <a:pt x="13568" y="2602"/>
                    <a:pt x="13925" y="0"/>
                  </a:cubicBez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90" name="Google Shape;1490;p65"/>
            <p:cNvSpPr/>
            <p:nvPr/>
          </p:nvSpPr>
          <p:spPr>
            <a:xfrm>
              <a:off x="3288645" y="8251411"/>
              <a:ext cx="1295622" cy="727272"/>
            </a:xfrm>
            <a:custGeom>
              <a:rect b="b" l="l" r="r" t="t"/>
              <a:pathLst>
                <a:path extrusionOk="0" h="21600" w="21600">
                  <a:moveTo>
                    <a:pt x="18427" y="0"/>
                  </a:moveTo>
                  <a:lnTo>
                    <a:pt x="21600" y="5477"/>
                  </a:lnTo>
                  <a:cubicBezTo>
                    <a:pt x="19228" y="9157"/>
                    <a:pt x="16604" y="12287"/>
                    <a:pt x="13790" y="14791"/>
                  </a:cubicBezTo>
                  <a:cubicBezTo>
                    <a:pt x="9483" y="18623"/>
                    <a:pt x="4800" y="20936"/>
                    <a:pt x="0" y="21600"/>
                  </a:cubicBezTo>
                  <a:lnTo>
                    <a:pt x="14" y="13928"/>
                  </a:lnTo>
                  <a:cubicBezTo>
                    <a:pt x="3973" y="13380"/>
                    <a:pt x="7839" y="11500"/>
                    <a:pt x="11406" y="8388"/>
                  </a:cubicBezTo>
                  <a:cubicBezTo>
                    <a:pt x="13948" y="6169"/>
                    <a:pt x="16310" y="3348"/>
                    <a:pt x="18427" y="0"/>
                  </a:cubicBez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91" name="Google Shape;1491;p65"/>
            <p:cNvSpPr txBox="1"/>
            <p:nvPr/>
          </p:nvSpPr>
          <p:spPr>
            <a:xfrm>
              <a:off x="2046251" y="6375400"/>
              <a:ext cx="22068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1492" name="Google Shape;1492;p65"/>
            <p:cNvSpPr txBox="1"/>
            <p:nvPr/>
          </p:nvSpPr>
          <p:spPr>
            <a:xfrm>
              <a:off x="6910385" y="1861511"/>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9FA09E"/>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 Insert your description here.</a:t>
              </a:r>
              <a:endParaRPr i="0" sz="1000" u="none" cap="none" strike="noStrike">
                <a:solidFill>
                  <a:srgbClr val="100D25"/>
                </a:solidFill>
                <a:latin typeface="Instrument Sans"/>
                <a:ea typeface="Instrument Sans"/>
                <a:cs typeface="Instrument Sans"/>
                <a:sym typeface="Instrument Sans"/>
              </a:endParaRPr>
            </a:p>
          </p:txBody>
        </p:sp>
        <p:sp>
          <p:nvSpPr>
            <p:cNvPr id="1493" name="Google Shape;1493;p65"/>
            <p:cNvSpPr/>
            <p:nvPr/>
          </p:nvSpPr>
          <p:spPr>
            <a:xfrm>
              <a:off x="6669337" y="1981512"/>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94" name="Google Shape;1494;p65"/>
            <p:cNvSpPr/>
            <p:nvPr/>
          </p:nvSpPr>
          <p:spPr>
            <a:xfrm>
              <a:off x="8251118" y="2828352"/>
              <a:ext cx="796932" cy="1322190"/>
            </a:xfrm>
            <a:custGeom>
              <a:rect b="b" l="l" r="r" t="t"/>
              <a:pathLst>
                <a:path extrusionOk="0" h="21600" w="21600">
                  <a:moveTo>
                    <a:pt x="0" y="0"/>
                  </a:moveTo>
                  <a:cubicBezTo>
                    <a:pt x="4270" y="3411"/>
                    <a:pt x="8238" y="6955"/>
                    <a:pt x="11889" y="10618"/>
                  </a:cubicBezTo>
                  <a:cubicBezTo>
                    <a:pt x="15435" y="14176"/>
                    <a:pt x="18676" y="17842"/>
                    <a:pt x="21600" y="21600"/>
                  </a:cubicBezTo>
                </a:path>
              </a:pathLst>
            </a:custGeom>
            <a:noFill/>
            <a:ln cap="flat" cmpd="sng" w="19050">
              <a:solidFill>
                <a:srgbClr val="C6C4BF"/>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95" name="Google Shape;1495;p65"/>
            <p:cNvSpPr/>
            <p:nvPr/>
          </p:nvSpPr>
          <p:spPr>
            <a:xfrm>
              <a:off x="9459653" y="5346150"/>
              <a:ext cx="178345" cy="3017196"/>
            </a:xfrm>
            <a:custGeom>
              <a:rect b="b" l="l" r="r" t="t"/>
              <a:pathLst>
                <a:path extrusionOk="0" h="21600" w="21025">
                  <a:moveTo>
                    <a:pt x="564" y="0"/>
                  </a:moveTo>
                  <a:cubicBezTo>
                    <a:pt x="14743" y="3667"/>
                    <a:pt x="21600" y="7425"/>
                    <a:pt x="20987" y="11192"/>
                  </a:cubicBezTo>
                  <a:cubicBezTo>
                    <a:pt x="20417" y="14698"/>
                    <a:pt x="13377" y="18189"/>
                    <a:pt x="0" y="21600"/>
                  </a:cubicBezTo>
                </a:path>
              </a:pathLst>
            </a:custGeom>
            <a:noFill/>
            <a:ln cap="flat" cmpd="sng" w="19050">
              <a:solidFill>
                <a:srgbClr val="C6C4BF"/>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sp>
          <p:nvSpPr>
            <p:cNvPr id="1496" name="Google Shape;1496;p65"/>
            <p:cNvSpPr/>
            <p:nvPr/>
          </p:nvSpPr>
          <p:spPr>
            <a:xfrm>
              <a:off x="8323893" y="9705175"/>
              <a:ext cx="660096" cy="1067958"/>
            </a:xfrm>
            <a:custGeom>
              <a:rect b="b" l="l" r="r" t="t"/>
              <a:pathLst>
                <a:path extrusionOk="0" h="21600" w="21600">
                  <a:moveTo>
                    <a:pt x="21600" y="0"/>
                  </a:moveTo>
                  <a:cubicBezTo>
                    <a:pt x="18676" y="3777"/>
                    <a:pt x="15430" y="7456"/>
                    <a:pt x="11875" y="11022"/>
                  </a:cubicBezTo>
                  <a:cubicBezTo>
                    <a:pt x="8230" y="14678"/>
                    <a:pt x="4266" y="18209"/>
                    <a:pt x="0" y="21600"/>
                  </a:cubicBezTo>
                </a:path>
              </a:pathLst>
            </a:custGeom>
            <a:noFill/>
            <a:ln cap="flat" cmpd="sng" w="19050">
              <a:solidFill>
                <a:srgbClr val="C6C4BF"/>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100D25"/>
                </a:solidFill>
                <a:latin typeface="Instrument Sans"/>
                <a:ea typeface="Instrument Sans"/>
                <a:cs typeface="Instrument Sans"/>
                <a:sym typeface="Instrument Sans"/>
              </a:endParaRPr>
            </a:p>
          </p:txBody>
        </p:sp>
      </p:grpSp>
      <p:sp>
        <p:nvSpPr>
          <p:cNvPr id="1497" name="Google Shape;1497;p65"/>
          <p:cNvSpPr txBox="1"/>
          <p:nvPr/>
        </p:nvSpPr>
        <p:spPr>
          <a:xfrm>
            <a:off x="2936250" y="20586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/01</a:t>
            </a:r>
            <a:endParaRPr sz="3200">
              <a:solidFill>
                <a:srgbClr val="FFFFFF"/>
              </a:solidFill>
              <a:latin typeface="Sora Medium"/>
              <a:ea typeface="Sora Medium"/>
              <a:cs typeface="Sora Medium"/>
              <a:sym typeface="Sora Medium"/>
            </a:endParaRPr>
          </a:p>
        </p:txBody>
      </p:sp>
      <p:sp>
        <p:nvSpPr>
          <p:cNvPr id="1498" name="Google Shape;1498;p65"/>
          <p:cNvSpPr txBox="1"/>
          <p:nvPr/>
        </p:nvSpPr>
        <p:spPr>
          <a:xfrm>
            <a:off x="4496100" y="36184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/02</a:t>
            </a:r>
            <a:endParaRPr sz="3200">
              <a:solidFill>
                <a:srgbClr val="FFFFFF"/>
              </a:solidFill>
              <a:latin typeface="Sora Medium"/>
              <a:ea typeface="Sora Medium"/>
              <a:cs typeface="Sora Medium"/>
              <a:sym typeface="Sora Medium"/>
            </a:endParaRPr>
          </a:p>
        </p:txBody>
      </p:sp>
      <p:sp>
        <p:nvSpPr>
          <p:cNvPr id="1499" name="Google Shape;1499;p65"/>
          <p:cNvSpPr txBox="1"/>
          <p:nvPr/>
        </p:nvSpPr>
        <p:spPr>
          <a:xfrm>
            <a:off x="4496100" y="57700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/03</a:t>
            </a:r>
            <a:endParaRPr sz="3200">
              <a:solidFill>
                <a:srgbClr val="FFFFFF"/>
              </a:solidFill>
              <a:latin typeface="Sora Medium"/>
              <a:ea typeface="Sora Medium"/>
              <a:cs typeface="Sora Medium"/>
              <a:sym typeface="Sora Medium"/>
            </a:endParaRPr>
          </a:p>
        </p:txBody>
      </p:sp>
      <p:sp>
        <p:nvSpPr>
          <p:cNvPr id="1500" name="Google Shape;1500;p65"/>
          <p:cNvSpPr txBox="1"/>
          <p:nvPr/>
        </p:nvSpPr>
        <p:spPr>
          <a:xfrm>
            <a:off x="2936250" y="73772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/04</a:t>
            </a:r>
            <a:endParaRPr sz="3200">
              <a:solidFill>
                <a:srgbClr val="FFFFFF"/>
              </a:solidFill>
              <a:latin typeface="Sora Medium"/>
              <a:ea typeface="Sora Medium"/>
              <a:cs typeface="Sora Medium"/>
              <a:sym typeface="Sora Medium"/>
            </a:endParaRPr>
          </a:p>
        </p:txBody>
      </p:sp>
      <p:sp>
        <p:nvSpPr>
          <p:cNvPr id="1501" name="Google Shape;1501;p65"/>
          <p:cNvSpPr txBox="1"/>
          <p:nvPr/>
        </p:nvSpPr>
        <p:spPr>
          <a:xfrm>
            <a:off x="10508850" y="6856750"/>
            <a:ext cx="1095000" cy="8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D13B5F"/>
                </a:solidFill>
                <a:latin typeface="Poppins"/>
                <a:ea typeface="Poppins"/>
                <a:cs typeface="Poppins"/>
                <a:sym typeface="Poppins"/>
              </a:rPr>
              <a:t>/01</a:t>
            </a:r>
            <a:endParaRPr b="1" sz="3200">
              <a:solidFill>
                <a:srgbClr val="D13B5F"/>
              </a:solidFill>
              <a:latin typeface="Poppins"/>
              <a:ea typeface="Poppins"/>
              <a:cs typeface="Poppins"/>
              <a:sym typeface="Poppins"/>
            </a:endParaRPr>
          </a:p>
        </p:txBody>
      </p:sp>
      <p:cxnSp>
        <p:nvCxnSpPr>
          <p:cNvPr id="1502" name="Google Shape;1502;p65"/>
          <p:cNvCxnSpPr>
            <a:stCxn id="1501" idx="3"/>
            <a:endCxn id="1468" idx="1"/>
          </p:cNvCxnSpPr>
          <p:nvPr/>
        </p:nvCxnSpPr>
        <p:spPr>
          <a:xfrm>
            <a:off x="11603850" y="7287850"/>
            <a:ext cx="284700" cy="0"/>
          </a:xfrm>
          <a:prstGeom prst="straightConnector1">
            <a:avLst/>
          </a:prstGeom>
          <a:noFill/>
          <a:ln cap="flat" cmpd="sng" w="19050">
            <a:solidFill>
              <a:srgbClr val="110841"/>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grpSp>
        <p:nvGrpSpPr>
          <p:cNvPr id="1507" name="Google Shape;1507;p66"/>
          <p:cNvGrpSpPr/>
          <p:nvPr/>
        </p:nvGrpSpPr>
        <p:grpSpPr>
          <a:xfrm>
            <a:off x="10514027" y="3095910"/>
            <a:ext cx="6523848" cy="4095193"/>
            <a:chOff x="14018602" y="3460552"/>
            <a:chExt cx="8698465" cy="5094791"/>
          </a:xfrm>
        </p:grpSpPr>
        <p:sp>
          <p:nvSpPr>
            <p:cNvPr id="1508" name="Google Shape;1508;p66"/>
            <p:cNvSpPr txBox="1"/>
            <p:nvPr/>
          </p:nvSpPr>
          <p:spPr>
            <a:xfrm>
              <a:off x="14029367" y="4446543"/>
              <a:ext cx="8687700" cy="4108800"/>
            </a:xfrm>
            <a:prstGeom prst="rect">
              <a:avLst/>
            </a:pr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509" name="Google Shape;1509;p66"/>
            <p:cNvSpPr txBox="1"/>
            <p:nvPr/>
          </p:nvSpPr>
          <p:spPr>
            <a:xfrm>
              <a:off x="14018602" y="3460552"/>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1510" name="Google Shape;1510;p66"/>
          <p:cNvGrpSpPr/>
          <p:nvPr/>
        </p:nvGrpSpPr>
        <p:grpSpPr>
          <a:xfrm>
            <a:off x="1224222" y="1180188"/>
            <a:ext cx="8614997" cy="7870155"/>
            <a:chOff x="1632297" y="1573583"/>
            <a:chExt cx="11486662" cy="10493540"/>
          </a:xfrm>
        </p:grpSpPr>
        <p:sp>
          <p:nvSpPr>
            <p:cNvPr id="1511" name="Google Shape;1511;p66"/>
            <p:cNvSpPr txBox="1"/>
            <p:nvPr/>
          </p:nvSpPr>
          <p:spPr>
            <a:xfrm>
              <a:off x="6565923" y="1573583"/>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12" name="Google Shape;1512;p66"/>
            <p:cNvSpPr/>
            <p:nvPr/>
          </p:nvSpPr>
          <p:spPr>
            <a:xfrm>
              <a:off x="6324875" y="1693584"/>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13" name="Google Shape;1513;p66"/>
            <p:cNvSpPr txBox="1"/>
            <p:nvPr/>
          </p:nvSpPr>
          <p:spPr>
            <a:xfrm>
              <a:off x="8153196" y="3392797"/>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14" name="Google Shape;1514;p66"/>
            <p:cNvSpPr/>
            <p:nvPr/>
          </p:nvSpPr>
          <p:spPr>
            <a:xfrm>
              <a:off x="7912148" y="3512798"/>
              <a:ext cx="96000" cy="648900"/>
            </a:xfrm>
            <a:prstGeom prst="rect">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15" name="Google Shape;1515;p66"/>
            <p:cNvSpPr txBox="1"/>
            <p:nvPr/>
          </p:nvSpPr>
          <p:spPr>
            <a:xfrm>
              <a:off x="8958259" y="6372386"/>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16" name="Google Shape;1516;p66"/>
            <p:cNvSpPr/>
            <p:nvPr/>
          </p:nvSpPr>
          <p:spPr>
            <a:xfrm>
              <a:off x="8717211" y="6492387"/>
              <a:ext cx="96000" cy="648900"/>
            </a:xfrm>
            <a:prstGeom prst="rect">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17" name="Google Shape;1517;p66"/>
            <p:cNvSpPr txBox="1"/>
            <p:nvPr/>
          </p:nvSpPr>
          <p:spPr>
            <a:xfrm>
              <a:off x="8165451" y="9416441"/>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18" name="Google Shape;1518;p66"/>
            <p:cNvSpPr/>
            <p:nvPr/>
          </p:nvSpPr>
          <p:spPr>
            <a:xfrm>
              <a:off x="7924403" y="9536442"/>
              <a:ext cx="96000" cy="648900"/>
            </a:xfrm>
            <a:prstGeom prst="rect">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19" name="Google Shape;1519;p66"/>
            <p:cNvSpPr txBox="1"/>
            <p:nvPr/>
          </p:nvSpPr>
          <p:spPr>
            <a:xfrm>
              <a:off x="6574317" y="11203423"/>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20" name="Google Shape;1520;p66"/>
            <p:cNvSpPr/>
            <p:nvPr/>
          </p:nvSpPr>
          <p:spPr>
            <a:xfrm>
              <a:off x="6333269" y="11323424"/>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1" name="Google Shape;1521;p66"/>
            <p:cNvSpPr/>
            <p:nvPr/>
          </p:nvSpPr>
          <p:spPr>
            <a:xfrm>
              <a:off x="1632297" y="5340697"/>
              <a:ext cx="3034500" cy="3034500"/>
            </a:xfrm>
            <a:prstGeom prst="ellipse">
              <a:avLst/>
            </a:prstGeom>
            <a:solidFill>
              <a:srgbClr val="E1E1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2" name="Google Shape;1522;p66"/>
            <p:cNvSpPr/>
            <p:nvPr/>
          </p:nvSpPr>
          <p:spPr>
            <a:xfrm>
              <a:off x="3287365" y="1956370"/>
              <a:ext cx="2659986" cy="2531628"/>
            </a:xfrm>
            <a:custGeom>
              <a:rect b="b" l="l" r="r" t="t"/>
              <a:pathLst>
                <a:path extrusionOk="0" h="21600" w="21600">
                  <a:moveTo>
                    <a:pt x="0" y="0"/>
                  </a:moveTo>
                  <a:cubicBezTo>
                    <a:pt x="3731" y="91"/>
                    <a:pt x="7431" y="742"/>
                    <a:pt x="10988" y="1931"/>
                  </a:cubicBezTo>
                  <a:cubicBezTo>
                    <a:pt x="14770" y="3196"/>
                    <a:pt x="18348" y="5056"/>
                    <a:pt x="21600" y="7448"/>
                  </a:cubicBezTo>
                  <a:lnTo>
                    <a:pt x="11773" y="21600"/>
                  </a:lnTo>
                  <a:cubicBezTo>
                    <a:pt x="10010" y="20340"/>
                    <a:pt x="8086" y="19351"/>
                    <a:pt x="6058" y="18663"/>
                  </a:cubicBezTo>
                  <a:cubicBezTo>
                    <a:pt x="4098" y="17998"/>
                    <a:pt x="2061" y="17619"/>
                    <a:pt x="3" y="17538"/>
                  </a:cubicBezTo>
                  <a:lnTo>
                    <a:pt x="0"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3" name="Google Shape;1523;p66"/>
            <p:cNvSpPr/>
            <p:nvPr/>
          </p:nvSpPr>
          <p:spPr>
            <a:xfrm>
              <a:off x="4932278" y="2967880"/>
              <a:ext cx="2845206" cy="2887650"/>
            </a:xfrm>
            <a:custGeom>
              <a:rect b="b" l="l" r="r" t="t"/>
              <a:pathLst>
                <a:path extrusionOk="0" h="21600" w="21600">
                  <a:moveTo>
                    <a:pt x="9136" y="0"/>
                  </a:moveTo>
                  <a:cubicBezTo>
                    <a:pt x="11949" y="2107"/>
                    <a:pt x="14439" y="4602"/>
                    <a:pt x="16530" y="7409"/>
                  </a:cubicBezTo>
                  <a:cubicBezTo>
                    <a:pt x="18689" y="10308"/>
                    <a:pt x="20397" y="13508"/>
                    <a:pt x="21600" y="16902"/>
                  </a:cubicBezTo>
                  <a:lnTo>
                    <a:pt x="6729" y="21600"/>
                  </a:lnTo>
                  <a:cubicBezTo>
                    <a:pt x="6092" y="19911"/>
                    <a:pt x="5242" y="18309"/>
                    <a:pt x="4199" y="16829"/>
                  </a:cubicBezTo>
                  <a:cubicBezTo>
                    <a:pt x="3020" y="15156"/>
                    <a:pt x="1606" y="13657"/>
                    <a:pt x="0" y="12376"/>
                  </a:cubicBezTo>
                  <a:lnTo>
                    <a:pt x="9136"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4" name="Google Shape;1524;p66"/>
            <p:cNvSpPr/>
            <p:nvPr/>
          </p:nvSpPr>
          <p:spPr>
            <a:xfrm>
              <a:off x="5899274" y="5449920"/>
              <a:ext cx="2158238" cy="2795094"/>
            </a:xfrm>
            <a:custGeom>
              <a:rect b="b" l="l" r="r" t="t"/>
              <a:pathLst>
                <a:path extrusionOk="0" h="21600" w="21584">
                  <a:moveTo>
                    <a:pt x="19494" y="0"/>
                  </a:moveTo>
                  <a:lnTo>
                    <a:pt x="0" y="4840"/>
                  </a:lnTo>
                  <a:cubicBezTo>
                    <a:pt x="694" y="6825"/>
                    <a:pt x="1042" y="8874"/>
                    <a:pt x="1035" y="10931"/>
                  </a:cubicBezTo>
                  <a:cubicBezTo>
                    <a:pt x="1029" y="12869"/>
                    <a:pt x="707" y="14799"/>
                    <a:pt x="78" y="16675"/>
                  </a:cubicBezTo>
                  <a:lnTo>
                    <a:pt x="19619" y="21600"/>
                  </a:lnTo>
                  <a:cubicBezTo>
                    <a:pt x="20938" y="18102"/>
                    <a:pt x="21600" y="14476"/>
                    <a:pt x="21584" y="10833"/>
                  </a:cubicBezTo>
                  <a:cubicBezTo>
                    <a:pt x="21568" y="7163"/>
                    <a:pt x="20864" y="3514"/>
                    <a:pt x="19494" y="0"/>
                  </a:cubicBez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5" name="Google Shape;1525;p66"/>
            <p:cNvSpPr/>
            <p:nvPr/>
          </p:nvSpPr>
          <p:spPr>
            <a:xfrm>
              <a:off x="4948460" y="7835279"/>
              <a:ext cx="2842128" cy="2894346"/>
            </a:xfrm>
            <a:custGeom>
              <a:rect b="b" l="l" r="r" t="t"/>
              <a:pathLst>
                <a:path extrusionOk="0" h="21600" w="21600">
                  <a:moveTo>
                    <a:pt x="6750" y="0"/>
                  </a:moveTo>
                  <a:cubicBezTo>
                    <a:pt x="6111" y="1740"/>
                    <a:pt x="5237" y="3387"/>
                    <a:pt x="4153" y="4899"/>
                  </a:cubicBezTo>
                  <a:cubicBezTo>
                    <a:pt x="2986" y="6525"/>
                    <a:pt x="1588" y="7978"/>
                    <a:pt x="0" y="9212"/>
                  </a:cubicBezTo>
                  <a:lnTo>
                    <a:pt x="9275" y="21600"/>
                  </a:lnTo>
                  <a:cubicBezTo>
                    <a:pt x="12211" y="19335"/>
                    <a:pt x="14789" y="16656"/>
                    <a:pt x="16926" y="13649"/>
                  </a:cubicBezTo>
                  <a:cubicBezTo>
                    <a:pt x="18892" y="10882"/>
                    <a:pt x="20465" y="7865"/>
                    <a:pt x="21600" y="4680"/>
                  </a:cubicBezTo>
                  <a:lnTo>
                    <a:pt x="6750"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6" name="Google Shape;1526;p66"/>
            <p:cNvSpPr/>
            <p:nvPr/>
          </p:nvSpPr>
          <p:spPr>
            <a:xfrm>
              <a:off x="3284684" y="9220572"/>
              <a:ext cx="2690010" cy="2546748"/>
            </a:xfrm>
            <a:custGeom>
              <a:rect b="b" l="l" r="r" t="t"/>
              <a:pathLst>
                <a:path extrusionOk="0" h="21600" w="21600">
                  <a:moveTo>
                    <a:pt x="45" y="4134"/>
                  </a:moveTo>
                  <a:cubicBezTo>
                    <a:pt x="2094" y="4033"/>
                    <a:pt x="4120" y="3643"/>
                    <a:pt x="6070" y="2974"/>
                  </a:cubicBezTo>
                  <a:cubicBezTo>
                    <a:pt x="8112" y="2272"/>
                    <a:pt x="10052" y="1271"/>
                    <a:pt x="11830" y="0"/>
                  </a:cubicBezTo>
                  <a:lnTo>
                    <a:pt x="21600" y="13988"/>
                  </a:lnTo>
                  <a:cubicBezTo>
                    <a:pt x="18468" y="16314"/>
                    <a:pt x="15034" y="18149"/>
                    <a:pt x="11404" y="19437"/>
                  </a:cubicBezTo>
                  <a:cubicBezTo>
                    <a:pt x="7723" y="20743"/>
                    <a:pt x="3881" y="21471"/>
                    <a:pt x="0" y="21600"/>
                  </a:cubicBezTo>
                  <a:lnTo>
                    <a:pt x="45" y="4134"/>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7" name="Google Shape;1527;p66"/>
            <p:cNvSpPr/>
            <p:nvPr/>
          </p:nvSpPr>
          <p:spPr>
            <a:xfrm>
              <a:off x="3287605" y="8421100"/>
              <a:ext cx="1035990" cy="562842"/>
            </a:xfrm>
            <a:custGeom>
              <a:rect b="b" l="l" r="r" t="t"/>
              <a:pathLst>
                <a:path extrusionOk="0" h="21600" w="21600">
                  <a:moveTo>
                    <a:pt x="0" y="11376"/>
                  </a:moveTo>
                  <a:lnTo>
                    <a:pt x="11" y="21600"/>
                  </a:lnTo>
                  <a:cubicBezTo>
                    <a:pt x="3860" y="21068"/>
                    <a:pt x="7656" y="19634"/>
                    <a:pt x="11308" y="17333"/>
                  </a:cubicBezTo>
                  <a:cubicBezTo>
                    <a:pt x="14939" y="15045"/>
                    <a:pt x="18397" y="11918"/>
                    <a:pt x="21600" y="8027"/>
                  </a:cubicBezTo>
                  <a:lnTo>
                    <a:pt x="18295" y="0"/>
                  </a:lnTo>
                  <a:cubicBezTo>
                    <a:pt x="15695" y="3185"/>
                    <a:pt x="12888" y="5757"/>
                    <a:pt x="9940" y="7657"/>
                  </a:cubicBezTo>
                  <a:cubicBezTo>
                    <a:pt x="6734" y="9722"/>
                    <a:pt x="3390" y="10973"/>
                    <a:pt x="0" y="11376"/>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8" name="Google Shape;1528;p66"/>
            <p:cNvSpPr/>
            <p:nvPr/>
          </p:nvSpPr>
          <p:spPr>
            <a:xfrm>
              <a:off x="4361209" y="7523881"/>
              <a:ext cx="783324" cy="960768"/>
            </a:xfrm>
            <a:custGeom>
              <a:rect b="b" l="l" r="r" t="t"/>
              <a:pathLst>
                <a:path extrusionOk="0" h="21600" w="21600">
                  <a:moveTo>
                    <a:pt x="0" y="16916"/>
                  </a:moveTo>
                  <a:cubicBezTo>
                    <a:pt x="3357" y="14560"/>
                    <a:pt x="6333" y="11865"/>
                    <a:pt x="8854" y="8895"/>
                  </a:cubicBezTo>
                  <a:cubicBezTo>
                    <a:pt x="11204" y="6127"/>
                    <a:pt x="13143" y="3141"/>
                    <a:pt x="14629" y="0"/>
                  </a:cubicBezTo>
                  <a:lnTo>
                    <a:pt x="21600" y="1754"/>
                  </a:lnTo>
                  <a:cubicBezTo>
                    <a:pt x="19839" y="5539"/>
                    <a:pt x="17509" y="9131"/>
                    <a:pt x="14662" y="12448"/>
                  </a:cubicBezTo>
                  <a:cubicBezTo>
                    <a:pt x="11751" y="15838"/>
                    <a:pt x="8325" y="18913"/>
                    <a:pt x="4465" y="21600"/>
                  </a:cubicBezTo>
                  <a:lnTo>
                    <a:pt x="0" y="16916"/>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29" name="Google Shape;1529;p66"/>
            <p:cNvSpPr/>
            <p:nvPr/>
          </p:nvSpPr>
          <p:spPr>
            <a:xfrm>
              <a:off x="4954645" y="6304914"/>
              <a:ext cx="323771" cy="1067040"/>
            </a:xfrm>
            <a:custGeom>
              <a:rect b="b" l="l" r="r" t="t"/>
              <a:pathLst>
                <a:path extrusionOk="0" h="21600" w="21556">
                  <a:moveTo>
                    <a:pt x="0" y="1646"/>
                  </a:moveTo>
                  <a:cubicBezTo>
                    <a:pt x="2536" y="4650"/>
                    <a:pt x="3880" y="7736"/>
                    <a:pt x="4003" y="10837"/>
                  </a:cubicBezTo>
                  <a:cubicBezTo>
                    <a:pt x="4125" y="13932"/>
                    <a:pt x="3030" y="17022"/>
                    <a:pt x="741" y="20038"/>
                  </a:cubicBezTo>
                  <a:lnTo>
                    <a:pt x="17025" y="21600"/>
                  </a:lnTo>
                  <a:cubicBezTo>
                    <a:pt x="20077" y="18099"/>
                    <a:pt x="21600" y="14491"/>
                    <a:pt x="21555" y="10869"/>
                  </a:cubicBezTo>
                  <a:cubicBezTo>
                    <a:pt x="21510" y="7195"/>
                    <a:pt x="19852" y="3540"/>
                    <a:pt x="16626" y="0"/>
                  </a:cubicBezTo>
                  <a:lnTo>
                    <a:pt x="0" y="1646"/>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0" name="Google Shape;1530;p66"/>
            <p:cNvSpPr/>
            <p:nvPr/>
          </p:nvSpPr>
          <p:spPr>
            <a:xfrm>
              <a:off x="4350327" y="5217169"/>
              <a:ext cx="777114" cy="942354"/>
            </a:xfrm>
            <a:custGeom>
              <a:rect b="b" l="l" r="r" t="t"/>
              <a:pathLst>
                <a:path extrusionOk="0" h="21600" w="21600">
                  <a:moveTo>
                    <a:pt x="4114" y="0"/>
                  </a:moveTo>
                  <a:cubicBezTo>
                    <a:pt x="8153" y="2705"/>
                    <a:pt x="11734" y="5844"/>
                    <a:pt x="14763" y="9333"/>
                  </a:cubicBezTo>
                  <a:cubicBezTo>
                    <a:pt x="17550" y="12543"/>
                    <a:pt x="19846" y="16024"/>
                    <a:pt x="21600" y="19698"/>
                  </a:cubicBezTo>
                  <a:lnTo>
                    <a:pt x="14729" y="21600"/>
                  </a:lnTo>
                  <a:cubicBezTo>
                    <a:pt x="13209" y="18502"/>
                    <a:pt x="11260" y="15560"/>
                    <a:pt x="8921" y="12832"/>
                  </a:cubicBezTo>
                  <a:cubicBezTo>
                    <a:pt x="6369" y="9854"/>
                    <a:pt x="3371" y="7154"/>
                    <a:pt x="0" y="4795"/>
                  </a:cubicBezTo>
                  <a:lnTo>
                    <a:pt x="4114"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1" name="Google Shape;1531;p66"/>
            <p:cNvSpPr/>
            <p:nvPr/>
          </p:nvSpPr>
          <p:spPr>
            <a:xfrm>
              <a:off x="3284785" y="4734024"/>
              <a:ext cx="1025892" cy="552420"/>
            </a:xfrm>
            <a:custGeom>
              <a:rect b="b" l="l" r="r" t="t"/>
              <a:pathLst>
                <a:path extrusionOk="0" h="21600" w="21600">
                  <a:moveTo>
                    <a:pt x="0" y="0"/>
                  </a:moveTo>
                  <a:cubicBezTo>
                    <a:pt x="3915" y="547"/>
                    <a:pt x="7778" y="2010"/>
                    <a:pt x="11496" y="4353"/>
                  </a:cubicBezTo>
                  <a:cubicBezTo>
                    <a:pt x="15047" y="6591"/>
                    <a:pt x="18439" y="9616"/>
                    <a:pt x="21600" y="13361"/>
                  </a:cubicBezTo>
                  <a:lnTo>
                    <a:pt x="18295" y="21600"/>
                  </a:lnTo>
                  <a:cubicBezTo>
                    <a:pt x="15596" y="18399"/>
                    <a:pt x="12702" y="15800"/>
                    <a:pt x="9675" y="13857"/>
                  </a:cubicBezTo>
                  <a:cubicBezTo>
                    <a:pt x="6602" y="11884"/>
                    <a:pt x="3413" y="10601"/>
                    <a:pt x="175" y="10036"/>
                  </a:cubicBezTo>
                  <a:lnTo>
                    <a:pt x="0"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2" name="Google Shape;1532;p66"/>
            <p:cNvSpPr txBox="1"/>
            <p:nvPr/>
          </p:nvSpPr>
          <p:spPr>
            <a:xfrm>
              <a:off x="2046251" y="6375400"/>
              <a:ext cx="22068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i="0" lang="en-US" sz="1800" u="none" cap="none" strike="noStrike">
                  <a:solidFill>
                    <a:srgbClr val="110841"/>
                  </a:solidFill>
                  <a:latin typeface="Sora SemiBold"/>
                  <a:ea typeface="Sora SemiBold"/>
                  <a:cs typeface="Sora SemiBold"/>
                  <a:sym typeface="Sora SemiBold"/>
                </a:rPr>
                <a:t>This is a sample text</a:t>
              </a:r>
              <a:endParaRPr i="0" sz="1000" u="none" cap="none" strike="noStrike">
                <a:solidFill>
                  <a:srgbClr val="000000"/>
                </a:solidFill>
                <a:latin typeface="Sora SemiBold"/>
                <a:ea typeface="Sora SemiBold"/>
                <a:cs typeface="Sora SemiBold"/>
                <a:sym typeface="Sora SemiBold"/>
              </a:endParaRPr>
            </a:p>
          </p:txBody>
        </p:sp>
        <p:sp>
          <p:nvSpPr>
            <p:cNvPr id="1533" name="Google Shape;1533;p66"/>
            <p:cNvSpPr/>
            <p:nvPr/>
          </p:nvSpPr>
          <p:spPr>
            <a:xfrm>
              <a:off x="7981987" y="2515405"/>
              <a:ext cx="621378" cy="820530"/>
            </a:xfrm>
            <a:custGeom>
              <a:rect b="b" l="l" r="r" t="t"/>
              <a:pathLst>
                <a:path extrusionOk="0" h="21600" w="21600">
                  <a:moveTo>
                    <a:pt x="0" y="0"/>
                  </a:moveTo>
                  <a:cubicBezTo>
                    <a:pt x="4128" y="3345"/>
                    <a:pt x="8022" y="6852"/>
                    <a:pt x="11667" y="10505"/>
                  </a:cubicBezTo>
                  <a:cubicBezTo>
                    <a:pt x="15225" y="14073"/>
                    <a:pt x="18541" y="17776"/>
                    <a:pt x="21600" y="21600"/>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4" name="Google Shape;1534;p66"/>
            <p:cNvSpPr/>
            <p:nvPr/>
          </p:nvSpPr>
          <p:spPr>
            <a:xfrm>
              <a:off x="9183346" y="4464851"/>
              <a:ext cx="432702" cy="1867644"/>
            </a:xfrm>
            <a:custGeom>
              <a:rect b="b" l="l" r="r" t="t"/>
              <a:pathLst>
                <a:path extrusionOk="0" h="21600" w="21600">
                  <a:moveTo>
                    <a:pt x="0" y="0"/>
                  </a:moveTo>
                  <a:cubicBezTo>
                    <a:pt x="5913" y="3321"/>
                    <a:pt x="10683" y="6746"/>
                    <a:pt x="14263" y="10242"/>
                  </a:cubicBezTo>
                  <a:cubicBezTo>
                    <a:pt x="18085" y="13973"/>
                    <a:pt x="20540" y="17773"/>
                    <a:pt x="21600" y="21600"/>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5" name="Google Shape;1535;p66"/>
            <p:cNvSpPr/>
            <p:nvPr/>
          </p:nvSpPr>
          <p:spPr>
            <a:xfrm>
              <a:off x="9189830" y="7481751"/>
              <a:ext cx="421092" cy="1769418"/>
            </a:xfrm>
            <a:custGeom>
              <a:rect b="b" l="l" r="r" t="t"/>
              <a:pathLst>
                <a:path extrusionOk="0" h="21600" w="21600">
                  <a:moveTo>
                    <a:pt x="21600" y="0"/>
                  </a:moveTo>
                  <a:cubicBezTo>
                    <a:pt x="19974" y="3711"/>
                    <a:pt x="17333" y="7393"/>
                    <a:pt x="13693" y="11022"/>
                  </a:cubicBezTo>
                  <a:cubicBezTo>
                    <a:pt x="10090" y="14615"/>
                    <a:pt x="5516" y="18148"/>
                    <a:pt x="0" y="21600"/>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1536" name="Google Shape;1536;p66"/>
            <p:cNvSpPr/>
            <p:nvPr/>
          </p:nvSpPr>
          <p:spPr>
            <a:xfrm>
              <a:off x="7951013" y="10464468"/>
              <a:ext cx="594216" cy="764262"/>
            </a:xfrm>
            <a:custGeom>
              <a:rect b="b" l="l" r="r" t="t"/>
              <a:pathLst>
                <a:path extrusionOk="0" h="21600" w="21600">
                  <a:moveTo>
                    <a:pt x="21600" y="0"/>
                  </a:moveTo>
                  <a:cubicBezTo>
                    <a:pt x="18400" y="3767"/>
                    <a:pt x="15016" y="7437"/>
                    <a:pt x="11457" y="11003"/>
                  </a:cubicBezTo>
                  <a:cubicBezTo>
                    <a:pt x="7816" y="14650"/>
                    <a:pt x="3995" y="18185"/>
                    <a:pt x="0" y="21600"/>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grpSp>
      <p:sp>
        <p:nvSpPr>
          <p:cNvPr id="1537" name="Google Shape;1537;p66"/>
          <p:cNvSpPr txBox="1"/>
          <p:nvPr/>
        </p:nvSpPr>
        <p:spPr>
          <a:xfrm>
            <a:off x="2699100" y="19252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/01</a:t>
            </a:r>
            <a:endParaRPr sz="3200">
              <a:solidFill>
                <a:srgbClr val="FFFFFF"/>
              </a:solidFill>
              <a:latin typeface="Sora Medium"/>
              <a:ea typeface="Sora Medium"/>
              <a:cs typeface="Sora Medium"/>
              <a:sym typeface="Sora Medium"/>
            </a:endParaRPr>
          </a:p>
        </p:txBody>
      </p:sp>
      <p:sp>
        <p:nvSpPr>
          <p:cNvPr id="1538" name="Google Shape;1538;p66"/>
          <p:cNvSpPr txBox="1"/>
          <p:nvPr/>
        </p:nvSpPr>
        <p:spPr>
          <a:xfrm>
            <a:off x="4171350" y="30011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/02</a:t>
            </a:r>
            <a:endParaRPr sz="3200">
              <a:solidFill>
                <a:srgbClr val="FFFFFF"/>
              </a:solidFill>
              <a:latin typeface="Sora Medium"/>
              <a:ea typeface="Sora Medium"/>
              <a:cs typeface="Sora Medium"/>
              <a:sym typeface="Sora Medium"/>
            </a:endParaRPr>
          </a:p>
        </p:txBody>
      </p:sp>
      <p:sp>
        <p:nvSpPr>
          <p:cNvPr id="1539" name="Google Shape;1539;p66"/>
          <p:cNvSpPr txBox="1"/>
          <p:nvPr/>
        </p:nvSpPr>
        <p:spPr>
          <a:xfrm>
            <a:off x="4702650" y="47124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/03</a:t>
            </a:r>
            <a:endParaRPr sz="3200">
              <a:solidFill>
                <a:srgbClr val="FFFFFF"/>
              </a:solidFill>
              <a:latin typeface="Sora Medium"/>
              <a:ea typeface="Sora Medium"/>
              <a:cs typeface="Sora Medium"/>
              <a:sym typeface="Sora Medium"/>
            </a:endParaRPr>
          </a:p>
        </p:txBody>
      </p:sp>
      <p:sp>
        <p:nvSpPr>
          <p:cNvPr id="1540" name="Google Shape;1540;p66"/>
          <p:cNvSpPr txBox="1"/>
          <p:nvPr/>
        </p:nvSpPr>
        <p:spPr>
          <a:xfrm>
            <a:off x="4171350" y="64237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/04</a:t>
            </a:r>
            <a:endParaRPr sz="3200">
              <a:solidFill>
                <a:srgbClr val="FFFFFF"/>
              </a:solidFill>
              <a:latin typeface="Sora Medium"/>
              <a:ea typeface="Sora Medium"/>
              <a:cs typeface="Sora Medium"/>
              <a:sym typeface="Sora Medium"/>
            </a:endParaRPr>
          </a:p>
        </p:txBody>
      </p:sp>
      <p:sp>
        <p:nvSpPr>
          <p:cNvPr id="1541" name="Google Shape;1541;p66"/>
          <p:cNvSpPr txBox="1"/>
          <p:nvPr/>
        </p:nvSpPr>
        <p:spPr>
          <a:xfrm>
            <a:off x="2699100" y="74934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/05</a:t>
            </a:r>
            <a:endParaRPr sz="3200">
              <a:solidFill>
                <a:srgbClr val="FFFFFF"/>
              </a:solidFill>
              <a:latin typeface="Sora Medium"/>
              <a:ea typeface="Sora Medium"/>
              <a:cs typeface="Sora Medium"/>
              <a:sym typeface="Sora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grpSp>
        <p:nvGrpSpPr>
          <p:cNvPr id="1546" name="Google Shape;1546;p67"/>
          <p:cNvGrpSpPr/>
          <p:nvPr/>
        </p:nvGrpSpPr>
        <p:grpSpPr>
          <a:xfrm>
            <a:off x="10514027" y="3095910"/>
            <a:ext cx="6523848" cy="4095193"/>
            <a:chOff x="14018602" y="3460552"/>
            <a:chExt cx="8698465" cy="5094791"/>
          </a:xfrm>
        </p:grpSpPr>
        <p:sp>
          <p:nvSpPr>
            <p:cNvPr id="1547" name="Google Shape;1547;p67"/>
            <p:cNvSpPr txBox="1"/>
            <p:nvPr/>
          </p:nvSpPr>
          <p:spPr>
            <a:xfrm>
              <a:off x="14029367" y="4446543"/>
              <a:ext cx="8687700" cy="4108800"/>
            </a:xfrm>
            <a:prstGeom prst="rect">
              <a:avLst/>
            </a:pr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548" name="Google Shape;1548;p67"/>
            <p:cNvSpPr txBox="1"/>
            <p:nvPr/>
          </p:nvSpPr>
          <p:spPr>
            <a:xfrm>
              <a:off x="14018602" y="3460552"/>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10841"/>
                  </a:solidFill>
                  <a:latin typeface="Sora"/>
                  <a:ea typeface="Sora"/>
                  <a:cs typeface="Sora"/>
                  <a:sym typeface="Sora"/>
                </a:rPr>
                <a:t>Process flow diagram</a:t>
              </a:r>
              <a:endParaRPr b="1" i="0" sz="1000" u="none" cap="none" strike="noStrike">
                <a:solidFill>
                  <a:srgbClr val="000000"/>
                </a:solidFill>
                <a:latin typeface="Sora"/>
                <a:ea typeface="Sora"/>
                <a:cs typeface="Sora"/>
                <a:sym typeface="Sora"/>
              </a:endParaRPr>
            </a:p>
          </p:txBody>
        </p:sp>
      </p:grpSp>
      <p:grpSp>
        <p:nvGrpSpPr>
          <p:cNvPr id="1549" name="Google Shape;1549;p67"/>
          <p:cNvGrpSpPr/>
          <p:nvPr/>
        </p:nvGrpSpPr>
        <p:grpSpPr>
          <a:xfrm>
            <a:off x="1224222" y="1192274"/>
            <a:ext cx="8580470" cy="7856621"/>
            <a:chOff x="1632297" y="1589699"/>
            <a:chExt cx="11440627" cy="10475494"/>
          </a:xfrm>
        </p:grpSpPr>
        <p:sp>
          <p:nvSpPr>
            <p:cNvPr id="1550" name="Google Shape;1550;p67"/>
            <p:cNvSpPr txBox="1"/>
            <p:nvPr/>
          </p:nvSpPr>
          <p:spPr>
            <a:xfrm>
              <a:off x="6535696" y="1589699"/>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51" name="Google Shape;1551;p67"/>
            <p:cNvSpPr/>
            <p:nvPr/>
          </p:nvSpPr>
          <p:spPr>
            <a:xfrm>
              <a:off x="6294648" y="1709700"/>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52" name="Google Shape;1552;p67"/>
            <p:cNvSpPr txBox="1"/>
            <p:nvPr/>
          </p:nvSpPr>
          <p:spPr>
            <a:xfrm>
              <a:off x="7917839" y="2909307"/>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53" name="Google Shape;1553;p67"/>
            <p:cNvSpPr/>
            <p:nvPr/>
          </p:nvSpPr>
          <p:spPr>
            <a:xfrm>
              <a:off x="7676791" y="3029308"/>
              <a:ext cx="96000" cy="648900"/>
            </a:xfrm>
            <a:prstGeom prst="rect">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54" name="Google Shape;1554;p67"/>
            <p:cNvSpPr txBox="1"/>
            <p:nvPr/>
          </p:nvSpPr>
          <p:spPr>
            <a:xfrm>
              <a:off x="8898038" y="5083080"/>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55" name="Google Shape;1555;p67"/>
            <p:cNvSpPr/>
            <p:nvPr/>
          </p:nvSpPr>
          <p:spPr>
            <a:xfrm>
              <a:off x="8656990" y="5203081"/>
              <a:ext cx="96000" cy="648900"/>
            </a:xfrm>
            <a:prstGeom prst="rect">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56" name="Google Shape;1556;p67"/>
            <p:cNvSpPr txBox="1"/>
            <p:nvPr/>
          </p:nvSpPr>
          <p:spPr>
            <a:xfrm>
              <a:off x="8912224" y="7675878"/>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57" name="Google Shape;1557;p67"/>
            <p:cNvSpPr/>
            <p:nvPr/>
          </p:nvSpPr>
          <p:spPr>
            <a:xfrm>
              <a:off x="8671176" y="7795879"/>
              <a:ext cx="96000" cy="648900"/>
            </a:xfrm>
            <a:prstGeom prst="rect">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58" name="Google Shape;1558;p67"/>
            <p:cNvSpPr txBox="1"/>
            <p:nvPr/>
          </p:nvSpPr>
          <p:spPr>
            <a:xfrm>
              <a:off x="7912047" y="9962466"/>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59" name="Google Shape;1559;p67"/>
            <p:cNvSpPr/>
            <p:nvPr/>
          </p:nvSpPr>
          <p:spPr>
            <a:xfrm>
              <a:off x="7670999" y="10082467"/>
              <a:ext cx="96000" cy="6489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0" name="Google Shape;1560;p67"/>
            <p:cNvSpPr txBox="1"/>
            <p:nvPr/>
          </p:nvSpPr>
          <p:spPr>
            <a:xfrm>
              <a:off x="6526043" y="11201493"/>
              <a:ext cx="41607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1561" name="Google Shape;1561;p67"/>
            <p:cNvSpPr/>
            <p:nvPr/>
          </p:nvSpPr>
          <p:spPr>
            <a:xfrm>
              <a:off x="6284995" y="11321494"/>
              <a:ext cx="96000" cy="648900"/>
            </a:xfrm>
            <a:prstGeom prst="rect">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2" name="Google Shape;1562;p67"/>
            <p:cNvSpPr/>
            <p:nvPr/>
          </p:nvSpPr>
          <p:spPr>
            <a:xfrm>
              <a:off x="1632297" y="5340697"/>
              <a:ext cx="3034500" cy="3034500"/>
            </a:xfrm>
            <a:prstGeom prst="ellipse">
              <a:avLst/>
            </a:prstGeom>
            <a:solidFill>
              <a:srgbClr val="E1E1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3" name="Google Shape;1563;p67"/>
            <p:cNvSpPr/>
            <p:nvPr/>
          </p:nvSpPr>
          <p:spPr>
            <a:xfrm>
              <a:off x="3288572" y="1953617"/>
              <a:ext cx="2257794" cy="2385180"/>
            </a:xfrm>
            <a:custGeom>
              <a:rect b="b" l="l" r="r" t="t"/>
              <a:pathLst>
                <a:path extrusionOk="0" h="21600" w="21600">
                  <a:moveTo>
                    <a:pt x="9" y="0"/>
                  </a:moveTo>
                  <a:cubicBezTo>
                    <a:pt x="3766" y="101"/>
                    <a:pt x="7496" y="628"/>
                    <a:pt x="11121" y="1569"/>
                  </a:cubicBezTo>
                  <a:cubicBezTo>
                    <a:pt x="14774" y="2518"/>
                    <a:pt x="18292" y="3881"/>
                    <a:pt x="21600" y="5628"/>
                  </a:cubicBezTo>
                  <a:lnTo>
                    <a:pt x="11456" y="21600"/>
                  </a:lnTo>
                  <a:cubicBezTo>
                    <a:pt x="9649" y="20674"/>
                    <a:pt x="7733" y="19950"/>
                    <a:pt x="5749" y="19443"/>
                  </a:cubicBezTo>
                  <a:cubicBezTo>
                    <a:pt x="3871" y="18964"/>
                    <a:pt x="1943" y="18682"/>
                    <a:pt x="0" y="18603"/>
                  </a:cubicBezTo>
                  <a:lnTo>
                    <a:pt x="9"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4" name="Google Shape;1564;p67"/>
            <p:cNvSpPr/>
            <p:nvPr/>
          </p:nvSpPr>
          <p:spPr>
            <a:xfrm>
              <a:off x="3285691" y="4737711"/>
              <a:ext cx="822150" cy="446256"/>
            </a:xfrm>
            <a:custGeom>
              <a:rect b="b" l="l" r="r" t="t"/>
              <a:pathLst>
                <a:path extrusionOk="0" h="21600" w="21600">
                  <a:moveTo>
                    <a:pt x="41" y="0"/>
                  </a:moveTo>
                  <a:cubicBezTo>
                    <a:pt x="4032" y="527"/>
                    <a:pt x="7983" y="1814"/>
                    <a:pt x="11830" y="3840"/>
                  </a:cubicBezTo>
                  <a:cubicBezTo>
                    <a:pt x="15194" y="5611"/>
                    <a:pt x="18464" y="7939"/>
                    <a:pt x="21600" y="10797"/>
                  </a:cubicBezTo>
                  <a:lnTo>
                    <a:pt x="18117" y="21600"/>
                  </a:lnTo>
                  <a:cubicBezTo>
                    <a:pt x="15392" y="19133"/>
                    <a:pt x="12550" y="17137"/>
                    <a:pt x="9625" y="15636"/>
                  </a:cubicBezTo>
                  <a:cubicBezTo>
                    <a:pt x="6480" y="14022"/>
                    <a:pt x="3256" y="12990"/>
                    <a:pt x="0" y="12553"/>
                  </a:cubicBezTo>
                  <a:lnTo>
                    <a:pt x="41"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5" name="Google Shape;1565;p67"/>
            <p:cNvSpPr/>
            <p:nvPr/>
          </p:nvSpPr>
          <p:spPr>
            <a:xfrm>
              <a:off x="4691088" y="2698799"/>
              <a:ext cx="2691414" cy="2665656"/>
            </a:xfrm>
            <a:custGeom>
              <a:rect b="b" l="l" r="r" t="t"/>
              <a:pathLst>
                <a:path extrusionOk="0" h="21600" w="21600">
                  <a:moveTo>
                    <a:pt x="8530" y="0"/>
                  </a:moveTo>
                  <a:cubicBezTo>
                    <a:pt x="11127" y="1638"/>
                    <a:pt x="13522" y="3580"/>
                    <a:pt x="15667" y="5786"/>
                  </a:cubicBezTo>
                  <a:cubicBezTo>
                    <a:pt x="17967" y="8153"/>
                    <a:pt x="19961" y="10804"/>
                    <a:pt x="21600" y="13677"/>
                  </a:cubicBezTo>
                  <a:lnTo>
                    <a:pt x="7166" y="21600"/>
                  </a:lnTo>
                  <a:cubicBezTo>
                    <a:pt x="6202" y="20008"/>
                    <a:pt x="5046" y="18542"/>
                    <a:pt x="3724" y="17237"/>
                  </a:cubicBezTo>
                  <a:cubicBezTo>
                    <a:pt x="2590" y="16118"/>
                    <a:pt x="1342" y="15123"/>
                    <a:pt x="0" y="14270"/>
                  </a:cubicBezTo>
                  <a:lnTo>
                    <a:pt x="8530"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6" name="Google Shape;1566;p67"/>
            <p:cNvSpPr/>
            <p:nvPr/>
          </p:nvSpPr>
          <p:spPr>
            <a:xfrm>
              <a:off x="4183304" y="5079603"/>
              <a:ext cx="757296" cy="758700"/>
            </a:xfrm>
            <a:custGeom>
              <a:rect b="b" l="l" r="r" t="t"/>
              <a:pathLst>
                <a:path extrusionOk="0" h="21600" w="21600">
                  <a:moveTo>
                    <a:pt x="3742" y="0"/>
                  </a:moveTo>
                  <a:cubicBezTo>
                    <a:pt x="7350" y="2273"/>
                    <a:pt x="10686" y="4948"/>
                    <a:pt x="13686" y="7975"/>
                  </a:cubicBezTo>
                  <a:cubicBezTo>
                    <a:pt x="16700" y="11015"/>
                    <a:pt x="19355" y="14389"/>
                    <a:pt x="21600" y="18032"/>
                  </a:cubicBezTo>
                  <a:lnTo>
                    <a:pt x="15085" y="21600"/>
                  </a:lnTo>
                  <a:cubicBezTo>
                    <a:pt x="13209" y="18659"/>
                    <a:pt x="11034" y="15917"/>
                    <a:pt x="8597" y="13419"/>
                  </a:cubicBezTo>
                  <a:cubicBezTo>
                    <a:pt x="5998" y="10756"/>
                    <a:pt x="3115" y="8385"/>
                    <a:pt x="0" y="6348"/>
                  </a:cubicBezTo>
                  <a:lnTo>
                    <a:pt x="3742"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7" name="Google Shape;1567;p67"/>
            <p:cNvSpPr/>
            <p:nvPr/>
          </p:nvSpPr>
          <p:spPr>
            <a:xfrm>
              <a:off x="4829075" y="5922896"/>
              <a:ext cx="440856" cy="800766"/>
            </a:xfrm>
            <a:custGeom>
              <a:rect b="b" l="l" r="r" t="t"/>
              <a:pathLst>
                <a:path extrusionOk="0" h="21600" w="21600">
                  <a:moveTo>
                    <a:pt x="0" y="3255"/>
                  </a:moveTo>
                  <a:lnTo>
                    <a:pt x="11432" y="0"/>
                  </a:lnTo>
                  <a:cubicBezTo>
                    <a:pt x="14471" y="3492"/>
                    <a:pt x="16870" y="7142"/>
                    <a:pt x="18591" y="10897"/>
                  </a:cubicBezTo>
                  <a:cubicBezTo>
                    <a:pt x="20190" y="14383"/>
                    <a:pt x="21197" y="17943"/>
                    <a:pt x="21600" y="21531"/>
                  </a:cubicBezTo>
                  <a:lnTo>
                    <a:pt x="9054" y="21600"/>
                  </a:lnTo>
                  <a:cubicBezTo>
                    <a:pt x="8606" y="18587"/>
                    <a:pt x="7682" y="15600"/>
                    <a:pt x="6292" y="12675"/>
                  </a:cubicBezTo>
                  <a:cubicBezTo>
                    <a:pt x="4751" y="9431"/>
                    <a:pt x="2644" y="6276"/>
                    <a:pt x="0" y="3255"/>
                  </a:cubicBez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8" name="Google Shape;1568;p67"/>
            <p:cNvSpPr/>
            <p:nvPr/>
          </p:nvSpPr>
          <p:spPr>
            <a:xfrm>
              <a:off x="5701572" y="4594505"/>
              <a:ext cx="2354508" cy="2124738"/>
            </a:xfrm>
            <a:custGeom>
              <a:rect b="b" l="l" r="r" t="t"/>
              <a:pathLst>
                <a:path extrusionOk="0" h="21600" w="21600">
                  <a:moveTo>
                    <a:pt x="16526" y="0"/>
                  </a:moveTo>
                  <a:lnTo>
                    <a:pt x="0" y="9970"/>
                  </a:lnTo>
                  <a:cubicBezTo>
                    <a:pt x="825" y="11773"/>
                    <a:pt x="1472" y="13670"/>
                    <a:pt x="1930" y="15626"/>
                  </a:cubicBezTo>
                  <a:cubicBezTo>
                    <a:pt x="2387" y="17577"/>
                    <a:pt x="2653" y="19576"/>
                    <a:pt x="2724" y="21590"/>
                  </a:cubicBezTo>
                  <a:lnTo>
                    <a:pt x="21600" y="21600"/>
                  </a:lnTo>
                  <a:cubicBezTo>
                    <a:pt x="21520" y="17681"/>
                    <a:pt x="21011" y="13787"/>
                    <a:pt x="20086" y="10003"/>
                  </a:cubicBezTo>
                  <a:cubicBezTo>
                    <a:pt x="19237" y="6533"/>
                    <a:pt x="18043" y="3178"/>
                    <a:pt x="16526" y="0"/>
                  </a:cubicBez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69" name="Google Shape;1569;p67"/>
            <p:cNvSpPr/>
            <p:nvPr/>
          </p:nvSpPr>
          <p:spPr>
            <a:xfrm>
              <a:off x="4821568" y="6956804"/>
              <a:ext cx="451710" cy="857034"/>
            </a:xfrm>
            <a:custGeom>
              <a:rect b="b" l="l" r="r" t="t"/>
              <a:pathLst>
                <a:path extrusionOk="0" h="21600" w="21600">
                  <a:moveTo>
                    <a:pt x="9082" y="6"/>
                  </a:moveTo>
                  <a:cubicBezTo>
                    <a:pt x="8835" y="3107"/>
                    <a:pt x="7972" y="6186"/>
                    <a:pt x="6505" y="9193"/>
                  </a:cubicBezTo>
                  <a:cubicBezTo>
                    <a:pt x="4973" y="12335"/>
                    <a:pt x="2792" y="15378"/>
                    <a:pt x="0" y="18270"/>
                  </a:cubicBezTo>
                  <a:lnTo>
                    <a:pt x="10986" y="21600"/>
                  </a:lnTo>
                  <a:cubicBezTo>
                    <a:pt x="14162" y="18261"/>
                    <a:pt x="16661" y="14755"/>
                    <a:pt x="18444" y="11140"/>
                  </a:cubicBezTo>
                  <a:cubicBezTo>
                    <a:pt x="20241" y="7496"/>
                    <a:pt x="21299" y="3762"/>
                    <a:pt x="21600" y="0"/>
                  </a:cubicBezTo>
                  <a:lnTo>
                    <a:pt x="9082" y="6"/>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0" name="Google Shape;1570;p67"/>
            <p:cNvSpPr/>
            <p:nvPr/>
          </p:nvSpPr>
          <p:spPr>
            <a:xfrm>
              <a:off x="4178614" y="7889444"/>
              <a:ext cx="752112" cy="755514"/>
            </a:xfrm>
            <a:custGeom>
              <a:rect b="b" l="l" r="r" t="t"/>
              <a:pathLst>
                <a:path extrusionOk="0" h="21600" w="21600">
                  <a:moveTo>
                    <a:pt x="15046" y="0"/>
                  </a:moveTo>
                  <a:cubicBezTo>
                    <a:pt x="13059" y="2861"/>
                    <a:pt x="10823" y="5542"/>
                    <a:pt x="8365" y="8014"/>
                  </a:cubicBezTo>
                  <a:cubicBezTo>
                    <a:pt x="5797" y="10596"/>
                    <a:pt x="2997" y="12938"/>
                    <a:pt x="0" y="15011"/>
                  </a:cubicBezTo>
                  <a:lnTo>
                    <a:pt x="3900" y="21600"/>
                  </a:lnTo>
                  <a:cubicBezTo>
                    <a:pt x="7467" y="19153"/>
                    <a:pt x="10787" y="16369"/>
                    <a:pt x="13814" y="13286"/>
                  </a:cubicBezTo>
                  <a:cubicBezTo>
                    <a:pt x="16699" y="10348"/>
                    <a:pt x="19305" y="7151"/>
                    <a:pt x="21600" y="3737"/>
                  </a:cubicBezTo>
                  <a:lnTo>
                    <a:pt x="15046"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1" name="Google Shape;1571;p67"/>
            <p:cNvSpPr/>
            <p:nvPr/>
          </p:nvSpPr>
          <p:spPr>
            <a:xfrm>
              <a:off x="3287272" y="8529042"/>
              <a:ext cx="819990" cy="448416"/>
            </a:xfrm>
            <a:custGeom>
              <a:rect b="b" l="l" r="r" t="t"/>
              <a:pathLst>
                <a:path extrusionOk="0" h="21600" w="21600">
                  <a:moveTo>
                    <a:pt x="4" y="9276"/>
                  </a:moveTo>
                  <a:cubicBezTo>
                    <a:pt x="3157" y="8835"/>
                    <a:pt x="6278" y="7825"/>
                    <a:pt x="9321" y="6260"/>
                  </a:cubicBezTo>
                  <a:cubicBezTo>
                    <a:pt x="12349" y="4704"/>
                    <a:pt x="15285" y="2608"/>
                    <a:pt x="18087" y="0"/>
                  </a:cubicBezTo>
                  <a:lnTo>
                    <a:pt x="21600" y="11001"/>
                  </a:lnTo>
                  <a:cubicBezTo>
                    <a:pt x="18412" y="13914"/>
                    <a:pt x="15080" y="16263"/>
                    <a:pt x="11648" y="18017"/>
                  </a:cubicBezTo>
                  <a:cubicBezTo>
                    <a:pt x="7845" y="19960"/>
                    <a:pt x="3941" y="21161"/>
                    <a:pt x="0" y="21600"/>
                  </a:cubicBezTo>
                  <a:lnTo>
                    <a:pt x="4" y="9276"/>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2" name="Google Shape;1572;p67"/>
            <p:cNvSpPr/>
            <p:nvPr/>
          </p:nvSpPr>
          <p:spPr>
            <a:xfrm>
              <a:off x="3287407" y="9381215"/>
              <a:ext cx="2246616" cy="2383074"/>
            </a:xfrm>
            <a:custGeom>
              <a:rect b="b" l="l" r="r" t="t"/>
              <a:pathLst>
                <a:path extrusionOk="0" h="21600" w="21600">
                  <a:moveTo>
                    <a:pt x="12" y="3019"/>
                  </a:moveTo>
                  <a:cubicBezTo>
                    <a:pt x="1960" y="2908"/>
                    <a:pt x="3890" y="2608"/>
                    <a:pt x="5772" y="2123"/>
                  </a:cubicBezTo>
                  <a:cubicBezTo>
                    <a:pt x="7751" y="1612"/>
                    <a:pt x="9666" y="901"/>
                    <a:pt x="11482" y="0"/>
                  </a:cubicBezTo>
                  <a:lnTo>
                    <a:pt x="21600" y="15985"/>
                  </a:lnTo>
                  <a:cubicBezTo>
                    <a:pt x="18257" y="17759"/>
                    <a:pt x="14693" y="19136"/>
                    <a:pt x="10990" y="20084"/>
                  </a:cubicBezTo>
                  <a:cubicBezTo>
                    <a:pt x="7404" y="21002"/>
                    <a:pt x="3715" y="21511"/>
                    <a:pt x="0" y="21600"/>
                  </a:cubicBezTo>
                  <a:lnTo>
                    <a:pt x="12" y="3019"/>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3" name="Google Shape;1573;p67"/>
            <p:cNvSpPr/>
            <p:nvPr/>
          </p:nvSpPr>
          <p:spPr>
            <a:xfrm>
              <a:off x="4681802" y="8386762"/>
              <a:ext cx="2662956" cy="2642274"/>
            </a:xfrm>
            <a:custGeom>
              <a:rect b="b" l="l" r="r" t="t"/>
              <a:pathLst>
                <a:path extrusionOk="0" h="21600" w="21600">
                  <a:moveTo>
                    <a:pt x="7109" y="0"/>
                  </a:moveTo>
                  <a:cubicBezTo>
                    <a:pt x="6257" y="1387"/>
                    <a:pt x="5255" y="2675"/>
                    <a:pt x="4121" y="3838"/>
                  </a:cubicBezTo>
                  <a:cubicBezTo>
                    <a:pt x="2885" y="5106"/>
                    <a:pt x="1502" y="6218"/>
                    <a:pt x="0" y="7150"/>
                  </a:cubicBezTo>
                  <a:lnTo>
                    <a:pt x="8574" y="21600"/>
                  </a:lnTo>
                  <a:cubicBezTo>
                    <a:pt x="11263" y="19911"/>
                    <a:pt x="13744" y="17908"/>
                    <a:pt x="15968" y="15632"/>
                  </a:cubicBezTo>
                  <a:cubicBezTo>
                    <a:pt x="18112" y="13437"/>
                    <a:pt x="20002" y="11004"/>
                    <a:pt x="21600" y="8378"/>
                  </a:cubicBezTo>
                  <a:lnTo>
                    <a:pt x="7109"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4" name="Google Shape;1574;p67"/>
            <p:cNvSpPr/>
            <p:nvPr/>
          </p:nvSpPr>
          <p:spPr>
            <a:xfrm>
              <a:off x="5680951" y="6950465"/>
              <a:ext cx="2378376" cy="2259306"/>
            </a:xfrm>
            <a:custGeom>
              <a:rect b="b" l="l" r="r" t="t"/>
              <a:pathLst>
                <a:path extrusionOk="0" h="21600" w="21600">
                  <a:moveTo>
                    <a:pt x="2954" y="58"/>
                  </a:moveTo>
                  <a:cubicBezTo>
                    <a:pt x="2854" y="2034"/>
                    <a:pt x="2568" y="3995"/>
                    <a:pt x="2098" y="5911"/>
                  </a:cubicBezTo>
                  <a:cubicBezTo>
                    <a:pt x="1599" y="7947"/>
                    <a:pt x="895" y="9922"/>
                    <a:pt x="0" y="11802"/>
                  </a:cubicBezTo>
                  <a:lnTo>
                    <a:pt x="16167" y="21600"/>
                  </a:lnTo>
                  <a:cubicBezTo>
                    <a:pt x="17937" y="18161"/>
                    <a:pt x="19296" y="14505"/>
                    <a:pt x="20213" y="10714"/>
                  </a:cubicBezTo>
                  <a:cubicBezTo>
                    <a:pt x="21062" y="7210"/>
                    <a:pt x="21527" y="3615"/>
                    <a:pt x="21600" y="0"/>
                  </a:cubicBezTo>
                  <a:lnTo>
                    <a:pt x="2954" y="58"/>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5" name="Google Shape;1575;p67"/>
            <p:cNvSpPr txBox="1"/>
            <p:nvPr/>
          </p:nvSpPr>
          <p:spPr>
            <a:xfrm>
              <a:off x="2046251" y="6375400"/>
              <a:ext cx="22068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i="0" lang="en-US" sz="1800" u="none" cap="none" strike="noStrike">
                  <a:solidFill>
                    <a:srgbClr val="110841"/>
                  </a:solidFill>
                  <a:latin typeface="Sora SemiBold"/>
                  <a:ea typeface="Sora SemiBold"/>
                  <a:cs typeface="Sora SemiBold"/>
                  <a:sym typeface="Sora SemiBold"/>
                </a:rPr>
                <a:t>This is a sample text</a:t>
              </a:r>
              <a:endParaRPr i="0" sz="1000" u="none" cap="none" strike="noStrike">
                <a:solidFill>
                  <a:srgbClr val="000000"/>
                </a:solidFill>
                <a:latin typeface="Sora SemiBold"/>
                <a:ea typeface="Sora SemiBold"/>
                <a:cs typeface="Sora SemiBold"/>
                <a:sym typeface="Sora SemiBold"/>
              </a:endParaRPr>
            </a:p>
          </p:txBody>
        </p:sp>
        <p:sp>
          <p:nvSpPr>
            <p:cNvPr id="1576" name="Google Shape;1576;p67"/>
            <p:cNvSpPr/>
            <p:nvPr/>
          </p:nvSpPr>
          <p:spPr>
            <a:xfrm>
              <a:off x="7967633" y="2515720"/>
              <a:ext cx="347760" cy="403974"/>
            </a:xfrm>
            <a:custGeom>
              <a:rect b="b" l="l" r="r" t="t"/>
              <a:pathLst>
                <a:path extrusionOk="0" h="21600" w="21600">
                  <a:moveTo>
                    <a:pt x="0" y="0"/>
                  </a:moveTo>
                  <a:cubicBezTo>
                    <a:pt x="3857" y="3631"/>
                    <a:pt x="7648" y="7314"/>
                    <a:pt x="11372" y="11046"/>
                  </a:cubicBezTo>
                  <a:cubicBezTo>
                    <a:pt x="14840" y="14522"/>
                    <a:pt x="18250" y="18040"/>
                    <a:pt x="21600" y="21600"/>
                  </a:cubicBezTo>
                </a:path>
              </a:pathLst>
            </a:custGeom>
            <a:noFill/>
            <a:ln cap="flat" cmpd="sng" w="19050">
              <a:solidFill>
                <a:srgbClr val="C5C3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7" name="Google Shape;1577;p67"/>
            <p:cNvSpPr/>
            <p:nvPr/>
          </p:nvSpPr>
          <p:spPr>
            <a:xfrm>
              <a:off x="8926303" y="3898891"/>
              <a:ext cx="459702" cy="1154412"/>
            </a:xfrm>
            <a:custGeom>
              <a:rect b="b" l="l" r="r" t="t"/>
              <a:pathLst>
                <a:path extrusionOk="0" h="21600" w="21600">
                  <a:moveTo>
                    <a:pt x="0" y="0"/>
                  </a:moveTo>
                  <a:cubicBezTo>
                    <a:pt x="4691" y="3487"/>
                    <a:pt x="8875" y="7078"/>
                    <a:pt x="12531" y="10756"/>
                  </a:cubicBezTo>
                  <a:cubicBezTo>
                    <a:pt x="16054" y="14301"/>
                    <a:pt x="19082" y="17921"/>
                    <a:pt x="21600" y="21600"/>
                  </a:cubicBezTo>
                </a:path>
              </a:pathLst>
            </a:custGeom>
            <a:noFill/>
            <a:ln cap="flat" cmpd="sng" w="19050">
              <a:solidFill>
                <a:srgbClr val="C5C3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8" name="Google Shape;1578;p67"/>
            <p:cNvSpPr/>
            <p:nvPr/>
          </p:nvSpPr>
          <p:spPr>
            <a:xfrm>
              <a:off x="9587324" y="6119041"/>
              <a:ext cx="51220" cy="1531818"/>
            </a:xfrm>
            <a:custGeom>
              <a:rect b="b" l="l" r="r" t="t"/>
              <a:pathLst>
                <a:path extrusionOk="0" h="21600" w="20488">
                  <a:moveTo>
                    <a:pt x="7529" y="0"/>
                  </a:moveTo>
                  <a:cubicBezTo>
                    <a:pt x="17356" y="3621"/>
                    <a:pt x="21600" y="7258"/>
                    <a:pt x="20241" y="10896"/>
                  </a:cubicBezTo>
                  <a:cubicBezTo>
                    <a:pt x="18905" y="14474"/>
                    <a:pt x="12148" y="18047"/>
                    <a:pt x="0" y="21600"/>
                  </a:cubicBezTo>
                </a:path>
              </a:pathLst>
            </a:custGeom>
            <a:noFill/>
            <a:ln cap="flat" cmpd="sng" w="19050">
              <a:solidFill>
                <a:srgbClr val="C5C3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79" name="Google Shape;1579;p67"/>
            <p:cNvSpPr/>
            <p:nvPr/>
          </p:nvSpPr>
          <p:spPr>
            <a:xfrm>
              <a:off x="8896715" y="8689469"/>
              <a:ext cx="483732" cy="1185732"/>
            </a:xfrm>
            <a:custGeom>
              <a:rect b="b" l="l" r="r" t="t"/>
              <a:pathLst>
                <a:path extrusionOk="0" h="21600" w="21600">
                  <a:moveTo>
                    <a:pt x="21600" y="0"/>
                  </a:moveTo>
                  <a:cubicBezTo>
                    <a:pt x="18783" y="3741"/>
                    <a:pt x="15556" y="7429"/>
                    <a:pt x="11929" y="11052"/>
                  </a:cubicBezTo>
                  <a:cubicBezTo>
                    <a:pt x="8338" y="14638"/>
                    <a:pt x="4357" y="18158"/>
                    <a:pt x="0" y="21600"/>
                  </a:cubicBezTo>
                </a:path>
              </a:pathLst>
            </a:custGeom>
            <a:noFill/>
            <a:ln cap="flat" cmpd="sng" w="19050">
              <a:solidFill>
                <a:srgbClr val="C5C3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cxnSp>
          <p:nvCxnSpPr>
            <p:cNvPr id="1580" name="Google Shape;1580;p67"/>
            <p:cNvCxnSpPr/>
            <p:nvPr/>
          </p:nvCxnSpPr>
          <p:spPr>
            <a:xfrm flipH="1">
              <a:off x="7912966" y="10879526"/>
              <a:ext cx="339600" cy="393300"/>
            </a:xfrm>
            <a:prstGeom prst="straightConnector1">
              <a:avLst/>
            </a:prstGeom>
            <a:noFill/>
            <a:ln cap="flat" cmpd="sng" w="19050">
              <a:solidFill>
                <a:srgbClr val="C5C3C0"/>
              </a:solidFill>
              <a:prstDash val="dash"/>
              <a:miter lim="400000"/>
              <a:headEnd len="sm" w="sm" type="none"/>
              <a:tailEnd len="med" w="med" type="triangle"/>
            </a:ln>
          </p:spPr>
        </p:cxnSp>
      </p:grpSp>
      <p:sp>
        <p:nvSpPr>
          <p:cNvPr id="1581" name="Google Shape;1581;p67"/>
          <p:cNvSpPr txBox="1"/>
          <p:nvPr/>
        </p:nvSpPr>
        <p:spPr>
          <a:xfrm>
            <a:off x="2548100" y="19252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1</a:t>
            </a:r>
            <a:endParaRPr sz="3200">
              <a:solidFill>
                <a:srgbClr val="FFFFFF"/>
              </a:solidFill>
              <a:latin typeface="Sora Medium"/>
              <a:ea typeface="Sora Medium"/>
              <a:cs typeface="Sora Medium"/>
              <a:sym typeface="Sora Medium"/>
            </a:endParaRPr>
          </a:p>
        </p:txBody>
      </p:sp>
      <p:sp>
        <p:nvSpPr>
          <p:cNvPr id="1582" name="Google Shape;1582;p67"/>
          <p:cNvSpPr txBox="1"/>
          <p:nvPr/>
        </p:nvSpPr>
        <p:spPr>
          <a:xfrm>
            <a:off x="2548100" y="74934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6</a:t>
            </a:r>
            <a:endParaRPr sz="3200">
              <a:solidFill>
                <a:srgbClr val="FFFFFF"/>
              </a:solidFill>
              <a:latin typeface="Sora Medium"/>
              <a:ea typeface="Sora Medium"/>
              <a:cs typeface="Sora Medium"/>
              <a:sym typeface="Sora Medium"/>
            </a:endParaRPr>
          </a:p>
        </p:txBody>
      </p:sp>
      <p:sp>
        <p:nvSpPr>
          <p:cNvPr id="1583" name="Google Shape;1583;p67"/>
          <p:cNvSpPr txBox="1"/>
          <p:nvPr/>
        </p:nvSpPr>
        <p:spPr>
          <a:xfrm>
            <a:off x="3888250" y="67950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5</a:t>
            </a:r>
            <a:endParaRPr sz="3200">
              <a:solidFill>
                <a:srgbClr val="FFFFFF"/>
              </a:solidFill>
              <a:latin typeface="Sora Medium"/>
              <a:ea typeface="Sora Medium"/>
              <a:cs typeface="Sora Medium"/>
              <a:sym typeface="Sora Medium"/>
            </a:endParaRPr>
          </a:p>
        </p:txBody>
      </p:sp>
      <p:sp>
        <p:nvSpPr>
          <p:cNvPr id="1584" name="Google Shape;1584;p67"/>
          <p:cNvSpPr txBox="1"/>
          <p:nvPr/>
        </p:nvSpPr>
        <p:spPr>
          <a:xfrm>
            <a:off x="3888250" y="26614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2</a:t>
            </a:r>
            <a:endParaRPr sz="3200">
              <a:solidFill>
                <a:srgbClr val="FFFFFF"/>
              </a:solidFill>
              <a:latin typeface="Sora Medium"/>
              <a:ea typeface="Sora Medium"/>
              <a:cs typeface="Sora Medium"/>
              <a:sym typeface="Sora Medium"/>
            </a:endParaRPr>
          </a:p>
        </p:txBody>
      </p:sp>
      <p:sp>
        <p:nvSpPr>
          <p:cNvPr id="1585" name="Google Shape;1585;p67"/>
          <p:cNvSpPr txBox="1"/>
          <p:nvPr/>
        </p:nvSpPr>
        <p:spPr>
          <a:xfrm>
            <a:off x="4643250" y="396380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3</a:t>
            </a:r>
            <a:endParaRPr sz="3200">
              <a:solidFill>
                <a:srgbClr val="FFFFFF"/>
              </a:solidFill>
              <a:latin typeface="Sora Medium"/>
              <a:ea typeface="Sora Medium"/>
              <a:cs typeface="Sora Medium"/>
              <a:sym typeface="Sora Medium"/>
            </a:endParaRPr>
          </a:p>
        </p:txBody>
      </p:sp>
      <p:sp>
        <p:nvSpPr>
          <p:cNvPr id="1586" name="Google Shape;1586;p67"/>
          <p:cNvSpPr txBox="1"/>
          <p:nvPr/>
        </p:nvSpPr>
        <p:spPr>
          <a:xfrm>
            <a:off x="4643250" y="5454950"/>
            <a:ext cx="1095000" cy="862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rgbClr val="FFFFFF"/>
                </a:solidFill>
                <a:latin typeface="Sora Medium"/>
                <a:ea typeface="Sora Medium"/>
                <a:cs typeface="Sora Medium"/>
                <a:sym typeface="Sora Medium"/>
              </a:rPr>
              <a:t>4</a:t>
            </a:r>
            <a:endParaRPr sz="3200">
              <a:solidFill>
                <a:srgbClr val="FFFFFF"/>
              </a:solidFill>
              <a:latin typeface="Sora Medium"/>
              <a:ea typeface="Sora Medium"/>
              <a:cs typeface="Sora Medium"/>
              <a:sym typeface="Sora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68"/>
          <p:cNvSpPr/>
          <p:nvPr/>
        </p:nvSpPr>
        <p:spPr>
          <a:xfrm>
            <a:off x="2576828" y="1332868"/>
            <a:ext cx="3539970" cy="3302802"/>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nvGrpSpPr>
          <p:cNvPr id="1592" name="Google Shape;1592;p68"/>
          <p:cNvGrpSpPr/>
          <p:nvPr/>
        </p:nvGrpSpPr>
        <p:grpSpPr>
          <a:xfrm>
            <a:off x="2569150" y="1319268"/>
            <a:ext cx="13142047" cy="7630115"/>
            <a:chOff x="3425534" y="1759025"/>
            <a:chExt cx="17522729" cy="10173487"/>
          </a:xfrm>
        </p:grpSpPr>
        <p:sp>
          <p:nvSpPr>
            <p:cNvPr id="1593" name="Google Shape;1593;p68"/>
            <p:cNvSpPr/>
            <p:nvPr/>
          </p:nvSpPr>
          <p:spPr>
            <a:xfrm>
              <a:off x="5798767" y="6166823"/>
              <a:ext cx="12797253" cy="1349730"/>
            </a:xfrm>
            <a:custGeom>
              <a:rect b="b" l="l" r="r" t="t"/>
              <a:pathLst>
                <a:path extrusionOk="0" h="21600" w="21593">
                  <a:moveTo>
                    <a:pt x="21591" y="0"/>
                  </a:moveTo>
                  <a:lnTo>
                    <a:pt x="21591" y="9071"/>
                  </a:lnTo>
                  <a:cubicBezTo>
                    <a:pt x="21600" y="9714"/>
                    <a:pt x="21575" y="10358"/>
                    <a:pt x="21523" y="10787"/>
                  </a:cubicBezTo>
                  <a:cubicBezTo>
                    <a:pt x="21483" y="11126"/>
                    <a:pt x="21430" y="11297"/>
                    <a:pt x="21376" y="11259"/>
                  </a:cubicBezTo>
                  <a:lnTo>
                    <a:pt x="201" y="11470"/>
                  </a:lnTo>
                  <a:cubicBezTo>
                    <a:pt x="149" y="11451"/>
                    <a:pt x="98" y="11630"/>
                    <a:pt x="61" y="11967"/>
                  </a:cubicBezTo>
                  <a:cubicBezTo>
                    <a:pt x="25" y="12283"/>
                    <a:pt x="4" y="12713"/>
                    <a:pt x="0" y="13173"/>
                  </a:cubicBezTo>
                  <a:lnTo>
                    <a:pt x="0" y="21600"/>
                  </a:lnTo>
                </a:path>
              </a:pathLst>
            </a:custGeom>
            <a:noFill/>
            <a:ln cap="flat" cmpd="sng" w="19050">
              <a:solidFill>
                <a:srgbClr val="C5C4B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cxnSp>
          <p:nvCxnSpPr>
            <p:cNvPr id="1594" name="Google Shape;1594;p68"/>
            <p:cNvCxnSpPr/>
            <p:nvPr/>
          </p:nvCxnSpPr>
          <p:spPr>
            <a:xfrm>
              <a:off x="8031201" y="3969975"/>
              <a:ext cx="1806900" cy="0"/>
            </a:xfrm>
            <a:prstGeom prst="straightConnector1">
              <a:avLst/>
            </a:prstGeom>
            <a:noFill/>
            <a:ln cap="flat" cmpd="sng" w="19050">
              <a:solidFill>
                <a:srgbClr val="C6C4BF"/>
              </a:solidFill>
              <a:prstDash val="solid"/>
              <a:miter lim="400000"/>
              <a:headEnd len="sm" w="sm" type="none"/>
              <a:tailEnd len="med" w="med" type="triangle"/>
            </a:ln>
          </p:spPr>
        </p:cxnSp>
        <p:cxnSp>
          <p:nvCxnSpPr>
            <p:cNvPr id="1595" name="Google Shape;1595;p68"/>
            <p:cNvCxnSpPr/>
            <p:nvPr/>
          </p:nvCxnSpPr>
          <p:spPr>
            <a:xfrm>
              <a:off x="14421956" y="3969975"/>
              <a:ext cx="1806900" cy="0"/>
            </a:xfrm>
            <a:prstGeom prst="straightConnector1">
              <a:avLst/>
            </a:prstGeom>
            <a:noFill/>
            <a:ln cap="flat" cmpd="sng" w="19050">
              <a:solidFill>
                <a:srgbClr val="C6C4BF"/>
              </a:solidFill>
              <a:prstDash val="solid"/>
              <a:miter lim="400000"/>
              <a:headEnd len="sm" w="sm" type="none"/>
              <a:tailEnd len="med" w="med" type="triangle"/>
            </a:ln>
          </p:spPr>
        </p:cxnSp>
        <p:cxnSp>
          <p:nvCxnSpPr>
            <p:cNvPr id="1596" name="Google Shape;1596;p68"/>
            <p:cNvCxnSpPr/>
            <p:nvPr/>
          </p:nvCxnSpPr>
          <p:spPr>
            <a:xfrm>
              <a:off x="8031201" y="9721573"/>
              <a:ext cx="1806900" cy="0"/>
            </a:xfrm>
            <a:prstGeom prst="straightConnector1">
              <a:avLst/>
            </a:prstGeom>
            <a:noFill/>
            <a:ln cap="flat" cmpd="sng" w="19050">
              <a:solidFill>
                <a:srgbClr val="C6C4BF"/>
              </a:solidFill>
              <a:prstDash val="solid"/>
              <a:miter lim="400000"/>
              <a:headEnd len="sm" w="sm" type="none"/>
              <a:tailEnd len="med" w="med" type="triangle"/>
            </a:ln>
          </p:spPr>
        </p:cxnSp>
        <p:cxnSp>
          <p:nvCxnSpPr>
            <p:cNvPr id="1597" name="Google Shape;1597;p68"/>
            <p:cNvCxnSpPr/>
            <p:nvPr/>
          </p:nvCxnSpPr>
          <p:spPr>
            <a:xfrm>
              <a:off x="14411334" y="9721573"/>
              <a:ext cx="1806900" cy="0"/>
            </a:xfrm>
            <a:prstGeom prst="straightConnector1">
              <a:avLst/>
            </a:prstGeom>
            <a:noFill/>
            <a:ln cap="flat" cmpd="sng" w="19050">
              <a:solidFill>
                <a:srgbClr val="C6C4BF"/>
              </a:solidFill>
              <a:prstDash val="solid"/>
              <a:miter lim="400000"/>
              <a:headEnd len="sm" w="sm" type="none"/>
              <a:tailEnd len="med" w="med" type="triangle"/>
            </a:ln>
          </p:spPr>
        </p:cxnSp>
        <p:sp>
          <p:nvSpPr>
            <p:cNvPr id="1598" name="Google Shape;1598;p68"/>
            <p:cNvSpPr/>
            <p:nvPr/>
          </p:nvSpPr>
          <p:spPr>
            <a:xfrm>
              <a:off x="3425534" y="1759034"/>
              <a:ext cx="4742226"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D13B5F"/>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599" name="Google Shape;1599;p68"/>
            <p:cNvSpPr txBox="1"/>
            <p:nvPr/>
          </p:nvSpPr>
          <p:spPr>
            <a:xfrm>
              <a:off x="3764600" y="2851267"/>
              <a:ext cx="42666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00" name="Google Shape;1600;p68"/>
            <p:cNvSpPr txBox="1"/>
            <p:nvPr/>
          </p:nvSpPr>
          <p:spPr>
            <a:xfrm>
              <a:off x="3732306" y="1892097"/>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One</a:t>
              </a:r>
              <a:endParaRPr i="0" sz="1000" u="none" cap="none" strike="noStrike">
                <a:solidFill>
                  <a:srgbClr val="FFFFFF"/>
                </a:solidFill>
                <a:latin typeface="Sora SemiBold"/>
                <a:ea typeface="Sora SemiBold"/>
                <a:cs typeface="Sora SemiBold"/>
                <a:sym typeface="Sora SemiBold"/>
              </a:endParaRPr>
            </a:p>
          </p:txBody>
        </p:sp>
        <p:sp>
          <p:nvSpPr>
            <p:cNvPr id="1601" name="Google Shape;1601;p68"/>
            <p:cNvSpPr/>
            <p:nvPr/>
          </p:nvSpPr>
          <p:spPr>
            <a:xfrm>
              <a:off x="9832021" y="1777160"/>
              <a:ext cx="4719978" cy="4403754"/>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02" name="Google Shape;1602;p68"/>
            <p:cNvSpPr/>
            <p:nvPr/>
          </p:nvSpPr>
          <p:spPr>
            <a:xfrm>
              <a:off x="9831982" y="1759025"/>
              <a:ext cx="4720032"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EC683E"/>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03" name="Google Shape;1603;p68"/>
            <p:cNvSpPr txBox="1"/>
            <p:nvPr/>
          </p:nvSpPr>
          <p:spPr>
            <a:xfrm>
              <a:off x="10127866" y="2851267"/>
              <a:ext cx="42666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04" name="Google Shape;1604;p68"/>
            <p:cNvSpPr txBox="1"/>
            <p:nvPr/>
          </p:nvSpPr>
          <p:spPr>
            <a:xfrm>
              <a:off x="10230157" y="1892097"/>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Two</a:t>
              </a:r>
              <a:endParaRPr i="0" sz="1000" u="none" cap="none" strike="noStrike">
                <a:solidFill>
                  <a:srgbClr val="FFFFFF"/>
                </a:solidFill>
                <a:latin typeface="Sora SemiBold"/>
                <a:ea typeface="Sora SemiBold"/>
                <a:cs typeface="Sora SemiBold"/>
                <a:sym typeface="Sora SemiBold"/>
              </a:endParaRPr>
            </a:p>
          </p:txBody>
        </p:sp>
        <p:sp>
          <p:nvSpPr>
            <p:cNvPr id="1605" name="Google Shape;1605;p68"/>
            <p:cNvSpPr/>
            <p:nvPr/>
          </p:nvSpPr>
          <p:spPr>
            <a:xfrm>
              <a:off x="16228270" y="1777160"/>
              <a:ext cx="4719978" cy="4403754"/>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06" name="Google Shape;1606;p68"/>
            <p:cNvSpPr/>
            <p:nvPr/>
          </p:nvSpPr>
          <p:spPr>
            <a:xfrm>
              <a:off x="16228231" y="1759025"/>
              <a:ext cx="4720032"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217BEE"/>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07" name="Google Shape;1607;p68"/>
            <p:cNvSpPr txBox="1"/>
            <p:nvPr/>
          </p:nvSpPr>
          <p:spPr>
            <a:xfrm>
              <a:off x="16491133" y="2851267"/>
              <a:ext cx="42666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08" name="Google Shape;1608;p68"/>
            <p:cNvSpPr txBox="1"/>
            <p:nvPr/>
          </p:nvSpPr>
          <p:spPr>
            <a:xfrm>
              <a:off x="16487994" y="1892097"/>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Three</a:t>
              </a:r>
              <a:endParaRPr i="0" sz="1000" u="none" cap="none" strike="noStrike">
                <a:solidFill>
                  <a:srgbClr val="FFFFFF"/>
                </a:solidFill>
                <a:latin typeface="Sora SemiBold"/>
                <a:ea typeface="Sora SemiBold"/>
                <a:cs typeface="Sora SemiBold"/>
                <a:sym typeface="Sora SemiBold"/>
              </a:endParaRPr>
            </a:p>
          </p:txBody>
        </p:sp>
        <p:sp>
          <p:nvSpPr>
            <p:cNvPr id="1609" name="Google Shape;1609;p68"/>
            <p:cNvSpPr/>
            <p:nvPr/>
          </p:nvSpPr>
          <p:spPr>
            <a:xfrm>
              <a:off x="3435771" y="7528758"/>
              <a:ext cx="4719978" cy="4403754"/>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0" name="Google Shape;1610;p68"/>
            <p:cNvSpPr/>
            <p:nvPr/>
          </p:nvSpPr>
          <p:spPr>
            <a:xfrm>
              <a:off x="3435732" y="7510623"/>
              <a:ext cx="4720032"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D13B5F"/>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1" name="Google Shape;1611;p68"/>
            <p:cNvSpPr txBox="1"/>
            <p:nvPr/>
          </p:nvSpPr>
          <p:spPr>
            <a:xfrm>
              <a:off x="3764600" y="8602867"/>
              <a:ext cx="41658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12" name="Google Shape;1612;p68"/>
            <p:cNvSpPr txBox="1"/>
            <p:nvPr/>
          </p:nvSpPr>
          <p:spPr>
            <a:xfrm>
              <a:off x="3732306" y="7643695"/>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Four</a:t>
              </a:r>
              <a:endParaRPr i="0" sz="1000" u="none" cap="none" strike="noStrike">
                <a:solidFill>
                  <a:srgbClr val="FFFFFF"/>
                </a:solidFill>
                <a:latin typeface="Sora SemiBold"/>
                <a:ea typeface="Sora SemiBold"/>
                <a:cs typeface="Sora SemiBold"/>
                <a:sym typeface="Sora SemiBold"/>
              </a:endParaRPr>
            </a:p>
          </p:txBody>
        </p:sp>
        <p:sp>
          <p:nvSpPr>
            <p:cNvPr id="1613" name="Google Shape;1613;p68"/>
            <p:cNvSpPr/>
            <p:nvPr/>
          </p:nvSpPr>
          <p:spPr>
            <a:xfrm>
              <a:off x="9832021" y="7528758"/>
              <a:ext cx="4719978" cy="4403754"/>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4" name="Google Shape;1614;p68"/>
            <p:cNvSpPr/>
            <p:nvPr/>
          </p:nvSpPr>
          <p:spPr>
            <a:xfrm>
              <a:off x="9831982" y="7510623"/>
              <a:ext cx="4720032"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EC683E"/>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5" name="Google Shape;1615;p68"/>
            <p:cNvSpPr txBox="1"/>
            <p:nvPr/>
          </p:nvSpPr>
          <p:spPr>
            <a:xfrm>
              <a:off x="10138600" y="8602867"/>
              <a:ext cx="41658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16" name="Google Shape;1616;p68"/>
            <p:cNvSpPr txBox="1"/>
            <p:nvPr/>
          </p:nvSpPr>
          <p:spPr>
            <a:xfrm>
              <a:off x="10230157" y="7643695"/>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Five</a:t>
              </a:r>
              <a:endParaRPr i="0" sz="1000" u="none" cap="none" strike="noStrike">
                <a:solidFill>
                  <a:srgbClr val="FFFFFF"/>
                </a:solidFill>
                <a:latin typeface="Sora SemiBold"/>
                <a:ea typeface="Sora SemiBold"/>
                <a:cs typeface="Sora SemiBold"/>
                <a:sym typeface="Sora SemiBold"/>
              </a:endParaRPr>
            </a:p>
          </p:txBody>
        </p:sp>
        <p:sp>
          <p:nvSpPr>
            <p:cNvPr id="1617" name="Google Shape;1617;p68"/>
            <p:cNvSpPr/>
            <p:nvPr/>
          </p:nvSpPr>
          <p:spPr>
            <a:xfrm>
              <a:off x="16228270" y="7528758"/>
              <a:ext cx="4719978" cy="4403754"/>
            </a:xfrm>
            <a:custGeom>
              <a:rect b="b" l="l" r="r" t="t"/>
              <a:pathLst>
                <a:path extrusionOk="0" h="21600" w="21600">
                  <a:moveTo>
                    <a:pt x="761" y="0"/>
                  </a:moveTo>
                  <a:lnTo>
                    <a:pt x="20839" y="0"/>
                  </a:lnTo>
                  <a:cubicBezTo>
                    <a:pt x="20948" y="0"/>
                    <a:pt x="21030" y="0"/>
                    <a:pt x="21100" y="5"/>
                  </a:cubicBezTo>
                  <a:cubicBezTo>
                    <a:pt x="21170" y="10"/>
                    <a:pt x="21227" y="20"/>
                    <a:pt x="21286" y="40"/>
                  </a:cubicBezTo>
                  <a:cubicBezTo>
                    <a:pt x="21350" y="65"/>
                    <a:pt x="21407" y="104"/>
                    <a:pt x="21455" y="156"/>
                  </a:cubicBezTo>
                  <a:cubicBezTo>
                    <a:pt x="21503" y="207"/>
                    <a:pt x="21539" y="268"/>
                    <a:pt x="21563" y="337"/>
                  </a:cubicBezTo>
                  <a:cubicBezTo>
                    <a:pt x="21581" y="400"/>
                    <a:pt x="21591" y="461"/>
                    <a:pt x="21595" y="536"/>
                  </a:cubicBezTo>
                  <a:cubicBezTo>
                    <a:pt x="21600" y="612"/>
                    <a:pt x="21600" y="701"/>
                    <a:pt x="21600" y="819"/>
                  </a:cubicBezTo>
                  <a:lnTo>
                    <a:pt x="21600" y="20784"/>
                  </a:lnTo>
                  <a:cubicBezTo>
                    <a:pt x="21600" y="20901"/>
                    <a:pt x="21600" y="20989"/>
                    <a:pt x="21595" y="21064"/>
                  </a:cubicBezTo>
                  <a:cubicBezTo>
                    <a:pt x="21591" y="21139"/>
                    <a:pt x="21581" y="21200"/>
                    <a:pt x="21563" y="21263"/>
                  </a:cubicBezTo>
                  <a:cubicBezTo>
                    <a:pt x="21539" y="21332"/>
                    <a:pt x="21503" y="21393"/>
                    <a:pt x="21455" y="21444"/>
                  </a:cubicBezTo>
                  <a:cubicBezTo>
                    <a:pt x="21407" y="21496"/>
                    <a:pt x="21350" y="21535"/>
                    <a:pt x="21286" y="21560"/>
                  </a:cubicBezTo>
                  <a:cubicBezTo>
                    <a:pt x="21227" y="21580"/>
                    <a:pt x="21170" y="21590"/>
                    <a:pt x="21100" y="21595"/>
                  </a:cubicBezTo>
                  <a:cubicBezTo>
                    <a:pt x="21029" y="21600"/>
                    <a:pt x="20946" y="21600"/>
                    <a:pt x="20836" y="21600"/>
                  </a:cubicBezTo>
                  <a:lnTo>
                    <a:pt x="761" y="21600"/>
                  </a:lnTo>
                  <a:cubicBezTo>
                    <a:pt x="652" y="21600"/>
                    <a:pt x="570" y="21600"/>
                    <a:pt x="500" y="21595"/>
                  </a:cubicBezTo>
                  <a:cubicBezTo>
                    <a:pt x="430" y="21590"/>
                    <a:pt x="373" y="21580"/>
                    <a:pt x="314" y="21560"/>
                  </a:cubicBezTo>
                  <a:cubicBezTo>
                    <a:pt x="250" y="21535"/>
                    <a:pt x="193" y="21496"/>
                    <a:pt x="145" y="21444"/>
                  </a:cubicBezTo>
                  <a:cubicBezTo>
                    <a:pt x="97" y="21393"/>
                    <a:pt x="61" y="21332"/>
                    <a:pt x="37" y="21263"/>
                  </a:cubicBezTo>
                  <a:cubicBezTo>
                    <a:pt x="19" y="21200"/>
                    <a:pt x="9" y="21139"/>
                    <a:pt x="5" y="21064"/>
                  </a:cubicBezTo>
                  <a:cubicBezTo>
                    <a:pt x="0" y="20988"/>
                    <a:pt x="0" y="20899"/>
                    <a:pt x="0" y="20781"/>
                  </a:cubicBezTo>
                  <a:lnTo>
                    <a:pt x="0" y="816"/>
                  </a:lnTo>
                  <a:cubicBezTo>
                    <a:pt x="0" y="699"/>
                    <a:pt x="0" y="611"/>
                    <a:pt x="5" y="536"/>
                  </a:cubicBezTo>
                  <a:cubicBezTo>
                    <a:pt x="9" y="461"/>
                    <a:pt x="19" y="400"/>
                    <a:pt x="37" y="337"/>
                  </a:cubicBezTo>
                  <a:cubicBezTo>
                    <a:pt x="61" y="268"/>
                    <a:pt x="97" y="207"/>
                    <a:pt x="145" y="156"/>
                  </a:cubicBezTo>
                  <a:cubicBezTo>
                    <a:pt x="193" y="104"/>
                    <a:pt x="250" y="65"/>
                    <a:pt x="314" y="40"/>
                  </a:cubicBezTo>
                  <a:cubicBezTo>
                    <a:pt x="373" y="20"/>
                    <a:pt x="430" y="10"/>
                    <a:pt x="500" y="5"/>
                  </a:cubicBezTo>
                  <a:cubicBezTo>
                    <a:pt x="571" y="0"/>
                    <a:pt x="654" y="0"/>
                    <a:pt x="764" y="0"/>
                  </a:cubicBezTo>
                  <a:lnTo>
                    <a:pt x="761" y="0"/>
                  </a:lnTo>
                  <a:close/>
                </a:path>
              </a:pathLst>
            </a:cu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8" name="Google Shape;1618;p68"/>
            <p:cNvSpPr/>
            <p:nvPr/>
          </p:nvSpPr>
          <p:spPr>
            <a:xfrm>
              <a:off x="16228231" y="7510623"/>
              <a:ext cx="4720032" cy="748494"/>
            </a:xfrm>
            <a:custGeom>
              <a:rect b="b" l="l" r="r" t="t"/>
              <a:pathLst>
                <a:path extrusionOk="0" h="21600" w="21600">
                  <a:moveTo>
                    <a:pt x="761" y="0"/>
                  </a:moveTo>
                  <a:cubicBezTo>
                    <a:pt x="652" y="0"/>
                    <a:pt x="569" y="2"/>
                    <a:pt x="500" y="33"/>
                  </a:cubicBezTo>
                  <a:cubicBezTo>
                    <a:pt x="430" y="64"/>
                    <a:pt x="373" y="124"/>
                    <a:pt x="314" y="241"/>
                  </a:cubicBezTo>
                  <a:cubicBezTo>
                    <a:pt x="250" y="388"/>
                    <a:pt x="192" y="620"/>
                    <a:pt x="145" y="917"/>
                  </a:cubicBezTo>
                  <a:cubicBezTo>
                    <a:pt x="97" y="1214"/>
                    <a:pt x="60" y="1575"/>
                    <a:pt x="37" y="1981"/>
                  </a:cubicBezTo>
                  <a:cubicBezTo>
                    <a:pt x="18" y="2352"/>
                    <a:pt x="9" y="2713"/>
                    <a:pt x="4" y="3152"/>
                  </a:cubicBezTo>
                  <a:cubicBezTo>
                    <a:pt x="0" y="3592"/>
                    <a:pt x="0" y="4111"/>
                    <a:pt x="0" y="4799"/>
                  </a:cubicBezTo>
                  <a:lnTo>
                    <a:pt x="0" y="21600"/>
                  </a:lnTo>
                  <a:lnTo>
                    <a:pt x="21600" y="21600"/>
                  </a:lnTo>
                  <a:lnTo>
                    <a:pt x="21600" y="4822"/>
                  </a:lnTo>
                  <a:cubicBezTo>
                    <a:pt x="21600" y="4123"/>
                    <a:pt x="21600" y="3598"/>
                    <a:pt x="21595" y="3156"/>
                  </a:cubicBezTo>
                  <a:cubicBezTo>
                    <a:pt x="21590" y="2713"/>
                    <a:pt x="21581" y="2352"/>
                    <a:pt x="21562" y="1981"/>
                  </a:cubicBezTo>
                  <a:cubicBezTo>
                    <a:pt x="21538" y="1575"/>
                    <a:pt x="21501" y="1214"/>
                    <a:pt x="21454" y="917"/>
                  </a:cubicBezTo>
                  <a:cubicBezTo>
                    <a:pt x="21406" y="620"/>
                    <a:pt x="21348" y="388"/>
                    <a:pt x="21284" y="241"/>
                  </a:cubicBezTo>
                  <a:cubicBezTo>
                    <a:pt x="21225" y="123"/>
                    <a:pt x="21168" y="63"/>
                    <a:pt x="21098" y="32"/>
                  </a:cubicBezTo>
                  <a:cubicBezTo>
                    <a:pt x="21029" y="1"/>
                    <a:pt x="20946" y="0"/>
                    <a:pt x="20837" y="0"/>
                  </a:cubicBezTo>
                  <a:lnTo>
                    <a:pt x="765" y="0"/>
                  </a:lnTo>
                  <a:lnTo>
                    <a:pt x="761" y="0"/>
                  </a:lnTo>
                  <a:close/>
                </a:path>
              </a:pathLst>
            </a:custGeom>
            <a:gradFill>
              <a:gsLst>
                <a:gs pos="0">
                  <a:srgbClr val="217BEE"/>
                </a:gs>
                <a:gs pos="100000">
                  <a:schemeClr val="lt1"/>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19" name="Google Shape;1619;p68"/>
            <p:cNvSpPr txBox="1"/>
            <p:nvPr/>
          </p:nvSpPr>
          <p:spPr>
            <a:xfrm>
              <a:off x="16491133" y="8602867"/>
              <a:ext cx="4266600" cy="2844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20" name="Google Shape;1620;p68"/>
            <p:cNvSpPr txBox="1"/>
            <p:nvPr/>
          </p:nvSpPr>
          <p:spPr>
            <a:xfrm>
              <a:off x="16487994" y="7643695"/>
              <a:ext cx="22980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Six</a:t>
              </a:r>
              <a:endParaRPr i="0" sz="1000" u="none" cap="none" strike="noStrike">
                <a:solidFill>
                  <a:srgbClr val="FFFFFF"/>
                </a:solidFill>
                <a:latin typeface="Sora SemiBold"/>
                <a:ea typeface="Sora SemiBold"/>
                <a:cs typeface="Sora SemiBold"/>
                <a:sym typeface="Sora SemiBold"/>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69"/>
          <p:cNvSpPr/>
          <p:nvPr/>
        </p:nvSpPr>
        <p:spPr>
          <a:xfrm>
            <a:off x="7383875" y="5635975"/>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26" name="Google Shape;1626;p69"/>
          <p:cNvSpPr/>
          <p:nvPr/>
        </p:nvSpPr>
        <p:spPr>
          <a:xfrm>
            <a:off x="7383875" y="6186775"/>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27" name="Google Shape;1627;p69"/>
          <p:cNvSpPr/>
          <p:nvPr/>
        </p:nvSpPr>
        <p:spPr>
          <a:xfrm>
            <a:off x="12190975" y="5635975"/>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28" name="Google Shape;1628;p69"/>
          <p:cNvSpPr/>
          <p:nvPr/>
        </p:nvSpPr>
        <p:spPr>
          <a:xfrm>
            <a:off x="12190975" y="6186775"/>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29" name="Google Shape;1629;p69"/>
          <p:cNvSpPr/>
          <p:nvPr/>
        </p:nvSpPr>
        <p:spPr>
          <a:xfrm>
            <a:off x="2576800" y="5635975"/>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30" name="Google Shape;1630;p69"/>
          <p:cNvSpPr/>
          <p:nvPr/>
        </p:nvSpPr>
        <p:spPr>
          <a:xfrm>
            <a:off x="2576800" y="6186775"/>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31" name="Google Shape;1631;p69"/>
          <p:cNvSpPr/>
          <p:nvPr/>
        </p:nvSpPr>
        <p:spPr>
          <a:xfrm>
            <a:off x="7383875" y="1319250"/>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32" name="Google Shape;1632;p69"/>
          <p:cNvSpPr/>
          <p:nvPr/>
        </p:nvSpPr>
        <p:spPr>
          <a:xfrm>
            <a:off x="7383875" y="1870050"/>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33" name="Google Shape;1633;p69"/>
          <p:cNvSpPr/>
          <p:nvPr/>
        </p:nvSpPr>
        <p:spPr>
          <a:xfrm>
            <a:off x="12190975" y="1319250"/>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34" name="Google Shape;1634;p69"/>
          <p:cNvSpPr/>
          <p:nvPr/>
        </p:nvSpPr>
        <p:spPr>
          <a:xfrm>
            <a:off x="12190975" y="1870050"/>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35" name="Google Shape;1635;p69"/>
          <p:cNvSpPr/>
          <p:nvPr/>
        </p:nvSpPr>
        <p:spPr>
          <a:xfrm>
            <a:off x="2576800" y="1319250"/>
            <a:ext cx="3520200" cy="550800"/>
          </a:xfrm>
          <a:prstGeom prst="rect">
            <a:avLst/>
          </a:prstGeom>
          <a:solidFill>
            <a:srgbClr val="100D25"/>
          </a:solidFill>
          <a:ln cap="flat" cmpd="sng" w="38100">
            <a:solidFill>
              <a:srgbClr val="100D2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400">
              <a:solidFill>
                <a:srgbClr val="FFFFFF"/>
              </a:solidFill>
              <a:latin typeface="Ubuntu"/>
              <a:ea typeface="Ubuntu"/>
              <a:cs typeface="Ubuntu"/>
              <a:sym typeface="Ubuntu"/>
            </a:endParaRPr>
          </a:p>
        </p:txBody>
      </p:sp>
      <p:sp>
        <p:nvSpPr>
          <p:cNvPr id="1636" name="Google Shape;1636;p69"/>
          <p:cNvSpPr/>
          <p:nvPr/>
        </p:nvSpPr>
        <p:spPr>
          <a:xfrm>
            <a:off x="2576800" y="1870050"/>
            <a:ext cx="3520200" cy="2773200"/>
          </a:xfrm>
          <a:prstGeom prst="rect">
            <a:avLst/>
          </a:prstGeom>
          <a:noFill/>
          <a:ln cap="flat" cmpd="sng" w="38100">
            <a:solidFill>
              <a:srgbClr val="110841"/>
            </a:solidFill>
            <a:prstDash val="solid"/>
            <a:round/>
            <a:headEnd len="sm" w="sm" type="none"/>
            <a:tailEnd len="sm" w="sm" type="none"/>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t/>
            </a:r>
            <a:endParaRPr b="1" sz="1600">
              <a:solidFill>
                <a:srgbClr val="FFFFFF"/>
              </a:solidFill>
              <a:latin typeface="Ubuntu"/>
              <a:ea typeface="Ubuntu"/>
              <a:cs typeface="Ubuntu"/>
              <a:sym typeface="Ubuntu"/>
            </a:endParaRPr>
          </a:p>
        </p:txBody>
      </p:sp>
      <p:sp>
        <p:nvSpPr>
          <p:cNvPr id="1637" name="Google Shape;1637;p69"/>
          <p:cNvSpPr/>
          <p:nvPr/>
        </p:nvSpPr>
        <p:spPr>
          <a:xfrm>
            <a:off x="4349075" y="4625117"/>
            <a:ext cx="9597981" cy="1012284"/>
          </a:xfrm>
          <a:custGeom>
            <a:rect b="b" l="l" r="r" t="t"/>
            <a:pathLst>
              <a:path extrusionOk="0" h="21600" w="21593">
                <a:moveTo>
                  <a:pt x="21591" y="0"/>
                </a:moveTo>
                <a:lnTo>
                  <a:pt x="21591" y="9071"/>
                </a:lnTo>
                <a:cubicBezTo>
                  <a:pt x="21600" y="9714"/>
                  <a:pt x="21575" y="10358"/>
                  <a:pt x="21523" y="10787"/>
                </a:cubicBezTo>
                <a:cubicBezTo>
                  <a:pt x="21483" y="11126"/>
                  <a:pt x="21430" y="11297"/>
                  <a:pt x="21376" y="11259"/>
                </a:cubicBezTo>
                <a:lnTo>
                  <a:pt x="201" y="11470"/>
                </a:lnTo>
                <a:cubicBezTo>
                  <a:pt x="149" y="11451"/>
                  <a:pt x="98" y="11630"/>
                  <a:pt x="61" y="11967"/>
                </a:cubicBezTo>
                <a:cubicBezTo>
                  <a:pt x="25" y="12283"/>
                  <a:pt x="4" y="12713"/>
                  <a:pt x="0" y="13173"/>
                </a:cubicBezTo>
                <a:lnTo>
                  <a:pt x="0" y="21600"/>
                </a:lnTo>
              </a:path>
            </a:pathLst>
          </a:custGeom>
          <a:noFill/>
          <a:ln cap="flat" cmpd="sng" w="1905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cxnSp>
        <p:nvCxnSpPr>
          <p:cNvPr id="1638" name="Google Shape;1638;p69"/>
          <p:cNvCxnSpPr/>
          <p:nvPr/>
        </p:nvCxnSpPr>
        <p:spPr>
          <a:xfrm>
            <a:off x="6115550" y="2977500"/>
            <a:ext cx="1263600" cy="0"/>
          </a:xfrm>
          <a:prstGeom prst="straightConnector1">
            <a:avLst/>
          </a:prstGeom>
          <a:noFill/>
          <a:ln cap="flat" cmpd="sng" w="19050">
            <a:solidFill>
              <a:srgbClr val="110841"/>
            </a:solidFill>
            <a:prstDash val="solid"/>
            <a:miter lim="400000"/>
            <a:headEnd len="sm" w="sm" type="none"/>
            <a:tailEnd len="med" w="med" type="triangle"/>
          </a:ln>
        </p:spPr>
      </p:cxnSp>
      <p:cxnSp>
        <p:nvCxnSpPr>
          <p:cNvPr id="1639" name="Google Shape;1639;p69"/>
          <p:cNvCxnSpPr/>
          <p:nvPr/>
        </p:nvCxnSpPr>
        <p:spPr>
          <a:xfrm>
            <a:off x="10919300" y="2977500"/>
            <a:ext cx="1252200" cy="0"/>
          </a:xfrm>
          <a:prstGeom prst="straightConnector1">
            <a:avLst/>
          </a:prstGeom>
          <a:noFill/>
          <a:ln cap="flat" cmpd="sng" w="19050">
            <a:solidFill>
              <a:srgbClr val="110841"/>
            </a:solidFill>
            <a:prstDash val="solid"/>
            <a:miter lim="400000"/>
            <a:headEnd len="sm" w="sm" type="none"/>
            <a:tailEnd len="med" w="med" type="triangle"/>
          </a:ln>
        </p:spPr>
      </p:cxnSp>
      <p:cxnSp>
        <p:nvCxnSpPr>
          <p:cNvPr id="1640" name="Google Shape;1640;p69"/>
          <p:cNvCxnSpPr/>
          <p:nvPr/>
        </p:nvCxnSpPr>
        <p:spPr>
          <a:xfrm>
            <a:off x="6134450" y="7291200"/>
            <a:ext cx="1244400" cy="0"/>
          </a:xfrm>
          <a:prstGeom prst="straightConnector1">
            <a:avLst/>
          </a:prstGeom>
          <a:noFill/>
          <a:ln cap="flat" cmpd="sng" w="19050">
            <a:solidFill>
              <a:srgbClr val="110841"/>
            </a:solidFill>
            <a:prstDash val="solid"/>
            <a:miter lim="400000"/>
            <a:headEnd len="sm" w="sm" type="none"/>
            <a:tailEnd len="med" w="med" type="triangle"/>
          </a:ln>
        </p:spPr>
      </p:cxnSp>
      <p:cxnSp>
        <p:nvCxnSpPr>
          <p:cNvPr id="1641" name="Google Shape;1641;p69"/>
          <p:cNvCxnSpPr/>
          <p:nvPr/>
        </p:nvCxnSpPr>
        <p:spPr>
          <a:xfrm>
            <a:off x="10919300" y="7291200"/>
            <a:ext cx="1244400" cy="0"/>
          </a:xfrm>
          <a:prstGeom prst="straightConnector1">
            <a:avLst/>
          </a:prstGeom>
          <a:noFill/>
          <a:ln cap="flat" cmpd="sng" w="19050">
            <a:solidFill>
              <a:srgbClr val="110841"/>
            </a:solidFill>
            <a:prstDash val="solid"/>
            <a:miter lim="400000"/>
            <a:headEnd len="sm" w="sm" type="none"/>
            <a:tailEnd len="med" w="med" type="triangle"/>
          </a:ln>
        </p:spPr>
      </p:cxnSp>
      <p:sp>
        <p:nvSpPr>
          <p:cNvPr id="1642" name="Google Shape;1642;p69"/>
          <p:cNvSpPr txBox="1"/>
          <p:nvPr/>
        </p:nvSpPr>
        <p:spPr>
          <a:xfrm>
            <a:off x="2823450" y="2138450"/>
            <a:ext cx="31998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43" name="Google Shape;1643;p69"/>
          <p:cNvSpPr txBox="1"/>
          <p:nvPr/>
        </p:nvSpPr>
        <p:spPr>
          <a:xfrm>
            <a:off x="3485029" y="1419072"/>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One</a:t>
            </a:r>
            <a:endParaRPr i="0" sz="1000" u="none" cap="none" strike="noStrike">
              <a:solidFill>
                <a:srgbClr val="FFFFFF"/>
              </a:solidFill>
              <a:latin typeface="Sora SemiBold"/>
              <a:ea typeface="Sora SemiBold"/>
              <a:cs typeface="Sora SemiBold"/>
              <a:sym typeface="Sora SemiBold"/>
            </a:endParaRPr>
          </a:p>
        </p:txBody>
      </p:sp>
      <p:sp>
        <p:nvSpPr>
          <p:cNvPr id="1644" name="Google Shape;1644;p69"/>
          <p:cNvSpPr txBox="1"/>
          <p:nvPr/>
        </p:nvSpPr>
        <p:spPr>
          <a:xfrm>
            <a:off x="7595899" y="2138450"/>
            <a:ext cx="31998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45" name="Google Shape;1645;p69"/>
          <p:cNvSpPr txBox="1"/>
          <p:nvPr/>
        </p:nvSpPr>
        <p:spPr>
          <a:xfrm>
            <a:off x="8282217" y="1419072"/>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Two</a:t>
            </a:r>
            <a:endParaRPr i="0" sz="1000" u="none" cap="none" strike="noStrike">
              <a:solidFill>
                <a:srgbClr val="FFFFFF"/>
              </a:solidFill>
              <a:latin typeface="Sora SemiBold"/>
              <a:ea typeface="Sora SemiBold"/>
              <a:cs typeface="Sora SemiBold"/>
              <a:sym typeface="Sora SemiBold"/>
            </a:endParaRPr>
          </a:p>
        </p:txBody>
      </p:sp>
      <p:sp>
        <p:nvSpPr>
          <p:cNvPr id="1646" name="Google Shape;1646;p69"/>
          <p:cNvSpPr txBox="1"/>
          <p:nvPr/>
        </p:nvSpPr>
        <p:spPr>
          <a:xfrm>
            <a:off x="12368349" y="2138450"/>
            <a:ext cx="31998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47" name="Google Shape;1647;p69"/>
          <p:cNvSpPr txBox="1"/>
          <p:nvPr/>
        </p:nvSpPr>
        <p:spPr>
          <a:xfrm>
            <a:off x="13079404" y="1419072"/>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Three</a:t>
            </a:r>
            <a:endParaRPr i="0" sz="1000" u="none" cap="none" strike="noStrike">
              <a:solidFill>
                <a:srgbClr val="FFFFFF"/>
              </a:solidFill>
              <a:latin typeface="Sora SemiBold"/>
              <a:ea typeface="Sora SemiBold"/>
              <a:cs typeface="Sora SemiBold"/>
              <a:sym typeface="Sora SemiBold"/>
            </a:endParaRPr>
          </a:p>
        </p:txBody>
      </p:sp>
      <p:sp>
        <p:nvSpPr>
          <p:cNvPr id="1648" name="Google Shape;1648;p69"/>
          <p:cNvSpPr txBox="1"/>
          <p:nvPr/>
        </p:nvSpPr>
        <p:spPr>
          <a:xfrm>
            <a:off x="2823450" y="6452150"/>
            <a:ext cx="31242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49" name="Google Shape;1649;p69"/>
          <p:cNvSpPr txBox="1"/>
          <p:nvPr/>
        </p:nvSpPr>
        <p:spPr>
          <a:xfrm>
            <a:off x="3485029" y="5732771"/>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Four</a:t>
            </a:r>
            <a:endParaRPr i="0" sz="1000" u="none" cap="none" strike="noStrike">
              <a:solidFill>
                <a:srgbClr val="FFFFFF"/>
              </a:solidFill>
              <a:latin typeface="Sora SemiBold"/>
              <a:ea typeface="Sora SemiBold"/>
              <a:cs typeface="Sora SemiBold"/>
              <a:sym typeface="Sora SemiBold"/>
            </a:endParaRPr>
          </a:p>
        </p:txBody>
      </p:sp>
      <p:sp>
        <p:nvSpPr>
          <p:cNvPr id="1650" name="Google Shape;1650;p69"/>
          <p:cNvSpPr txBox="1"/>
          <p:nvPr/>
        </p:nvSpPr>
        <p:spPr>
          <a:xfrm>
            <a:off x="7603950" y="6452150"/>
            <a:ext cx="31242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51" name="Google Shape;1651;p69"/>
          <p:cNvSpPr txBox="1"/>
          <p:nvPr/>
        </p:nvSpPr>
        <p:spPr>
          <a:xfrm>
            <a:off x="8282217" y="5732771"/>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Five</a:t>
            </a:r>
            <a:endParaRPr i="0" sz="1000" u="none" cap="none" strike="noStrike">
              <a:solidFill>
                <a:srgbClr val="FFFFFF"/>
              </a:solidFill>
              <a:latin typeface="Sora SemiBold"/>
              <a:ea typeface="Sora SemiBold"/>
              <a:cs typeface="Sora SemiBold"/>
              <a:sym typeface="Sora SemiBold"/>
            </a:endParaRPr>
          </a:p>
        </p:txBody>
      </p:sp>
      <p:sp>
        <p:nvSpPr>
          <p:cNvPr id="1652" name="Google Shape;1652;p69"/>
          <p:cNvSpPr txBox="1"/>
          <p:nvPr/>
        </p:nvSpPr>
        <p:spPr>
          <a:xfrm>
            <a:off x="12368349" y="6452150"/>
            <a:ext cx="3199800" cy="2133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653" name="Google Shape;1653;p69"/>
          <p:cNvSpPr txBox="1"/>
          <p:nvPr/>
        </p:nvSpPr>
        <p:spPr>
          <a:xfrm>
            <a:off x="13079404" y="5732771"/>
            <a:ext cx="17238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SemiBold"/>
              <a:buNone/>
            </a:pPr>
            <a:r>
              <a:rPr i="0" lang="en-US" sz="1800" u="none" cap="none" strike="noStrike">
                <a:solidFill>
                  <a:srgbClr val="FFFFFF"/>
                </a:solidFill>
                <a:latin typeface="Sora SemiBold"/>
                <a:ea typeface="Sora SemiBold"/>
                <a:cs typeface="Sora SemiBold"/>
                <a:sym typeface="Sora SemiBold"/>
              </a:rPr>
              <a:t>Step Six</a:t>
            </a:r>
            <a:endParaRPr i="0" sz="1000" u="none" cap="none" strike="noStrike">
              <a:solidFill>
                <a:srgbClr val="FFFFFF"/>
              </a:solidFill>
              <a:latin typeface="Sora SemiBold"/>
              <a:ea typeface="Sora SemiBold"/>
              <a:cs typeface="Sora SemiBold"/>
              <a:sym typeface="Sora SemiBo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70"/>
          <p:cNvSpPr txBox="1"/>
          <p:nvPr/>
        </p:nvSpPr>
        <p:spPr>
          <a:xfrm>
            <a:off x="2238959" y="1102400"/>
            <a:ext cx="3537000" cy="1600800"/>
          </a:xfrm>
          <a:prstGeom prst="rect">
            <a:avLst/>
          </a:prstGeom>
          <a:noFill/>
          <a:ln>
            <a:noFill/>
          </a:ln>
        </p:spPr>
        <p:txBody>
          <a:bodyPr anchorCtr="0" anchor="t" bIns="182850" lIns="182850" spcFirstLastPara="1" rIns="182850" wrap="square" tIns="182850">
            <a:spAutoFit/>
          </a:bodyPr>
          <a:lstStyle/>
          <a:p>
            <a:pPr indent="0" lvl="0" marL="0" rtl="0" algn="r">
              <a:spcBef>
                <a:spcPts val="0"/>
              </a:spcBef>
              <a:spcAft>
                <a:spcPts val="0"/>
              </a:spcAft>
              <a:buNone/>
            </a:pPr>
            <a:r>
              <a:rPr b="1" lang="en-US" sz="8000">
                <a:solidFill>
                  <a:srgbClr val="FFEFF3"/>
                </a:solidFill>
                <a:latin typeface="Sora"/>
                <a:ea typeface="Sora"/>
                <a:cs typeface="Sora"/>
                <a:sym typeface="Sora"/>
              </a:rPr>
              <a:t>/01</a:t>
            </a:r>
            <a:endParaRPr b="1" sz="8000">
              <a:solidFill>
                <a:srgbClr val="FFEFF3"/>
              </a:solidFill>
              <a:latin typeface="Sora"/>
              <a:ea typeface="Sora"/>
              <a:cs typeface="Sora"/>
              <a:sym typeface="Sora"/>
            </a:endParaRPr>
          </a:p>
        </p:txBody>
      </p:sp>
      <p:sp>
        <p:nvSpPr>
          <p:cNvPr id="1659" name="Google Shape;1659;p70"/>
          <p:cNvSpPr txBox="1"/>
          <p:nvPr/>
        </p:nvSpPr>
        <p:spPr>
          <a:xfrm>
            <a:off x="2238959" y="3688200"/>
            <a:ext cx="3537000" cy="1600800"/>
          </a:xfrm>
          <a:prstGeom prst="rect">
            <a:avLst/>
          </a:prstGeom>
          <a:noFill/>
          <a:ln>
            <a:noFill/>
          </a:ln>
        </p:spPr>
        <p:txBody>
          <a:bodyPr anchorCtr="0" anchor="t" bIns="182850" lIns="182850" spcFirstLastPara="1" rIns="182850" wrap="square" tIns="182850">
            <a:spAutoFit/>
          </a:bodyPr>
          <a:lstStyle/>
          <a:p>
            <a:pPr indent="0" lvl="0" marL="0" rtl="0" algn="r">
              <a:spcBef>
                <a:spcPts val="0"/>
              </a:spcBef>
              <a:spcAft>
                <a:spcPts val="0"/>
              </a:spcAft>
              <a:buNone/>
            </a:pPr>
            <a:r>
              <a:rPr b="1" lang="en-US" sz="8000">
                <a:solidFill>
                  <a:srgbClr val="FFF4F1"/>
                </a:solidFill>
                <a:latin typeface="Sora"/>
                <a:ea typeface="Sora"/>
                <a:cs typeface="Sora"/>
                <a:sym typeface="Sora"/>
              </a:rPr>
              <a:t>/02</a:t>
            </a:r>
            <a:endParaRPr b="1" sz="8000">
              <a:solidFill>
                <a:srgbClr val="FFF4F1"/>
              </a:solidFill>
              <a:latin typeface="Sora"/>
              <a:ea typeface="Sora"/>
              <a:cs typeface="Sora"/>
              <a:sym typeface="Sora"/>
            </a:endParaRPr>
          </a:p>
        </p:txBody>
      </p:sp>
      <p:sp>
        <p:nvSpPr>
          <p:cNvPr id="1660" name="Google Shape;1660;p70"/>
          <p:cNvSpPr txBox="1"/>
          <p:nvPr/>
        </p:nvSpPr>
        <p:spPr>
          <a:xfrm>
            <a:off x="2238959" y="6274000"/>
            <a:ext cx="3537000" cy="1600800"/>
          </a:xfrm>
          <a:prstGeom prst="rect">
            <a:avLst/>
          </a:prstGeom>
          <a:noFill/>
          <a:ln>
            <a:noFill/>
          </a:ln>
        </p:spPr>
        <p:txBody>
          <a:bodyPr anchorCtr="0" anchor="t" bIns="182850" lIns="182850" spcFirstLastPara="1" rIns="182850" wrap="square" tIns="182850">
            <a:spAutoFit/>
          </a:bodyPr>
          <a:lstStyle/>
          <a:p>
            <a:pPr indent="0" lvl="0" marL="0" rtl="0" algn="r">
              <a:spcBef>
                <a:spcPts val="0"/>
              </a:spcBef>
              <a:spcAft>
                <a:spcPts val="0"/>
              </a:spcAft>
              <a:buNone/>
            </a:pPr>
            <a:r>
              <a:rPr b="1" lang="en-US" sz="8000">
                <a:solidFill>
                  <a:srgbClr val="E8F2FF"/>
                </a:solidFill>
                <a:latin typeface="Sora"/>
                <a:ea typeface="Sora"/>
                <a:cs typeface="Sora"/>
                <a:sym typeface="Sora"/>
              </a:rPr>
              <a:t>/03</a:t>
            </a:r>
            <a:endParaRPr b="1" sz="8000">
              <a:solidFill>
                <a:srgbClr val="E8F2FF"/>
              </a:solidFill>
              <a:latin typeface="Sora"/>
              <a:ea typeface="Sora"/>
              <a:cs typeface="Sora"/>
              <a:sym typeface="Sora"/>
            </a:endParaRPr>
          </a:p>
        </p:txBody>
      </p:sp>
      <p:cxnSp>
        <p:nvCxnSpPr>
          <p:cNvPr id="1661" name="Google Shape;1661;p70"/>
          <p:cNvCxnSpPr/>
          <p:nvPr/>
        </p:nvCxnSpPr>
        <p:spPr>
          <a:xfrm>
            <a:off x="3434883" y="3326955"/>
            <a:ext cx="0" cy="1437600"/>
          </a:xfrm>
          <a:prstGeom prst="straightConnector1">
            <a:avLst/>
          </a:prstGeom>
          <a:noFill/>
          <a:ln cap="flat" cmpd="sng" w="19050">
            <a:solidFill>
              <a:srgbClr val="110841"/>
            </a:solidFill>
            <a:prstDash val="dash"/>
            <a:miter lim="400000"/>
            <a:headEnd len="sm" w="sm" type="none"/>
            <a:tailEnd len="med" w="med" type="none"/>
          </a:ln>
        </p:spPr>
      </p:cxnSp>
      <p:sp>
        <p:nvSpPr>
          <p:cNvPr id="1662" name="Google Shape;1662;p70"/>
          <p:cNvSpPr/>
          <p:nvPr/>
        </p:nvSpPr>
        <p:spPr>
          <a:xfrm>
            <a:off x="6991589" y="1785320"/>
            <a:ext cx="4655400" cy="436800"/>
          </a:xfrm>
          <a:prstGeom prst="rect">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63" name="Google Shape;1663;p70"/>
          <p:cNvSpPr txBox="1"/>
          <p:nvPr/>
        </p:nvSpPr>
        <p:spPr>
          <a:xfrm>
            <a:off x="7758901" y="1806906"/>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1664" name="Google Shape;1664;p70"/>
          <p:cNvSpPr/>
          <p:nvPr/>
        </p:nvSpPr>
        <p:spPr>
          <a:xfrm>
            <a:off x="6991589" y="2291536"/>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65" name="Google Shape;1665;p70"/>
          <p:cNvSpPr txBox="1"/>
          <p:nvPr/>
        </p:nvSpPr>
        <p:spPr>
          <a:xfrm>
            <a:off x="7758901" y="2313123"/>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66" name="Google Shape;1666;p70"/>
          <p:cNvSpPr/>
          <p:nvPr/>
        </p:nvSpPr>
        <p:spPr>
          <a:xfrm>
            <a:off x="6991589" y="2797753"/>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67" name="Google Shape;1667;p70"/>
          <p:cNvSpPr txBox="1"/>
          <p:nvPr/>
        </p:nvSpPr>
        <p:spPr>
          <a:xfrm>
            <a:off x="7758901" y="2819340"/>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68" name="Google Shape;1668;p70"/>
          <p:cNvSpPr/>
          <p:nvPr/>
        </p:nvSpPr>
        <p:spPr>
          <a:xfrm>
            <a:off x="6991589" y="3303969"/>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69" name="Google Shape;1669;p70"/>
          <p:cNvSpPr txBox="1"/>
          <p:nvPr/>
        </p:nvSpPr>
        <p:spPr>
          <a:xfrm>
            <a:off x="7758901" y="3325556"/>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70" name="Google Shape;1670;p70"/>
          <p:cNvSpPr/>
          <p:nvPr/>
        </p:nvSpPr>
        <p:spPr>
          <a:xfrm>
            <a:off x="6820876" y="1581269"/>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1" name="Google Shape;1671;p70"/>
          <p:cNvSpPr/>
          <p:nvPr/>
        </p:nvSpPr>
        <p:spPr>
          <a:xfrm rot="10800000">
            <a:off x="11586170" y="1581248"/>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2" name="Google Shape;1672;p70"/>
          <p:cNvSpPr/>
          <p:nvPr/>
        </p:nvSpPr>
        <p:spPr>
          <a:xfrm>
            <a:off x="6991589" y="4405089"/>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3" name="Google Shape;1673;p70"/>
          <p:cNvSpPr txBox="1"/>
          <p:nvPr/>
        </p:nvSpPr>
        <p:spPr>
          <a:xfrm>
            <a:off x="7758901" y="4426675"/>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74" name="Google Shape;1674;p70"/>
          <p:cNvSpPr/>
          <p:nvPr/>
        </p:nvSpPr>
        <p:spPr>
          <a:xfrm>
            <a:off x="6991589" y="4911304"/>
            <a:ext cx="4655400" cy="436800"/>
          </a:xfrm>
          <a:prstGeom prst="rect">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5" name="Google Shape;1675;p70"/>
          <p:cNvSpPr txBox="1"/>
          <p:nvPr/>
        </p:nvSpPr>
        <p:spPr>
          <a:xfrm>
            <a:off x="7758901" y="4932891"/>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1676" name="Google Shape;1676;p70"/>
          <p:cNvSpPr/>
          <p:nvPr/>
        </p:nvSpPr>
        <p:spPr>
          <a:xfrm>
            <a:off x="6991589" y="5417522"/>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7" name="Google Shape;1677;p70"/>
          <p:cNvSpPr txBox="1"/>
          <p:nvPr/>
        </p:nvSpPr>
        <p:spPr>
          <a:xfrm>
            <a:off x="7758901" y="5439108"/>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78" name="Google Shape;1678;p70"/>
          <p:cNvSpPr/>
          <p:nvPr/>
        </p:nvSpPr>
        <p:spPr>
          <a:xfrm>
            <a:off x="6991589" y="5923737"/>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79" name="Google Shape;1679;p70"/>
          <p:cNvSpPr txBox="1"/>
          <p:nvPr/>
        </p:nvSpPr>
        <p:spPr>
          <a:xfrm>
            <a:off x="7758901" y="5945324"/>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80" name="Google Shape;1680;p70"/>
          <p:cNvSpPr/>
          <p:nvPr/>
        </p:nvSpPr>
        <p:spPr>
          <a:xfrm>
            <a:off x="6820876" y="4201038"/>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1" name="Google Shape;1681;p70"/>
          <p:cNvSpPr/>
          <p:nvPr/>
        </p:nvSpPr>
        <p:spPr>
          <a:xfrm rot="10800000">
            <a:off x="11586170" y="4201016"/>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2" name="Google Shape;1682;p70"/>
          <p:cNvSpPr/>
          <p:nvPr/>
        </p:nvSpPr>
        <p:spPr>
          <a:xfrm>
            <a:off x="6991589" y="7024857"/>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3" name="Google Shape;1683;p70"/>
          <p:cNvSpPr txBox="1"/>
          <p:nvPr/>
        </p:nvSpPr>
        <p:spPr>
          <a:xfrm>
            <a:off x="7758901" y="7046443"/>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84" name="Google Shape;1684;p70"/>
          <p:cNvSpPr/>
          <p:nvPr/>
        </p:nvSpPr>
        <p:spPr>
          <a:xfrm>
            <a:off x="6991589" y="7531072"/>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5" name="Google Shape;1685;p70"/>
          <p:cNvSpPr txBox="1"/>
          <p:nvPr/>
        </p:nvSpPr>
        <p:spPr>
          <a:xfrm>
            <a:off x="7758901" y="7552659"/>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86" name="Google Shape;1686;p70"/>
          <p:cNvSpPr/>
          <p:nvPr/>
        </p:nvSpPr>
        <p:spPr>
          <a:xfrm>
            <a:off x="6991589" y="8037290"/>
            <a:ext cx="4655400" cy="436800"/>
          </a:xfrm>
          <a:prstGeom prst="rect">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7" name="Google Shape;1687;p70"/>
          <p:cNvSpPr txBox="1"/>
          <p:nvPr/>
        </p:nvSpPr>
        <p:spPr>
          <a:xfrm>
            <a:off x="7758901" y="8058876"/>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1688" name="Google Shape;1688;p70"/>
          <p:cNvSpPr/>
          <p:nvPr/>
        </p:nvSpPr>
        <p:spPr>
          <a:xfrm>
            <a:off x="6991589" y="8543505"/>
            <a:ext cx="4655400" cy="436800"/>
          </a:xfrm>
          <a:prstGeom prst="rect">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89" name="Google Shape;1689;p70"/>
          <p:cNvSpPr txBox="1"/>
          <p:nvPr/>
        </p:nvSpPr>
        <p:spPr>
          <a:xfrm>
            <a:off x="7758901" y="8565092"/>
            <a:ext cx="3120600" cy="3618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1690" name="Google Shape;1690;p70"/>
          <p:cNvSpPr/>
          <p:nvPr/>
        </p:nvSpPr>
        <p:spPr>
          <a:xfrm>
            <a:off x="6820876" y="6820806"/>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91" name="Google Shape;1691;p70"/>
          <p:cNvSpPr/>
          <p:nvPr/>
        </p:nvSpPr>
        <p:spPr>
          <a:xfrm rot="10800000">
            <a:off x="11586170" y="6820784"/>
            <a:ext cx="227556" cy="2363796"/>
          </a:xfrm>
          <a:custGeom>
            <a:rect b="b" l="l" r="r" t="t"/>
            <a:pathLst>
              <a:path extrusionOk="0" h="21600" w="21600">
                <a:moveTo>
                  <a:pt x="21600" y="0"/>
                </a:moveTo>
                <a:lnTo>
                  <a:pt x="0" y="0"/>
                </a:lnTo>
                <a:lnTo>
                  <a:pt x="0" y="21600"/>
                </a:lnTo>
                <a:lnTo>
                  <a:pt x="20915" y="21600"/>
                </a:lnTo>
              </a:path>
            </a:pathLst>
          </a:custGeom>
          <a:noFill/>
          <a:ln cap="flat" cmpd="sng" w="38100">
            <a:solidFill>
              <a:srgbClr val="110841"/>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692" name="Google Shape;1692;p70"/>
          <p:cNvSpPr/>
          <p:nvPr/>
        </p:nvSpPr>
        <p:spPr>
          <a:xfrm>
            <a:off x="1672450" y="2146250"/>
            <a:ext cx="3537000" cy="1236600"/>
          </a:xfrm>
          <a:prstGeom prst="rect">
            <a:avLst/>
          </a:prstGeom>
          <a:solidFill>
            <a:srgbClr val="D13B5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93" name="Google Shape;1693;p70"/>
          <p:cNvSpPr txBox="1"/>
          <p:nvPr/>
        </p:nvSpPr>
        <p:spPr>
          <a:xfrm>
            <a:off x="1989300" y="2146252"/>
            <a:ext cx="3120600" cy="12366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Sora"/>
                <a:ea typeface="Sora"/>
                <a:cs typeface="Sora"/>
                <a:sym typeface="Sora"/>
              </a:rPr>
              <a:t>This is a sample text. Insert your description here.</a:t>
            </a:r>
            <a:endParaRPr b="1" i="0" sz="1000" u="none" cap="none" strike="noStrike">
              <a:solidFill>
                <a:srgbClr val="000000"/>
              </a:solidFill>
              <a:latin typeface="Sora"/>
              <a:ea typeface="Sora"/>
              <a:cs typeface="Sora"/>
              <a:sym typeface="Sora"/>
            </a:endParaRPr>
          </a:p>
        </p:txBody>
      </p:sp>
      <p:sp>
        <p:nvSpPr>
          <p:cNvPr id="1694" name="Google Shape;1694;p70"/>
          <p:cNvSpPr/>
          <p:nvPr/>
        </p:nvSpPr>
        <p:spPr>
          <a:xfrm>
            <a:off x="1666400" y="4693425"/>
            <a:ext cx="3537000" cy="1236600"/>
          </a:xfrm>
          <a:prstGeom prst="rect">
            <a:avLst/>
          </a:prstGeom>
          <a:solidFill>
            <a:srgbClr val="EC683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95" name="Google Shape;1695;p70"/>
          <p:cNvSpPr txBox="1"/>
          <p:nvPr/>
        </p:nvSpPr>
        <p:spPr>
          <a:xfrm>
            <a:off x="1983250" y="4693427"/>
            <a:ext cx="3120600" cy="12366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Sora"/>
                <a:ea typeface="Sora"/>
                <a:cs typeface="Sora"/>
                <a:sym typeface="Sora"/>
              </a:rPr>
              <a:t>This is a sample text. Insert your description here.</a:t>
            </a:r>
            <a:endParaRPr b="1" i="0" sz="1000" u="none" cap="none" strike="noStrike">
              <a:solidFill>
                <a:srgbClr val="000000"/>
              </a:solidFill>
              <a:latin typeface="Sora"/>
              <a:ea typeface="Sora"/>
              <a:cs typeface="Sora"/>
              <a:sym typeface="Sora"/>
            </a:endParaRPr>
          </a:p>
        </p:txBody>
      </p:sp>
      <p:sp>
        <p:nvSpPr>
          <p:cNvPr id="1696" name="Google Shape;1696;p70"/>
          <p:cNvSpPr/>
          <p:nvPr/>
        </p:nvSpPr>
        <p:spPr>
          <a:xfrm>
            <a:off x="1666400" y="7383100"/>
            <a:ext cx="3537000" cy="1236600"/>
          </a:xfrm>
          <a:prstGeom prst="rect">
            <a:avLst/>
          </a:prstGeom>
          <a:solidFill>
            <a:srgbClr val="217BE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97" name="Google Shape;1697;p70"/>
          <p:cNvSpPr txBox="1"/>
          <p:nvPr/>
        </p:nvSpPr>
        <p:spPr>
          <a:xfrm>
            <a:off x="1983250" y="7383102"/>
            <a:ext cx="3120600" cy="12366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Medium"/>
              <a:buNone/>
            </a:pPr>
            <a:r>
              <a:rPr b="1" i="0" lang="en-US" sz="1800" u="none" cap="none" strike="noStrike">
                <a:solidFill>
                  <a:srgbClr val="F6F6F7"/>
                </a:solidFill>
                <a:latin typeface="Sora"/>
                <a:ea typeface="Sora"/>
                <a:cs typeface="Sora"/>
                <a:sym typeface="Sora"/>
              </a:rPr>
              <a:t>This is a sample text. Insert your description here.</a:t>
            </a:r>
            <a:endParaRPr b="1" i="0" sz="1000" u="none" cap="none" strike="noStrike">
              <a:solidFill>
                <a:srgbClr val="000000"/>
              </a:solidFill>
              <a:latin typeface="Sora"/>
              <a:ea typeface="Sora"/>
              <a:cs typeface="Sora"/>
              <a:sym typeface="Sora"/>
            </a:endParaRPr>
          </a:p>
        </p:txBody>
      </p:sp>
      <p:cxnSp>
        <p:nvCxnSpPr>
          <p:cNvPr id="1698" name="Google Shape;1698;p70"/>
          <p:cNvCxnSpPr/>
          <p:nvPr/>
        </p:nvCxnSpPr>
        <p:spPr>
          <a:xfrm>
            <a:off x="3434883" y="5923755"/>
            <a:ext cx="0" cy="1437600"/>
          </a:xfrm>
          <a:prstGeom prst="straightConnector1">
            <a:avLst/>
          </a:prstGeom>
          <a:noFill/>
          <a:ln cap="flat" cmpd="sng" w="19050">
            <a:solidFill>
              <a:srgbClr val="110841"/>
            </a:solidFill>
            <a:prstDash val="dash"/>
            <a:miter lim="400000"/>
            <a:headEnd len="sm" w="sm" type="none"/>
            <a:tailEnd len="med" w="med" type="none"/>
          </a:ln>
        </p:spPr>
      </p:cxnSp>
      <p:cxnSp>
        <p:nvCxnSpPr>
          <p:cNvPr id="1699" name="Google Shape;1699;p70"/>
          <p:cNvCxnSpPr/>
          <p:nvPr/>
        </p:nvCxnSpPr>
        <p:spPr>
          <a:xfrm>
            <a:off x="5209450" y="2764550"/>
            <a:ext cx="1615800" cy="0"/>
          </a:xfrm>
          <a:prstGeom prst="straightConnector1">
            <a:avLst/>
          </a:prstGeom>
          <a:noFill/>
          <a:ln cap="flat" cmpd="sng" w="38100">
            <a:solidFill>
              <a:srgbClr val="110841"/>
            </a:solidFill>
            <a:prstDash val="solid"/>
            <a:round/>
            <a:headEnd len="med" w="med" type="none"/>
            <a:tailEnd len="med" w="med" type="none"/>
          </a:ln>
        </p:spPr>
      </p:cxnSp>
      <p:cxnSp>
        <p:nvCxnSpPr>
          <p:cNvPr id="1700" name="Google Shape;1700;p70"/>
          <p:cNvCxnSpPr/>
          <p:nvPr/>
        </p:nvCxnSpPr>
        <p:spPr>
          <a:xfrm>
            <a:off x="5209450" y="5383350"/>
            <a:ext cx="1615800" cy="0"/>
          </a:xfrm>
          <a:prstGeom prst="straightConnector1">
            <a:avLst/>
          </a:prstGeom>
          <a:noFill/>
          <a:ln cap="flat" cmpd="sng" w="38100">
            <a:solidFill>
              <a:srgbClr val="110841"/>
            </a:solidFill>
            <a:prstDash val="solid"/>
            <a:round/>
            <a:headEnd len="med" w="med" type="none"/>
            <a:tailEnd len="med" w="med" type="none"/>
          </a:ln>
        </p:spPr>
      </p:cxnSp>
      <p:cxnSp>
        <p:nvCxnSpPr>
          <p:cNvPr id="1701" name="Google Shape;1701;p70"/>
          <p:cNvCxnSpPr/>
          <p:nvPr/>
        </p:nvCxnSpPr>
        <p:spPr>
          <a:xfrm>
            <a:off x="5209450" y="8001400"/>
            <a:ext cx="1615800" cy="0"/>
          </a:xfrm>
          <a:prstGeom prst="straightConnector1">
            <a:avLst/>
          </a:prstGeom>
          <a:noFill/>
          <a:ln cap="flat" cmpd="sng" w="38100">
            <a:solidFill>
              <a:srgbClr val="110841"/>
            </a:solidFill>
            <a:prstDash val="solid"/>
            <a:round/>
            <a:headEnd len="med" w="med" type="none"/>
            <a:tailEnd len="med" w="med" type="none"/>
          </a:ln>
        </p:spPr>
      </p:cxnSp>
      <p:sp>
        <p:nvSpPr>
          <p:cNvPr id="1702" name="Google Shape;1702;p70"/>
          <p:cNvSpPr txBox="1"/>
          <p:nvPr/>
        </p:nvSpPr>
        <p:spPr>
          <a:xfrm>
            <a:off x="12285400" y="1581250"/>
            <a:ext cx="4336200" cy="23640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703" name="Google Shape;1703;p70"/>
          <p:cNvSpPr txBox="1"/>
          <p:nvPr/>
        </p:nvSpPr>
        <p:spPr>
          <a:xfrm>
            <a:off x="12285400" y="4129750"/>
            <a:ext cx="4336200" cy="23640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
        <p:nvSpPr>
          <p:cNvPr id="1704" name="Google Shape;1704;p70"/>
          <p:cNvSpPr txBox="1"/>
          <p:nvPr/>
        </p:nvSpPr>
        <p:spPr>
          <a:xfrm>
            <a:off x="12285400" y="6819400"/>
            <a:ext cx="4336200" cy="236400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110841"/>
              </a:buClr>
              <a:buSzPts val="1600"/>
              <a:buFont typeface="Barlow Medium"/>
              <a:buNone/>
            </a:pPr>
            <a:r>
              <a:rPr i="0" lang="en-US" sz="1600" u="none" cap="none" strike="noStrike">
                <a:solidFill>
                  <a:srgbClr val="110841"/>
                </a:solidFill>
                <a:latin typeface="Instrument Sans"/>
                <a:ea typeface="Instrument Sans"/>
                <a:cs typeface="Instrument Sans"/>
                <a:sym typeface="Instrument Sans"/>
              </a:rPr>
              <a:t>Lorem Ipsum is simply dummy text of the printing and industry. industry's standard dummy text ever since the 1500s, when an unknown printer took a galley of type and scrambled it to make a type specimen book. It has surviv not only five centuries, but also</a:t>
            </a:r>
            <a:endParaRPr i="0" sz="1000" u="none" cap="none" strike="noStrike">
              <a:solidFill>
                <a:srgbClr val="000000"/>
              </a:solidFill>
              <a:latin typeface="Instrument Sans"/>
              <a:ea typeface="Instrument Sans"/>
              <a:cs typeface="Instrument Sans"/>
              <a:sym typeface="Instrument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grpSp>
        <p:nvGrpSpPr>
          <p:cNvPr id="1709" name="Google Shape;1709;p71"/>
          <p:cNvGrpSpPr/>
          <p:nvPr/>
        </p:nvGrpSpPr>
        <p:grpSpPr>
          <a:xfrm>
            <a:off x="10509456" y="2656176"/>
            <a:ext cx="6541994" cy="4959050"/>
            <a:chOff x="14012608" y="3541568"/>
            <a:chExt cx="8722658" cy="6612066"/>
          </a:xfrm>
        </p:grpSpPr>
        <p:grpSp>
          <p:nvGrpSpPr>
            <p:cNvPr id="1710" name="Google Shape;1710;p71"/>
            <p:cNvGrpSpPr/>
            <p:nvPr/>
          </p:nvGrpSpPr>
          <p:grpSpPr>
            <a:xfrm>
              <a:off x="14036814" y="5058912"/>
              <a:ext cx="8698452" cy="5094722"/>
              <a:chOff x="-10752" y="0"/>
              <a:chExt cx="8698452" cy="5094722"/>
            </a:xfrm>
          </p:grpSpPr>
          <p:sp>
            <p:nvSpPr>
              <p:cNvPr id="1711" name="Google Shape;1711;p71"/>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100D25"/>
                  </a:solidFill>
                  <a:latin typeface="Instrument Sans"/>
                  <a:ea typeface="Instrument Sans"/>
                  <a:cs typeface="Instrument Sans"/>
                  <a:sym typeface="Instrument Sans"/>
                </a:endParaRPr>
              </a:p>
            </p:txBody>
          </p:sp>
          <p:sp>
            <p:nvSpPr>
              <p:cNvPr id="1712" name="Google Shape;1712;p71"/>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00D25"/>
                    </a:solidFill>
                    <a:latin typeface="Instrument Sans"/>
                    <a:ea typeface="Instrument Sans"/>
                    <a:cs typeface="Instrument Sans"/>
                    <a:sym typeface="Instrument Sans"/>
                  </a:rPr>
                  <a:t>Process flow diagram</a:t>
                </a:r>
                <a:endParaRPr b="1" i="0" sz="1000" u="none" cap="none" strike="noStrike">
                  <a:solidFill>
                    <a:srgbClr val="100D25"/>
                  </a:solidFill>
                  <a:latin typeface="Instrument Sans"/>
                  <a:ea typeface="Instrument Sans"/>
                  <a:cs typeface="Instrument Sans"/>
                  <a:sym typeface="Instrument Sans"/>
                </a:endParaRPr>
              </a:p>
            </p:txBody>
          </p:sp>
        </p:grpSp>
        <p:sp>
          <p:nvSpPr>
            <p:cNvPr id="1713" name="Google Shape;1713;p71"/>
            <p:cNvSpPr/>
            <p:nvPr/>
          </p:nvSpPr>
          <p:spPr>
            <a:xfrm>
              <a:off x="14012608" y="3541568"/>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14" name="Google Shape;1714;p71"/>
            <p:cNvSpPr/>
            <p:nvPr/>
          </p:nvSpPr>
          <p:spPr>
            <a:xfrm>
              <a:off x="14415106" y="3860073"/>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rgbClr val="F6F6F7"/>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grpSp>
        <p:nvGrpSpPr>
          <p:cNvPr id="1715" name="Google Shape;1715;p71"/>
          <p:cNvGrpSpPr/>
          <p:nvPr/>
        </p:nvGrpSpPr>
        <p:grpSpPr>
          <a:xfrm>
            <a:off x="1588392" y="1424844"/>
            <a:ext cx="7329469" cy="7353369"/>
            <a:chOff x="2117857" y="1899791"/>
            <a:chExt cx="9772625" cy="9804492"/>
          </a:xfrm>
        </p:grpSpPr>
        <p:sp>
          <p:nvSpPr>
            <p:cNvPr id="1716" name="Google Shape;1716;p71"/>
            <p:cNvSpPr/>
            <p:nvPr/>
          </p:nvSpPr>
          <p:spPr>
            <a:xfrm>
              <a:off x="7014633"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17" name="Google Shape;1717;p71"/>
            <p:cNvSpPr/>
            <p:nvPr/>
          </p:nvSpPr>
          <p:spPr>
            <a:xfrm>
              <a:off x="7017238"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18" name="Google Shape;1718;p71"/>
            <p:cNvSpPr/>
            <p:nvPr/>
          </p:nvSpPr>
          <p:spPr>
            <a:xfrm>
              <a:off x="7010672"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19" name="Google Shape;1719;p71"/>
            <p:cNvSpPr/>
            <p:nvPr/>
          </p:nvSpPr>
          <p:spPr>
            <a:xfrm>
              <a:off x="4297677"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0" name="Google Shape;1720;p71"/>
            <p:cNvSpPr/>
            <p:nvPr/>
          </p:nvSpPr>
          <p:spPr>
            <a:xfrm>
              <a:off x="3161918"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1" name="Google Shape;1721;p71"/>
            <p:cNvSpPr/>
            <p:nvPr/>
          </p:nvSpPr>
          <p:spPr>
            <a:xfrm>
              <a:off x="4296222"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2" name="Google Shape;1722;p71"/>
            <p:cNvSpPr/>
            <p:nvPr/>
          </p:nvSpPr>
          <p:spPr>
            <a:xfrm>
              <a:off x="3163906"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3" name="Google Shape;1723;p71"/>
            <p:cNvSpPr/>
            <p:nvPr/>
          </p:nvSpPr>
          <p:spPr>
            <a:xfrm>
              <a:off x="2759662" y="2671630"/>
              <a:ext cx="8477412" cy="8362077"/>
            </a:xfrm>
            <a:custGeom>
              <a:rect b="b" l="l" r="r" t="t"/>
              <a:pathLst>
                <a:path extrusionOk="0" h="21543" w="20849">
                  <a:moveTo>
                    <a:pt x="12816" y="0"/>
                  </a:moveTo>
                  <a:cubicBezTo>
                    <a:pt x="17552" y="1117"/>
                    <a:pt x="20899" y="5548"/>
                    <a:pt x="20848" y="10633"/>
                  </a:cubicBezTo>
                  <a:cubicBezTo>
                    <a:pt x="20789" y="16623"/>
                    <a:pt x="16178" y="21470"/>
                    <a:pt x="10462" y="21543"/>
                  </a:cubicBezTo>
                  <a:cubicBezTo>
                    <a:pt x="5924" y="21600"/>
                    <a:pt x="1905" y="18510"/>
                    <a:pt x="506" y="13979"/>
                  </a:cubicBezTo>
                  <a:cubicBezTo>
                    <a:pt x="-701" y="10071"/>
                    <a:pt x="289" y="5784"/>
                    <a:pt x="3069" y="2887"/>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4" name="Google Shape;1724;p71"/>
            <p:cNvSpPr/>
            <p:nvPr/>
          </p:nvSpPr>
          <p:spPr>
            <a:xfrm>
              <a:off x="10575528"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5" name="Google Shape;1725;p71"/>
            <p:cNvSpPr/>
            <p:nvPr/>
          </p:nvSpPr>
          <p:spPr>
            <a:xfrm>
              <a:off x="10714766"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100D25"/>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6" name="Google Shape;1726;p71"/>
            <p:cNvSpPr/>
            <p:nvPr/>
          </p:nvSpPr>
          <p:spPr>
            <a:xfrm>
              <a:off x="2117857"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7" name="Google Shape;1727;p71"/>
            <p:cNvSpPr/>
            <p:nvPr/>
          </p:nvSpPr>
          <p:spPr>
            <a:xfrm>
              <a:off x="2178182"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8" name="Google Shape;1728;p71"/>
            <p:cNvSpPr/>
            <p:nvPr/>
          </p:nvSpPr>
          <p:spPr>
            <a:xfrm>
              <a:off x="4542436" y="4342513"/>
              <a:ext cx="4929300" cy="4929300"/>
            </a:xfrm>
            <a:prstGeom prst="ellipse">
              <a:avLst/>
            </a:prstGeom>
            <a:noFill/>
            <a:ln cap="flat" cmpd="sng" w="19050">
              <a:solidFill>
                <a:srgbClr val="CCCCCC"/>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29" name="Google Shape;1729;p71"/>
            <p:cNvSpPr/>
            <p:nvPr/>
          </p:nvSpPr>
          <p:spPr>
            <a:xfrm>
              <a:off x="5600693" y="8456863"/>
              <a:ext cx="1037100" cy="1037100"/>
            </a:xfrm>
            <a:prstGeom prst="ellipse">
              <a:avLst/>
            </a:prstGeom>
            <a:solidFill>
              <a:srgbClr val="C8454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0" name="Google Shape;1730;p71"/>
            <p:cNvSpPr/>
            <p:nvPr/>
          </p:nvSpPr>
          <p:spPr>
            <a:xfrm>
              <a:off x="5944200"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1" name="Google Shape;1731;p71"/>
            <p:cNvSpPr/>
            <p:nvPr/>
          </p:nvSpPr>
          <p:spPr>
            <a:xfrm>
              <a:off x="7343812"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2" name="Google Shape;1732;p71"/>
            <p:cNvSpPr/>
            <p:nvPr/>
          </p:nvSpPr>
          <p:spPr>
            <a:xfrm>
              <a:off x="7753584" y="8815931"/>
              <a:ext cx="570402" cy="682560"/>
            </a:xfrm>
            <a:custGeom>
              <a:rect b="b" l="l" r="r" t="t"/>
              <a:pathLst>
                <a:path extrusionOk="0" h="21600" w="21600">
                  <a:moveTo>
                    <a:pt x="21600" y="14318"/>
                  </a:moveTo>
                  <a:lnTo>
                    <a:pt x="8485" y="3474"/>
                  </a:lnTo>
                  <a:lnTo>
                    <a:pt x="3640" y="0"/>
                  </a:lnTo>
                  <a:lnTo>
                    <a:pt x="0" y="6458"/>
                  </a:lnTo>
                  <a:lnTo>
                    <a:pt x="47" y="10323"/>
                  </a:lnTo>
                  <a:lnTo>
                    <a:pt x="12875" y="21600"/>
                  </a:lnTo>
                  <a:cubicBezTo>
                    <a:pt x="14989" y="20682"/>
                    <a:pt x="16894" y="19464"/>
                    <a:pt x="18507" y="17999"/>
                  </a:cubicBezTo>
                  <a:cubicBezTo>
                    <a:pt x="19728" y="16891"/>
                    <a:pt x="20768" y="15653"/>
                    <a:pt x="21600" y="14318"/>
                  </a:cubicBezTo>
                  <a:close/>
                </a:path>
              </a:pathLst>
            </a:custGeom>
            <a:solidFill>
              <a:srgbClr val="000000">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3" name="Google Shape;1733;p71"/>
            <p:cNvSpPr/>
            <p:nvPr/>
          </p:nvSpPr>
          <p:spPr>
            <a:xfrm>
              <a:off x="7720010" y="8808629"/>
              <a:ext cx="314316"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4" name="Google Shape;1734;p71"/>
            <p:cNvSpPr/>
            <p:nvPr/>
          </p:nvSpPr>
          <p:spPr>
            <a:xfrm>
              <a:off x="5600693"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5" name="Google Shape;1735;p71"/>
            <p:cNvSpPr/>
            <p:nvPr/>
          </p:nvSpPr>
          <p:spPr>
            <a:xfrm>
              <a:off x="5939156" y="4396046"/>
              <a:ext cx="659016" cy="665820"/>
            </a:xfrm>
            <a:custGeom>
              <a:rect b="b" l="l" r="r" t="t"/>
              <a:pathLst>
                <a:path extrusionOk="0" h="21600" w="21600">
                  <a:moveTo>
                    <a:pt x="21600" y="12563"/>
                  </a:moveTo>
                  <a:lnTo>
                    <a:pt x="10156" y="1450"/>
                  </a:lnTo>
                  <a:lnTo>
                    <a:pt x="10117" y="2576"/>
                  </a:lnTo>
                  <a:lnTo>
                    <a:pt x="7035" y="0"/>
                  </a:lnTo>
                  <a:lnTo>
                    <a:pt x="0" y="7217"/>
                  </a:lnTo>
                  <a:lnTo>
                    <a:pt x="2367" y="9539"/>
                  </a:lnTo>
                  <a:lnTo>
                    <a:pt x="1106" y="9934"/>
                  </a:lnTo>
                  <a:lnTo>
                    <a:pt x="12773" y="21600"/>
                  </a:lnTo>
                  <a:cubicBezTo>
                    <a:pt x="14971" y="20593"/>
                    <a:pt x="16936" y="19149"/>
                    <a:pt x="18545" y="17357"/>
                  </a:cubicBezTo>
                  <a:cubicBezTo>
                    <a:pt x="19821" y="15935"/>
                    <a:pt x="20853" y="14316"/>
                    <a:pt x="21600" y="12563"/>
                  </a:cubicBezTo>
                  <a:close/>
                </a:path>
              </a:pathLst>
            </a:custGeom>
            <a:solidFill>
              <a:srgbClr val="000000">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6" name="Google Shape;1736;p71"/>
            <p:cNvSpPr/>
            <p:nvPr/>
          </p:nvSpPr>
          <p:spPr>
            <a:xfrm>
              <a:off x="4200239"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7" name="Google Shape;1737;p71"/>
            <p:cNvSpPr/>
            <p:nvPr/>
          </p:nvSpPr>
          <p:spPr>
            <a:xfrm>
              <a:off x="4587921"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8" name="Google Shape;1738;p71"/>
            <p:cNvSpPr/>
            <p:nvPr/>
          </p:nvSpPr>
          <p:spPr>
            <a:xfrm>
              <a:off x="8667311"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39" name="Google Shape;1739;p71"/>
            <p:cNvSpPr/>
            <p:nvPr/>
          </p:nvSpPr>
          <p:spPr>
            <a:xfrm>
              <a:off x="9005923"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0" name="Google Shape;1740;p71"/>
            <p:cNvSpPr/>
            <p:nvPr/>
          </p:nvSpPr>
          <p:spPr>
            <a:xfrm>
              <a:off x="8667311"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1" name="Google Shape;1741;p71"/>
            <p:cNvSpPr/>
            <p:nvPr/>
          </p:nvSpPr>
          <p:spPr>
            <a:xfrm>
              <a:off x="8950301"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2" name="Google Shape;1742;p71"/>
            <p:cNvSpPr/>
            <p:nvPr/>
          </p:nvSpPr>
          <p:spPr>
            <a:xfrm>
              <a:off x="4200239"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3" name="Google Shape;1743;p71"/>
            <p:cNvSpPr/>
            <p:nvPr/>
          </p:nvSpPr>
          <p:spPr>
            <a:xfrm>
              <a:off x="4531655"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4" name="Google Shape;1744;p71"/>
            <p:cNvSpPr/>
            <p:nvPr/>
          </p:nvSpPr>
          <p:spPr>
            <a:xfrm>
              <a:off x="5934010"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5" name="Google Shape;1745;p71"/>
            <p:cNvSpPr/>
            <p:nvPr/>
          </p:nvSpPr>
          <p:spPr>
            <a:xfrm>
              <a:off x="6999097"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6" name="Google Shape;1746;p71"/>
            <p:cNvSpPr/>
            <p:nvPr/>
          </p:nvSpPr>
          <p:spPr>
            <a:xfrm>
              <a:off x="7002164" y="4346804"/>
              <a:ext cx="1757484" cy="724678"/>
            </a:xfrm>
            <a:custGeom>
              <a:rect b="b" l="l" r="r" t="t"/>
              <a:pathLst>
                <a:path extrusionOk="0" h="21507" w="21600">
                  <a:moveTo>
                    <a:pt x="0" y="4"/>
                  </a:moveTo>
                  <a:cubicBezTo>
                    <a:pt x="3851" y="-93"/>
                    <a:pt x="7673" y="1608"/>
                    <a:pt x="11257" y="5014"/>
                  </a:cubicBezTo>
                  <a:cubicBezTo>
                    <a:pt x="15143" y="8708"/>
                    <a:pt x="18667" y="14326"/>
                    <a:pt x="21600" y="21507"/>
                  </a:cubicBezTo>
                </a:path>
              </a:pathLst>
            </a:custGeom>
            <a:noFill/>
            <a:ln cap="flat" cmpd="sng" w="19050">
              <a:solidFill>
                <a:srgbClr val="F3F3F3"/>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7" name="Google Shape;1747;p71"/>
            <p:cNvSpPr/>
            <p:nvPr/>
          </p:nvSpPr>
          <p:spPr>
            <a:xfrm>
              <a:off x="7347526" y="4068086"/>
              <a:ext cx="1037100" cy="1037100"/>
            </a:xfrm>
            <a:prstGeom prst="ellipse">
              <a:avLst/>
            </a:prstGeom>
            <a:solidFill>
              <a:srgbClr val="F3F3F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748" name="Google Shape;1748;p71"/>
            <p:cNvSpPr/>
            <p:nvPr/>
          </p:nvSpPr>
          <p:spPr>
            <a:xfrm>
              <a:off x="7750024"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rgbClr val="C8454C"/>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72"/>
          <p:cNvSpPr/>
          <p:nvPr/>
        </p:nvSpPr>
        <p:spPr>
          <a:xfrm>
            <a:off x="5866658" y="2003723"/>
            <a:ext cx="6358059" cy="6271544"/>
          </a:xfrm>
          <a:custGeom>
            <a:rect b="b" l="l" r="r" t="t"/>
            <a:pathLst>
              <a:path extrusionOk="0" h="21543" w="20849">
                <a:moveTo>
                  <a:pt x="12816" y="0"/>
                </a:moveTo>
                <a:cubicBezTo>
                  <a:pt x="17552" y="1117"/>
                  <a:pt x="20899" y="5548"/>
                  <a:pt x="20848" y="10633"/>
                </a:cubicBezTo>
                <a:cubicBezTo>
                  <a:pt x="20789" y="16623"/>
                  <a:pt x="16178" y="21470"/>
                  <a:pt x="10462" y="21543"/>
                </a:cubicBezTo>
                <a:cubicBezTo>
                  <a:pt x="5924" y="21600"/>
                  <a:pt x="1905" y="18510"/>
                  <a:pt x="506" y="13979"/>
                </a:cubicBezTo>
                <a:cubicBezTo>
                  <a:pt x="-701" y="10071"/>
                  <a:pt x="289" y="5784"/>
                  <a:pt x="3069" y="2887"/>
                </a:cubicBezTo>
              </a:path>
            </a:pathLst>
          </a:cu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nvGrpSpPr>
          <p:cNvPr id="1754" name="Google Shape;1754;p72"/>
          <p:cNvGrpSpPr/>
          <p:nvPr/>
        </p:nvGrpSpPr>
        <p:grpSpPr>
          <a:xfrm>
            <a:off x="13055856" y="1867520"/>
            <a:ext cx="4054212" cy="6482136"/>
            <a:chOff x="17407811" y="2490026"/>
            <a:chExt cx="5405616" cy="8642848"/>
          </a:xfrm>
        </p:grpSpPr>
        <p:sp>
          <p:nvSpPr>
            <p:cNvPr id="1755" name="Google Shape;1755;p72"/>
            <p:cNvSpPr/>
            <p:nvPr/>
          </p:nvSpPr>
          <p:spPr>
            <a:xfrm>
              <a:off x="17407811" y="3188896"/>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56" name="Google Shape;1756;p72"/>
            <p:cNvSpPr/>
            <p:nvPr/>
          </p:nvSpPr>
          <p:spPr>
            <a:xfrm>
              <a:off x="17407811" y="2490026"/>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C8454C"/>
                </a:buClr>
                <a:buSzPts val="2200"/>
                <a:buFont typeface="Barlow"/>
                <a:buNone/>
              </a:pPr>
              <a:r>
                <a:rPr b="1" i="0" lang="en-US" sz="2200" u="none" cap="none" strike="noStrike">
                  <a:solidFill>
                    <a:srgbClr val="D13B5F"/>
                  </a:solidFill>
                  <a:latin typeface="Instrument Sans"/>
                  <a:ea typeface="Instrument Sans"/>
                  <a:cs typeface="Instrument Sans"/>
                  <a:sym typeface="Instrument Sans"/>
                </a:rPr>
                <a:t>01</a:t>
              </a:r>
              <a:r>
                <a:rPr b="1" i="0" lang="en-US" sz="2200" u="none" cap="none" strike="noStrike">
                  <a:solidFill>
                    <a:srgbClr val="C8454C"/>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 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57" name="Google Shape;1757;p72"/>
            <p:cNvSpPr/>
            <p:nvPr/>
          </p:nvSpPr>
          <p:spPr>
            <a:xfrm>
              <a:off x="17407811" y="7903482"/>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58" name="Google Shape;1758;p72"/>
            <p:cNvSpPr/>
            <p:nvPr/>
          </p:nvSpPr>
          <p:spPr>
            <a:xfrm>
              <a:off x="17407811" y="7204612"/>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439CD9"/>
                </a:buClr>
                <a:buSzPts val="2200"/>
                <a:buFont typeface="Barlow"/>
                <a:buNone/>
              </a:pPr>
              <a:r>
                <a:rPr b="1" i="0" lang="en-US" sz="2200" u="none" cap="none" strike="noStrike">
                  <a:solidFill>
                    <a:srgbClr val="217BEE"/>
                  </a:solidFill>
                  <a:latin typeface="Instrument Sans"/>
                  <a:ea typeface="Instrument Sans"/>
                  <a:cs typeface="Instrument Sans"/>
                  <a:sym typeface="Instrument Sans"/>
                </a:rPr>
                <a:t>03</a:t>
              </a:r>
              <a:r>
                <a:rPr b="1" i="0" lang="en-US" sz="2200" u="none" cap="none" strike="noStrike">
                  <a:solidFill>
                    <a:srgbClr val="439CD9"/>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 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59" name="Google Shape;1759;p72"/>
            <p:cNvSpPr/>
            <p:nvPr/>
          </p:nvSpPr>
          <p:spPr>
            <a:xfrm>
              <a:off x="17407811" y="10260774"/>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60" name="Google Shape;1760;p72"/>
            <p:cNvSpPr/>
            <p:nvPr/>
          </p:nvSpPr>
          <p:spPr>
            <a:xfrm>
              <a:off x="17407811" y="9561904"/>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Instrument Sans"/>
                  <a:ea typeface="Instrument Sans"/>
                  <a:cs typeface="Instrument Sans"/>
                  <a:sym typeface="Instrument Sans"/>
                </a:rPr>
                <a:t>04</a:t>
              </a:r>
              <a:r>
                <a:rPr b="1" i="0" lang="en-US" sz="2200" u="none" cap="none" strike="noStrike">
                  <a:solidFill>
                    <a:srgbClr val="110841"/>
                  </a:solidFill>
                  <a:latin typeface="Instrument Sans"/>
                  <a:ea typeface="Instrument Sans"/>
                  <a:cs typeface="Instrument Sans"/>
                  <a:sym typeface="Instrument Sans"/>
                </a:rPr>
                <a:t>  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61" name="Google Shape;1761;p72"/>
            <p:cNvSpPr/>
            <p:nvPr/>
          </p:nvSpPr>
          <p:spPr>
            <a:xfrm>
              <a:off x="17407811" y="5546189"/>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62" name="Google Shape;1762;p72"/>
            <p:cNvSpPr/>
            <p:nvPr/>
          </p:nvSpPr>
          <p:spPr>
            <a:xfrm>
              <a:off x="17407811" y="4847319"/>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E28133"/>
                </a:buClr>
                <a:buSzPts val="2200"/>
                <a:buFont typeface="Barlow"/>
                <a:buNone/>
              </a:pPr>
              <a:r>
                <a:rPr b="1" i="0" lang="en-US" sz="2200" u="none" cap="none" strike="noStrike">
                  <a:solidFill>
                    <a:srgbClr val="EC683E"/>
                  </a:solidFill>
                  <a:latin typeface="Instrument Sans"/>
                  <a:ea typeface="Instrument Sans"/>
                  <a:cs typeface="Instrument Sans"/>
                  <a:sym typeface="Instrument Sans"/>
                </a:rPr>
                <a:t>02</a:t>
              </a:r>
              <a:r>
                <a:rPr b="1" i="0" lang="en-US" sz="2200" u="none" cap="none" strike="noStrike">
                  <a:solidFill>
                    <a:srgbClr val="E28133"/>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 Process flow diagram</a:t>
              </a:r>
              <a:endParaRPr b="1" i="0" sz="1000" u="none" cap="none" strike="noStrike">
                <a:solidFill>
                  <a:srgbClr val="000000"/>
                </a:solidFill>
                <a:latin typeface="Instrument Sans"/>
                <a:ea typeface="Instrument Sans"/>
                <a:cs typeface="Instrument Sans"/>
                <a:sym typeface="Instrument Sans"/>
              </a:endParaRPr>
            </a:p>
          </p:txBody>
        </p:sp>
      </p:grpSp>
      <p:grpSp>
        <p:nvGrpSpPr>
          <p:cNvPr id="1763" name="Google Shape;1763;p72"/>
          <p:cNvGrpSpPr/>
          <p:nvPr/>
        </p:nvGrpSpPr>
        <p:grpSpPr>
          <a:xfrm>
            <a:off x="1129946" y="1867520"/>
            <a:ext cx="4054212" cy="6482136"/>
            <a:chOff x="1506596" y="2490026"/>
            <a:chExt cx="5405616" cy="8642848"/>
          </a:xfrm>
        </p:grpSpPr>
        <p:sp>
          <p:nvSpPr>
            <p:cNvPr id="1764" name="Google Shape;1764;p72"/>
            <p:cNvSpPr/>
            <p:nvPr/>
          </p:nvSpPr>
          <p:spPr>
            <a:xfrm>
              <a:off x="1506596" y="5546189"/>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65" name="Google Shape;1765;p72"/>
            <p:cNvSpPr/>
            <p:nvPr/>
          </p:nvSpPr>
          <p:spPr>
            <a:xfrm>
              <a:off x="1506596" y="4847319"/>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E28133"/>
                </a:buClr>
                <a:buSzPts val="2200"/>
                <a:buFont typeface="Barlow"/>
                <a:buNone/>
              </a:pPr>
              <a:r>
                <a:rPr b="1" i="0" lang="en-US" sz="2200" cap="none" strike="noStrike">
                  <a:solidFill>
                    <a:srgbClr val="EC683E"/>
                  </a:solidFill>
                  <a:latin typeface="Instrument Sans"/>
                  <a:ea typeface="Instrument Sans"/>
                  <a:cs typeface="Instrument Sans"/>
                  <a:sym typeface="Instrument Sans"/>
                </a:rPr>
                <a:t>02</a:t>
              </a:r>
              <a:r>
                <a:rPr b="1" i="0" lang="en-US" sz="2200" u="none" cap="none" strike="noStrike">
                  <a:solidFill>
                    <a:srgbClr val="E28133"/>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66" name="Google Shape;1766;p72"/>
            <p:cNvSpPr/>
            <p:nvPr/>
          </p:nvSpPr>
          <p:spPr>
            <a:xfrm>
              <a:off x="1506596" y="3188896"/>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67" name="Google Shape;1767;p72"/>
            <p:cNvSpPr/>
            <p:nvPr/>
          </p:nvSpPr>
          <p:spPr>
            <a:xfrm>
              <a:off x="1506596" y="2490026"/>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C8454C"/>
                </a:buClr>
                <a:buSzPts val="2200"/>
                <a:buFont typeface="Barlow"/>
                <a:buNone/>
              </a:pPr>
              <a:r>
                <a:rPr b="1" i="0" lang="en-US" sz="2200" u="none" cap="none" strike="noStrike">
                  <a:solidFill>
                    <a:srgbClr val="D13B5F"/>
                  </a:solidFill>
                  <a:latin typeface="Instrument Sans"/>
                  <a:ea typeface="Instrument Sans"/>
                  <a:cs typeface="Instrument Sans"/>
                  <a:sym typeface="Instrument Sans"/>
                </a:rPr>
                <a:t>01</a:t>
              </a:r>
              <a:r>
                <a:rPr b="1" i="0" lang="en-US" sz="2200" u="none" cap="none" strike="noStrike">
                  <a:solidFill>
                    <a:srgbClr val="C8454C"/>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68" name="Google Shape;1768;p72"/>
            <p:cNvSpPr/>
            <p:nvPr/>
          </p:nvSpPr>
          <p:spPr>
            <a:xfrm>
              <a:off x="1506596" y="7903482"/>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69" name="Google Shape;1769;p72"/>
            <p:cNvSpPr/>
            <p:nvPr/>
          </p:nvSpPr>
          <p:spPr>
            <a:xfrm>
              <a:off x="1506596" y="7204612"/>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439CD9"/>
                </a:buClr>
                <a:buSzPts val="2200"/>
                <a:buFont typeface="Barlow"/>
                <a:buNone/>
              </a:pPr>
              <a:r>
                <a:rPr b="1" i="0" lang="en-US" sz="2200" u="none" cap="none" strike="noStrike">
                  <a:solidFill>
                    <a:srgbClr val="217BEE"/>
                  </a:solidFill>
                  <a:latin typeface="Instrument Sans"/>
                  <a:ea typeface="Instrument Sans"/>
                  <a:cs typeface="Instrument Sans"/>
                  <a:sym typeface="Instrument Sans"/>
                </a:rPr>
                <a:t>03</a:t>
              </a:r>
              <a:r>
                <a:rPr b="1" i="0" lang="en-US" sz="2200" u="none" cap="none" strike="noStrike">
                  <a:solidFill>
                    <a:srgbClr val="439CD9"/>
                  </a:solidFill>
                  <a:latin typeface="Instrument Sans"/>
                  <a:ea typeface="Instrument Sans"/>
                  <a:cs typeface="Instrument Sans"/>
                  <a:sym typeface="Instrument Sans"/>
                </a:rPr>
                <a:t>  </a:t>
              </a:r>
              <a:r>
                <a:rPr b="1" i="0" lang="en-US" sz="2200" u="none" cap="none" strike="noStrike">
                  <a:solidFill>
                    <a:srgbClr val="110841"/>
                  </a:solidFill>
                  <a:latin typeface="Instrument Sans"/>
                  <a:ea typeface="Instrument Sans"/>
                  <a:cs typeface="Instrument Sans"/>
                  <a:sym typeface="Instrument Sans"/>
                </a:rPr>
                <a:t>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1770" name="Google Shape;1770;p72"/>
            <p:cNvSpPr/>
            <p:nvPr/>
          </p:nvSpPr>
          <p:spPr>
            <a:xfrm>
              <a:off x="1506596" y="10260774"/>
              <a:ext cx="5405616"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a:t>
              </a:r>
              <a:endParaRPr i="0" sz="1000" u="none" cap="none" strike="noStrike">
                <a:solidFill>
                  <a:srgbClr val="000000"/>
                </a:solidFill>
                <a:latin typeface="Instrument Sans"/>
                <a:ea typeface="Instrument Sans"/>
                <a:cs typeface="Instrument Sans"/>
                <a:sym typeface="Instrument Sans"/>
              </a:endParaRPr>
            </a:p>
          </p:txBody>
        </p:sp>
        <p:sp>
          <p:nvSpPr>
            <p:cNvPr id="1771" name="Google Shape;1771;p72"/>
            <p:cNvSpPr/>
            <p:nvPr/>
          </p:nvSpPr>
          <p:spPr>
            <a:xfrm>
              <a:off x="1506596" y="9561904"/>
              <a:ext cx="4639302"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10841"/>
                  </a:solidFill>
                  <a:latin typeface="Instrument Sans"/>
                  <a:ea typeface="Instrument Sans"/>
                  <a:cs typeface="Instrument Sans"/>
                  <a:sym typeface="Instrument Sans"/>
                </a:rPr>
                <a:t>04  Process flow diagram</a:t>
              </a:r>
              <a:endParaRPr b="1" i="0" sz="1000" u="none" cap="none" strike="noStrike">
                <a:solidFill>
                  <a:srgbClr val="000000"/>
                </a:solidFill>
                <a:latin typeface="Instrument Sans"/>
                <a:ea typeface="Instrument Sans"/>
                <a:cs typeface="Instrument Sans"/>
                <a:sym typeface="Instrument Sans"/>
              </a:endParaRPr>
            </a:p>
          </p:txBody>
        </p:sp>
      </p:grpSp>
      <p:grpSp>
        <p:nvGrpSpPr>
          <p:cNvPr id="1772" name="Google Shape;1772;p72"/>
          <p:cNvGrpSpPr/>
          <p:nvPr/>
        </p:nvGrpSpPr>
        <p:grpSpPr>
          <a:xfrm>
            <a:off x="5385305" y="1424844"/>
            <a:ext cx="7329469" cy="7353369"/>
            <a:chOff x="7180405" y="1899791"/>
            <a:chExt cx="9772626" cy="9804492"/>
          </a:xfrm>
        </p:grpSpPr>
        <p:sp>
          <p:nvSpPr>
            <p:cNvPr id="1773" name="Google Shape;1773;p72"/>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4" name="Google Shape;1774;p72"/>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5" name="Google Shape;1775;p72"/>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6" name="Google Shape;1776;p72"/>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7" name="Google Shape;1777;p72"/>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8" name="Google Shape;1778;p72"/>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79" name="Google Shape;1779;p72"/>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0" name="Google Shape;1780;p72"/>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1" name="Google Shape;1781;p72"/>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2" name="Google Shape;1782;p72"/>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3" name="Google Shape;1783;p72"/>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4" name="Google Shape;1784;p72"/>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5" name="Google Shape;1785;p72"/>
            <p:cNvSpPr/>
            <p:nvPr/>
          </p:nvSpPr>
          <p:spPr>
            <a:xfrm>
              <a:off x="12410075" y="4068086"/>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6" name="Google Shape;1786;p72"/>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rgbClr val="D13B5F"/>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7" name="Google Shape;1787;p72"/>
            <p:cNvSpPr/>
            <p:nvPr/>
          </p:nvSpPr>
          <p:spPr>
            <a:xfrm>
              <a:off x="10663241" y="8456863"/>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8" name="Google Shape;1788;p72"/>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D13B5F"/>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89" name="Google Shape;1789;p72"/>
            <p:cNvSpPr/>
            <p:nvPr/>
          </p:nvSpPr>
          <p:spPr>
            <a:xfrm>
              <a:off x="12406361" y="8515905"/>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0" name="Google Shape;1790;p72"/>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rgbClr val="100D25"/>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1" name="Google Shape;1791;p72"/>
            <p:cNvSpPr/>
            <p:nvPr/>
          </p:nvSpPr>
          <p:spPr>
            <a:xfrm>
              <a:off x="10663241" y="4068086"/>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2" name="Google Shape;1792;p72"/>
            <p:cNvSpPr/>
            <p:nvPr/>
          </p:nvSpPr>
          <p:spPr>
            <a:xfrm>
              <a:off x="9262788" y="5383256"/>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3" name="Google Shape;1793;p72"/>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rgbClr val="217BE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4" name="Google Shape;1794;p72"/>
            <p:cNvSpPr/>
            <p:nvPr/>
          </p:nvSpPr>
          <p:spPr>
            <a:xfrm>
              <a:off x="13729859" y="7183521"/>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5" name="Google Shape;1795;p72"/>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rgbClr val="217BE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6" name="Google Shape;1796;p72"/>
            <p:cNvSpPr/>
            <p:nvPr/>
          </p:nvSpPr>
          <p:spPr>
            <a:xfrm>
              <a:off x="13729859" y="5386672"/>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7" name="Google Shape;1797;p72"/>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rgbClr val="EC683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8" name="Google Shape;1798;p72"/>
            <p:cNvSpPr/>
            <p:nvPr/>
          </p:nvSpPr>
          <p:spPr>
            <a:xfrm>
              <a:off x="9262788" y="7194298"/>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799" name="Google Shape;1799;p72"/>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rgbClr val="EC683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00" name="Google Shape;1800;p72"/>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rgbClr val="100D25"/>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grpSp>
        <p:nvGrpSpPr>
          <p:cNvPr id="1805" name="Google Shape;1805;p73"/>
          <p:cNvGrpSpPr/>
          <p:nvPr/>
        </p:nvGrpSpPr>
        <p:grpSpPr>
          <a:xfrm>
            <a:off x="10509456" y="2656176"/>
            <a:ext cx="6541994" cy="4959050"/>
            <a:chOff x="14012608" y="3541568"/>
            <a:chExt cx="8722658" cy="6612066"/>
          </a:xfrm>
        </p:grpSpPr>
        <p:grpSp>
          <p:nvGrpSpPr>
            <p:cNvPr id="1806" name="Google Shape;1806;p73"/>
            <p:cNvGrpSpPr/>
            <p:nvPr/>
          </p:nvGrpSpPr>
          <p:grpSpPr>
            <a:xfrm>
              <a:off x="14012608" y="3541568"/>
              <a:ext cx="1037100" cy="1037100"/>
              <a:chOff x="0" y="0"/>
              <a:chExt cx="1037100" cy="1037100"/>
            </a:xfrm>
          </p:grpSpPr>
          <p:sp>
            <p:nvSpPr>
              <p:cNvPr id="1807" name="Google Shape;1807;p73"/>
              <p:cNvSpPr/>
              <p:nvPr/>
            </p:nvSpPr>
            <p:spPr>
              <a:xfrm>
                <a:off x="0" y="0"/>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808" name="Google Shape;1808;p73"/>
              <p:cNvSpPr/>
              <p:nvPr/>
            </p:nvSpPr>
            <p:spPr>
              <a:xfrm>
                <a:off x="282990" y="281854"/>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rgbClr val="F6F6F7"/>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grpSp>
          <p:nvGrpSpPr>
            <p:cNvPr id="1809" name="Google Shape;1809;p73"/>
            <p:cNvGrpSpPr/>
            <p:nvPr/>
          </p:nvGrpSpPr>
          <p:grpSpPr>
            <a:xfrm>
              <a:off x="14036814" y="5058912"/>
              <a:ext cx="8698452" cy="5094722"/>
              <a:chOff x="-10752" y="0"/>
              <a:chExt cx="8698452" cy="5094722"/>
            </a:xfrm>
          </p:grpSpPr>
          <p:sp>
            <p:nvSpPr>
              <p:cNvPr id="1810" name="Google Shape;1810;p73"/>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811" name="Google Shape;1811;p73"/>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grpSp>
        <p:nvGrpSpPr>
          <p:cNvPr id="1812" name="Google Shape;1812;p73"/>
          <p:cNvGrpSpPr/>
          <p:nvPr/>
        </p:nvGrpSpPr>
        <p:grpSpPr>
          <a:xfrm>
            <a:off x="1471717" y="1424844"/>
            <a:ext cx="7329469" cy="7353369"/>
            <a:chOff x="7180405" y="1899791"/>
            <a:chExt cx="9772626" cy="9804492"/>
          </a:xfrm>
        </p:grpSpPr>
        <p:sp>
          <p:nvSpPr>
            <p:cNvPr id="1813" name="Google Shape;1813;p73"/>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4" name="Google Shape;1814;p73"/>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5" name="Google Shape;1815;p73"/>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6" name="Google Shape;1816;p73"/>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7" name="Google Shape;1817;p73"/>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8" name="Google Shape;1818;p73"/>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19" name="Google Shape;1819;p73"/>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0" name="Google Shape;1820;p73"/>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1" name="Google Shape;1821;p73"/>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2" name="Google Shape;1822;p73"/>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3" name="Google Shape;1823;p73"/>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4" name="Google Shape;1824;p73"/>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5" name="Google Shape;1825;p73"/>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6" name="Google Shape;1826;p73"/>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7" name="Google Shape;1827;p73"/>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8" name="Google Shape;1828;p73"/>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29" name="Google Shape;1829;p73"/>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0" name="Google Shape;1830;p73"/>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1" name="Google Shape;1831;p73"/>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2" name="Google Shape;1832;p73"/>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3" name="Google Shape;1833;p73"/>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4" name="Google Shape;1834;p73"/>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5" name="Google Shape;1835;p73"/>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6" name="Google Shape;1836;p73"/>
            <p:cNvSpPr/>
            <p:nvPr/>
          </p:nvSpPr>
          <p:spPr>
            <a:xfrm>
              <a:off x="13729859" y="5386672"/>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7" name="Google Shape;1837;p73"/>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rgbClr val="EC683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8" name="Google Shape;1838;p73"/>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39" name="Google Shape;1839;p73"/>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40" name="Google Shape;1840;p73"/>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4" name="Shape 1844"/>
        <p:cNvGrpSpPr/>
        <p:nvPr/>
      </p:nvGrpSpPr>
      <p:grpSpPr>
        <a:xfrm>
          <a:off x="0" y="0"/>
          <a:ext cx="0" cy="0"/>
          <a:chOff x="0" y="0"/>
          <a:chExt cx="0" cy="0"/>
        </a:xfrm>
      </p:grpSpPr>
      <p:grpSp>
        <p:nvGrpSpPr>
          <p:cNvPr id="1845" name="Google Shape;1845;p74"/>
          <p:cNvGrpSpPr/>
          <p:nvPr/>
        </p:nvGrpSpPr>
        <p:grpSpPr>
          <a:xfrm>
            <a:off x="10527611" y="3794184"/>
            <a:ext cx="6523839" cy="3821042"/>
            <a:chOff x="-10752" y="0"/>
            <a:chExt cx="8698452" cy="5094722"/>
          </a:xfrm>
        </p:grpSpPr>
        <p:sp>
          <p:nvSpPr>
            <p:cNvPr id="1846" name="Google Shape;1846;p74"/>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847" name="Google Shape;1847;p74"/>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1848" name="Google Shape;1848;p74"/>
          <p:cNvGrpSpPr/>
          <p:nvPr/>
        </p:nvGrpSpPr>
        <p:grpSpPr>
          <a:xfrm>
            <a:off x="1471717" y="1424844"/>
            <a:ext cx="7329469" cy="7353369"/>
            <a:chOff x="7180405" y="1899791"/>
            <a:chExt cx="9772626" cy="9804492"/>
          </a:xfrm>
        </p:grpSpPr>
        <p:sp>
          <p:nvSpPr>
            <p:cNvPr id="1849" name="Google Shape;1849;p74"/>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0" name="Google Shape;1850;p74"/>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1" name="Google Shape;1851;p74"/>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2" name="Google Shape;1852;p74"/>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3" name="Google Shape;1853;p74"/>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4" name="Google Shape;1854;p74"/>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5" name="Google Shape;1855;p74"/>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6" name="Google Shape;1856;p74"/>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7" name="Google Shape;1857;p74"/>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8" name="Google Shape;1858;p74"/>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59" name="Google Shape;1859;p74"/>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0" name="Google Shape;1860;p74"/>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1" name="Google Shape;1861;p74"/>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2" name="Google Shape;1862;p74"/>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3" name="Google Shape;1863;p74"/>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4" name="Google Shape;1864;p74"/>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5" name="Google Shape;1865;p74"/>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6" name="Google Shape;1866;p74"/>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7" name="Google Shape;1867;p74"/>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8" name="Google Shape;1868;p74"/>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69" name="Google Shape;1869;p74"/>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0" name="Google Shape;1870;p74"/>
            <p:cNvSpPr/>
            <p:nvPr/>
          </p:nvSpPr>
          <p:spPr>
            <a:xfrm>
              <a:off x="13729859" y="7183521"/>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1" name="Google Shape;1871;p74"/>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rgbClr val="217BE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2" name="Google Shape;1872;p74"/>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3" name="Google Shape;1873;p74"/>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4" name="Google Shape;1874;p74"/>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5" name="Google Shape;1875;p74"/>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76" name="Google Shape;1876;p74"/>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877" name="Google Shape;1877;p74"/>
          <p:cNvGrpSpPr/>
          <p:nvPr/>
        </p:nvGrpSpPr>
        <p:grpSpPr>
          <a:xfrm>
            <a:off x="10509456" y="2656176"/>
            <a:ext cx="777825" cy="777825"/>
            <a:chOff x="0" y="0"/>
            <a:chExt cx="1037100" cy="1037100"/>
          </a:xfrm>
        </p:grpSpPr>
        <p:sp>
          <p:nvSpPr>
            <p:cNvPr id="1878" name="Google Shape;1878;p74"/>
            <p:cNvSpPr/>
            <p:nvPr/>
          </p:nvSpPr>
          <p:spPr>
            <a:xfrm>
              <a:off x="0" y="0"/>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879" name="Google Shape;1879;p74"/>
            <p:cNvSpPr/>
            <p:nvPr/>
          </p:nvSpPr>
          <p:spPr>
            <a:xfrm>
              <a:off x="338611" y="338611"/>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rgbClr val="F6F6F7"/>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grpSp>
        <p:nvGrpSpPr>
          <p:cNvPr id="1884" name="Google Shape;1884;p75"/>
          <p:cNvGrpSpPr/>
          <p:nvPr/>
        </p:nvGrpSpPr>
        <p:grpSpPr>
          <a:xfrm>
            <a:off x="10527611" y="3794184"/>
            <a:ext cx="6523839" cy="3821041"/>
            <a:chOff x="-10752" y="0"/>
            <a:chExt cx="8698452" cy="5094722"/>
          </a:xfrm>
        </p:grpSpPr>
        <p:sp>
          <p:nvSpPr>
            <p:cNvPr id="1885" name="Google Shape;1885;p75"/>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886" name="Google Shape;1886;p75"/>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1887" name="Google Shape;1887;p75"/>
          <p:cNvGrpSpPr/>
          <p:nvPr/>
        </p:nvGrpSpPr>
        <p:grpSpPr>
          <a:xfrm>
            <a:off x="1471717" y="1424844"/>
            <a:ext cx="7329469" cy="7353369"/>
            <a:chOff x="7180405" y="1899791"/>
            <a:chExt cx="9772626" cy="9804492"/>
          </a:xfrm>
        </p:grpSpPr>
        <p:sp>
          <p:nvSpPr>
            <p:cNvPr id="1888" name="Google Shape;1888;p75"/>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89" name="Google Shape;1889;p75"/>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0" name="Google Shape;1890;p75"/>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1" name="Google Shape;1891;p75"/>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2" name="Google Shape;1892;p75"/>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3" name="Google Shape;1893;p75"/>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4" name="Google Shape;1894;p75"/>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5" name="Google Shape;1895;p75"/>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6" name="Google Shape;1896;p75"/>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7" name="Google Shape;1897;p75"/>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8" name="Google Shape;1898;p75"/>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899" name="Google Shape;1899;p75"/>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0" name="Google Shape;1900;p75"/>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1" name="Google Shape;1901;p75"/>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2" name="Google Shape;1902;p75"/>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3" name="Google Shape;1903;p75"/>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4" name="Google Shape;1904;p75"/>
            <p:cNvSpPr/>
            <p:nvPr/>
          </p:nvSpPr>
          <p:spPr>
            <a:xfrm>
              <a:off x="12406361" y="8515905"/>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5" name="Google Shape;1905;p75"/>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rgbClr val="100D25"/>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6" name="Google Shape;1906;p75"/>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7" name="Google Shape;1907;p75"/>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8" name="Google Shape;1908;p75"/>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09" name="Google Shape;1909;p75"/>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10" name="Google Shape;1910;p75"/>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11" name="Google Shape;1911;p75"/>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12" name="Google Shape;1912;p75"/>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13" name="Google Shape;1913;p75"/>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sp>
        <p:nvSpPr>
          <p:cNvPr id="1914" name="Google Shape;1914;p75"/>
          <p:cNvSpPr/>
          <p:nvPr/>
        </p:nvSpPr>
        <p:spPr>
          <a:xfrm>
            <a:off x="10509456" y="2656176"/>
            <a:ext cx="777825" cy="777825"/>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nvGrpSpPr>
          <p:cNvPr id="1915" name="Google Shape;1915;p75"/>
          <p:cNvGrpSpPr/>
          <p:nvPr/>
        </p:nvGrpSpPr>
        <p:grpSpPr>
          <a:xfrm>
            <a:off x="6383808" y="5387642"/>
            <a:ext cx="777825" cy="777825"/>
            <a:chOff x="13729859" y="7183521"/>
            <a:chExt cx="1037100" cy="1037100"/>
          </a:xfrm>
        </p:grpSpPr>
        <p:sp>
          <p:nvSpPr>
            <p:cNvPr id="1916" name="Google Shape;1916;p75"/>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17" name="Google Shape;1917;p75"/>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18" name="Google Shape;1918;p75"/>
          <p:cNvGrpSpPr/>
          <p:nvPr/>
        </p:nvGrpSpPr>
        <p:grpSpPr>
          <a:xfrm>
            <a:off x="10509456" y="2656176"/>
            <a:ext cx="777825" cy="777825"/>
            <a:chOff x="0" y="0"/>
            <a:chExt cx="1037100" cy="1037100"/>
          </a:xfrm>
        </p:grpSpPr>
        <p:sp>
          <p:nvSpPr>
            <p:cNvPr id="1919" name="Google Shape;1919;p75"/>
            <p:cNvSpPr/>
            <p:nvPr/>
          </p:nvSpPr>
          <p:spPr>
            <a:xfrm>
              <a:off x="0" y="0"/>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920" name="Google Shape;1920;p75"/>
            <p:cNvSpPr/>
            <p:nvPr/>
          </p:nvSpPr>
          <p:spPr>
            <a:xfrm>
              <a:off x="376197" y="292724"/>
              <a:ext cx="314316"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4" name="Shape 1924"/>
        <p:cNvGrpSpPr/>
        <p:nvPr/>
      </p:nvGrpSpPr>
      <p:grpSpPr>
        <a:xfrm>
          <a:off x="0" y="0"/>
          <a:ext cx="0" cy="0"/>
          <a:chOff x="0" y="0"/>
          <a:chExt cx="0" cy="0"/>
        </a:xfrm>
      </p:grpSpPr>
      <p:grpSp>
        <p:nvGrpSpPr>
          <p:cNvPr id="1925" name="Google Shape;1925;p76"/>
          <p:cNvGrpSpPr/>
          <p:nvPr/>
        </p:nvGrpSpPr>
        <p:grpSpPr>
          <a:xfrm>
            <a:off x="10527611" y="3794184"/>
            <a:ext cx="6523839" cy="3821041"/>
            <a:chOff x="-10752" y="0"/>
            <a:chExt cx="8698452" cy="5094722"/>
          </a:xfrm>
        </p:grpSpPr>
        <p:sp>
          <p:nvSpPr>
            <p:cNvPr id="1926" name="Google Shape;1926;p76"/>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927" name="Google Shape;1927;p76"/>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1928" name="Google Shape;1928;p76"/>
          <p:cNvGrpSpPr/>
          <p:nvPr/>
        </p:nvGrpSpPr>
        <p:grpSpPr>
          <a:xfrm>
            <a:off x="1471717" y="1424844"/>
            <a:ext cx="7329469" cy="7353369"/>
            <a:chOff x="7180405" y="1899791"/>
            <a:chExt cx="9772626" cy="9804492"/>
          </a:xfrm>
        </p:grpSpPr>
        <p:sp>
          <p:nvSpPr>
            <p:cNvPr id="1929" name="Google Shape;1929;p76"/>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0" name="Google Shape;1930;p76"/>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1" name="Google Shape;1931;p76"/>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2" name="Google Shape;1932;p76"/>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3" name="Google Shape;1933;p76"/>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4" name="Google Shape;1934;p76"/>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5" name="Google Shape;1935;p76"/>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6" name="Google Shape;1936;p76"/>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7" name="Google Shape;1937;p76"/>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8" name="Google Shape;1938;p76"/>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39" name="Google Shape;1939;p76"/>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0" name="Google Shape;1940;p76"/>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1" name="Google Shape;1941;p76"/>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2" name="Google Shape;1942;p76"/>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3" name="Google Shape;1943;p76"/>
            <p:cNvSpPr/>
            <p:nvPr/>
          </p:nvSpPr>
          <p:spPr>
            <a:xfrm>
              <a:off x="10663241" y="8456863"/>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4" name="Google Shape;1944;p76"/>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D13B5F"/>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5" name="Google Shape;1945;p76"/>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6" name="Google Shape;1946;p76"/>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7" name="Google Shape;1947;p76"/>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8" name="Google Shape;1948;p76"/>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49" name="Google Shape;1949;p76"/>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50" name="Google Shape;1950;p76"/>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51" name="Google Shape;1951;p76"/>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52" name="Google Shape;1952;p76"/>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53" name="Google Shape;1953;p76"/>
          <p:cNvGrpSpPr/>
          <p:nvPr/>
        </p:nvGrpSpPr>
        <p:grpSpPr>
          <a:xfrm>
            <a:off x="6383808" y="5387642"/>
            <a:ext cx="777825" cy="777825"/>
            <a:chOff x="13729859" y="7183521"/>
            <a:chExt cx="1037100" cy="1037100"/>
          </a:xfrm>
        </p:grpSpPr>
        <p:sp>
          <p:nvSpPr>
            <p:cNvPr id="1954" name="Google Shape;1954;p76"/>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55" name="Google Shape;1955;p76"/>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56" name="Google Shape;1956;p76"/>
          <p:cNvGrpSpPr/>
          <p:nvPr/>
        </p:nvGrpSpPr>
        <p:grpSpPr>
          <a:xfrm>
            <a:off x="5391184" y="6386930"/>
            <a:ext cx="777825" cy="777825"/>
            <a:chOff x="12406361" y="8515905"/>
            <a:chExt cx="1037100" cy="1037100"/>
          </a:xfrm>
        </p:grpSpPr>
        <p:sp>
          <p:nvSpPr>
            <p:cNvPr id="1957" name="Google Shape;1957;p76"/>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58" name="Google Shape;1958;p76"/>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59" name="Google Shape;1959;p76"/>
          <p:cNvGrpSpPr/>
          <p:nvPr/>
        </p:nvGrpSpPr>
        <p:grpSpPr>
          <a:xfrm>
            <a:off x="10509456" y="2656176"/>
            <a:ext cx="777825" cy="777825"/>
            <a:chOff x="0" y="0"/>
            <a:chExt cx="1037100" cy="1037100"/>
          </a:xfrm>
        </p:grpSpPr>
        <p:sp>
          <p:nvSpPr>
            <p:cNvPr id="1960" name="Google Shape;1960;p76"/>
            <p:cNvSpPr/>
            <p:nvPr/>
          </p:nvSpPr>
          <p:spPr>
            <a:xfrm>
              <a:off x="0" y="0"/>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1961" name="Google Shape;1961;p76"/>
            <p:cNvSpPr/>
            <p:nvPr/>
          </p:nvSpPr>
          <p:spPr>
            <a:xfrm>
              <a:off x="343507" y="311756"/>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F6F6F7"/>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grpSp>
        <p:nvGrpSpPr>
          <p:cNvPr id="1966" name="Google Shape;1966;p77"/>
          <p:cNvGrpSpPr/>
          <p:nvPr/>
        </p:nvGrpSpPr>
        <p:grpSpPr>
          <a:xfrm>
            <a:off x="10527611" y="3794184"/>
            <a:ext cx="6523839" cy="3821041"/>
            <a:chOff x="-10752" y="0"/>
            <a:chExt cx="8698452" cy="5094722"/>
          </a:xfrm>
        </p:grpSpPr>
        <p:sp>
          <p:nvSpPr>
            <p:cNvPr id="1967" name="Google Shape;1967;p77"/>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1968" name="Google Shape;1968;p77"/>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1969" name="Google Shape;1969;p77"/>
          <p:cNvGrpSpPr/>
          <p:nvPr/>
        </p:nvGrpSpPr>
        <p:grpSpPr>
          <a:xfrm>
            <a:off x="1471717" y="1424844"/>
            <a:ext cx="7329469" cy="7353369"/>
            <a:chOff x="7180405" y="1899791"/>
            <a:chExt cx="9772626" cy="9804492"/>
          </a:xfrm>
        </p:grpSpPr>
        <p:sp>
          <p:nvSpPr>
            <p:cNvPr id="1970" name="Google Shape;1970;p77"/>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1" name="Google Shape;1971;p77"/>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2" name="Google Shape;1972;p77"/>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3" name="Google Shape;1973;p77"/>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4" name="Google Shape;1974;p77"/>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5" name="Google Shape;1975;p77"/>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6" name="Google Shape;1976;p77"/>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7" name="Google Shape;1977;p77"/>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8" name="Google Shape;1978;p77"/>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79" name="Google Shape;1979;p77"/>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0" name="Google Shape;1980;p77"/>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1" name="Google Shape;1981;p77"/>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2" name="Google Shape;1982;p77"/>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3" name="Google Shape;1983;p77"/>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4" name="Google Shape;1984;p77"/>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5" name="Google Shape;1985;p77"/>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F4F4F4"/>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6" name="Google Shape;1986;p77"/>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7" name="Google Shape;1987;p77"/>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8" name="Google Shape;1988;p77"/>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89" name="Google Shape;1989;p77"/>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0" name="Google Shape;1990;p77"/>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1" name="Google Shape;1991;p77"/>
            <p:cNvSpPr/>
            <p:nvPr/>
          </p:nvSpPr>
          <p:spPr>
            <a:xfrm>
              <a:off x="9262788" y="7194298"/>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2" name="Google Shape;1992;p77"/>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rgbClr val="EC683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3" name="Google Shape;1993;p77"/>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94" name="Google Shape;1994;p77"/>
          <p:cNvGrpSpPr/>
          <p:nvPr/>
        </p:nvGrpSpPr>
        <p:grpSpPr>
          <a:xfrm>
            <a:off x="6383808" y="5387642"/>
            <a:ext cx="777825" cy="777825"/>
            <a:chOff x="13729859" y="7183521"/>
            <a:chExt cx="1037100" cy="1037100"/>
          </a:xfrm>
        </p:grpSpPr>
        <p:sp>
          <p:nvSpPr>
            <p:cNvPr id="1995" name="Google Shape;1995;p77"/>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6" name="Google Shape;1996;p77"/>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1997" name="Google Shape;1997;p77"/>
          <p:cNvGrpSpPr/>
          <p:nvPr/>
        </p:nvGrpSpPr>
        <p:grpSpPr>
          <a:xfrm>
            <a:off x="5391184" y="6386930"/>
            <a:ext cx="777825" cy="777825"/>
            <a:chOff x="12406361" y="8515905"/>
            <a:chExt cx="1037100" cy="1037100"/>
          </a:xfrm>
        </p:grpSpPr>
        <p:sp>
          <p:nvSpPr>
            <p:cNvPr id="1998" name="Google Shape;1998;p77"/>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1999" name="Google Shape;1999;p77"/>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00" name="Google Shape;2000;p77"/>
          <p:cNvGrpSpPr/>
          <p:nvPr/>
        </p:nvGrpSpPr>
        <p:grpSpPr>
          <a:xfrm>
            <a:off x="10509456" y="2656176"/>
            <a:ext cx="777825" cy="777825"/>
            <a:chOff x="0" y="0"/>
            <a:chExt cx="1037100" cy="1037100"/>
          </a:xfrm>
        </p:grpSpPr>
        <p:sp>
          <p:nvSpPr>
            <p:cNvPr id="2001" name="Google Shape;2001;p77"/>
            <p:cNvSpPr/>
            <p:nvPr/>
          </p:nvSpPr>
          <p:spPr>
            <a:xfrm>
              <a:off x="0" y="0"/>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002" name="Google Shape;2002;p77"/>
            <p:cNvSpPr/>
            <p:nvPr/>
          </p:nvSpPr>
          <p:spPr>
            <a:xfrm>
              <a:off x="331415" y="321119"/>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grpSp>
        <p:nvGrpSpPr>
          <p:cNvPr id="2007" name="Google Shape;2007;p78"/>
          <p:cNvGrpSpPr/>
          <p:nvPr/>
        </p:nvGrpSpPr>
        <p:grpSpPr>
          <a:xfrm>
            <a:off x="10527611" y="3794184"/>
            <a:ext cx="6523839" cy="3821041"/>
            <a:chOff x="-10752" y="0"/>
            <a:chExt cx="8698452" cy="5094722"/>
          </a:xfrm>
        </p:grpSpPr>
        <p:sp>
          <p:nvSpPr>
            <p:cNvPr id="2008" name="Google Shape;2008;p78"/>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2009" name="Google Shape;2009;p78"/>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2010" name="Google Shape;2010;p78"/>
          <p:cNvGrpSpPr/>
          <p:nvPr/>
        </p:nvGrpSpPr>
        <p:grpSpPr>
          <a:xfrm>
            <a:off x="1471717" y="1424844"/>
            <a:ext cx="7329469" cy="7353369"/>
            <a:chOff x="7180405" y="1899791"/>
            <a:chExt cx="9772626" cy="9804492"/>
          </a:xfrm>
        </p:grpSpPr>
        <p:sp>
          <p:nvSpPr>
            <p:cNvPr id="2011" name="Google Shape;2011;p78"/>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2" name="Google Shape;2012;p78"/>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3" name="Google Shape;2013;p78"/>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4" name="Google Shape;2014;p78"/>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5" name="Google Shape;2015;p78"/>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6" name="Google Shape;2016;p78"/>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7" name="Google Shape;2017;p78"/>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8" name="Google Shape;2018;p78"/>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19" name="Google Shape;2019;p78"/>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0" name="Google Shape;2020;p78"/>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1" name="Google Shape;2021;p78"/>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2" name="Google Shape;2022;p78"/>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3" name="Google Shape;2023;p78"/>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4" name="Google Shape;2024;p78"/>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5" name="Google Shape;2025;p78"/>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6" name="Google Shape;2026;p78"/>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F4F4F4"/>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7" name="Google Shape;2027;p78"/>
            <p:cNvSpPr/>
            <p:nvPr/>
          </p:nvSpPr>
          <p:spPr>
            <a:xfrm>
              <a:off x="10663241" y="4068086"/>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8" name="Google Shape;2028;p78"/>
            <p:cNvSpPr/>
            <p:nvPr/>
          </p:nvSpPr>
          <p:spPr>
            <a:xfrm>
              <a:off x="9262788" y="5383256"/>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29" name="Google Shape;2029;p78"/>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rgbClr val="217BEE"/>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0" name="Google Shape;2030;p78"/>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1" name="Google Shape;2031;p78"/>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2" name="Google Shape;2032;p78"/>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3" name="Google Shape;2033;p78"/>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4" name="Google Shape;2034;p78"/>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35" name="Google Shape;2035;p78"/>
          <p:cNvGrpSpPr/>
          <p:nvPr/>
        </p:nvGrpSpPr>
        <p:grpSpPr>
          <a:xfrm>
            <a:off x="6383808" y="5387642"/>
            <a:ext cx="777825" cy="777825"/>
            <a:chOff x="13729859" y="7183521"/>
            <a:chExt cx="1037100" cy="1037100"/>
          </a:xfrm>
        </p:grpSpPr>
        <p:sp>
          <p:nvSpPr>
            <p:cNvPr id="2036" name="Google Shape;2036;p78"/>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37" name="Google Shape;2037;p78"/>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38" name="Google Shape;2038;p78"/>
          <p:cNvGrpSpPr/>
          <p:nvPr/>
        </p:nvGrpSpPr>
        <p:grpSpPr>
          <a:xfrm>
            <a:off x="5391184" y="6386930"/>
            <a:ext cx="777825" cy="777825"/>
            <a:chOff x="12406361" y="8515905"/>
            <a:chExt cx="1037100" cy="1037100"/>
          </a:xfrm>
        </p:grpSpPr>
        <p:sp>
          <p:nvSpPr>
            <p:cNvPr id="2039" name="Google Shape;2039;p78"/>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40" name="Google Shape;2040;p78"/>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41" name="Google Shape;2041;p78"/>
          <p:cNvGrpSpPr/>
          <p:nvPr/>
        </p:nvGrpSpPr>
        <p:grpSpPr>
          <a:xfrm>
            <a:off x="10509456" y="2656176"/>
            <a:ext cx="777825" cy="777825"/>
            <a:chOff x="0" y="0"/>
            <a:chExt cx="1037100" cy="1037100"/>
          </a:xfrm>
        </p:grpSpPr>
        <p:sp>
          <p:nvSpPr>
            <p:cNvPr id="2042" name="Google Shape;2042;p78"/>
            <p:cNvSpPr/>
            <p:nvPr/>
          </p:nvSpPr>
          <p:spPr>
            <a:xfrm>
              <a:off x="0" y="0"/>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043" name="Google Shape;2043;p78"/>
            <p:cNvSpPr/>
            <p:nvPr/>
          </p:nvSpPr>
          <p:spPr>
            <a:xfrm>
              <a:off x="387681" y="349980"/>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grpSp>
        <p:nvGrpSpPr>
          <p:cNvPr id="2048" name="Google Shape;2048;p79"/>
          <p:cNvGrpSpPr/>
          <p:nvPr/>
        </p:nvGrpSpPr>
        <p:grpSpPr>
          <a:xfrm>
            <a:off x="10527611" y="3794184"/>
            <a:ext cx="6523839" cy="3821041"/>
            <a:chOff x="-10752" y="0"/>
            <a:chExt cx="8698452" cy="5094722"/>
          </a:xfrm>
        </p:grpSpPr>
        <p:sp>
          <p:nvSpPr>
            <p:cNvPr id="2049" name="Google Shape;2049;p79"/>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000000"/>
                </a:solidFill>
                <a:latin typeface="Instrument Sans"/>
                <a:ea typeface="Instrument Sans"/>
                <a:cs typeface="Instrument Sans"/>
                <a:sym typeface="Instrument Sans"/>
              </a:endParaRPr>
            </a:p>
          </p:txBody>
        </p:sp>
        <p:sp>
          <p:nvSpPr>
            <p:cNvPr id="2050" name="Google Shape;2050;p79"/>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grpSp>
        <p:nvGrpSpPr>
          <p:cNvPr id="2051" name="Google Shape;2051;p79"/>
          <p:cNvGrpSpPr/>
          <p:nvPr/>
        </p:nvGrpSpPr>
        <p:grpSpPr>
          <a:xfrm>
            <a:off x="1471717" y="1424844"/>
            <a:ext cx="7329469" cy="7353369"/>
            <a:chOff x="7180405" y="1899791"/>
            <a:chExt cx="9772626" cy="9804492"/>
          </a:xfrm>
        </p:grpSpPr>
        <p:sp>
          <p:nvSpPr>
            <p:cNvPr id="2052" name="Google Shape;2052;p79"/>
            <p:cNvSpPr/>
            <p:nvPr/>
          </p:nvSpPr>
          <p:spPr>
            <a:xfrm>
              <a:off x="12061645" y="2966701"/>
              <a:ext cx="2732778" cy="3863124"/>
            </a:xfrm>
            <a:custGeom>
              <a:rect b="b" l="l" r="r" t="t"/>
              <a:pathLst>
                <a:path extrusionOk="0" h="21582" w="21600">
                  <a:moveTo>
                    <a:pt x="47" y="0"/>
                  </a:moveTo>
                  <a:lnTo>
                    <a:pt x="0" y="21582"/>
                  </a:lnTo>
                  <a:lnTo>
                    <a:pt x="21600" y="6312"/>
                  </a:lnTo>
                  <a:cubicBezTo>
                    <a:pt x="18649" y="4198"/>
                    <a:pt x="15102" y="2546"/>
                    <a:pt x="11190" y="1461"/>
                  </a:cubicBezTo>
                  <a:cubicBezTo>
                    <a:pt x="7641" y="478"/>
                    <a:pt x="3859" y="-18"/>
                    <a:pt x="47" y="0"/>
                  </a:cubicBez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3" name="Google Shape;2053;p79"/>
            <p:cNvSpPr/>
            <p:nvPr/>
          </p:nvSpPr>
          <p:spPr>
            <a:xfrm>
              <a:off x="12077182" y="4082380"/>
              <a:ext cx="3837834" cy="2729052"/>
            </a:xfrm>
            <a:custGeom>
              <a:rect b="b" l="l" r="r" t="t"/>
              <a:pathLst>
                <a:path extrusionOk="0" h="21600" w="21600">
                  <a:moveTo>
                    <a:pt x="0" y="21563"/>
                  </a:moveTo>
                  <a:lnTo>
                    <a:pt x="15240" y="0"/>
                  </a:lnTo>
                  <a:cubicBezTo>
                    <a:pt x="17214" y="2786"/>
                    <a:pt x="18790" y="6080"/>
                    <a:pt x="19879" y="9703"/>
                  </a:cubicBezTo>
                  <a:cubicBezTo>
                    <a:pt x="21011" y="13468"/>
                    <a:pt x="21596" y="17513"/>
                    <a:pt x="21600" y="21600"/>
                  </a:cubicBezTo>
                  <a:lnTo>
                    <a:pt x="0" y="2156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4" name="Google Shape;2054;p79"/>
            <p:cNvSpPr/>
            <p:nvPr/>
          </p:nvSpPr>
          <p:spPr>
            <a:xfrm>
              <a:off x="12079786" y="6805166"/>
              <a:ext cx="3836977" cy="2726082"/>
            </a:xfrm>
            <a:custGeom>
              <a:rect b="b" l="l" r="r" t="t"/>
              <a:pathLst>
                <a:path extrusionOk="0" h="21600" w="21597">
                  <a:moveTo>
                    <a:pt x="0" y="0"/>
                  </a:moveTo>
                  <a:lnTo>
                    <a:pt x="21597" y="0"/>
                  </a:lnTo>
                  <a:cubicBezTo>
                    <a:pt x="21600" y="3872"/>
                    <a:pt x="21078" y="7709"/>
                    <a:pt x="20060" y="11306"/>
                  </a:cubicBezTo>
                  <a:cubicBezTo>
                    <a:pt x="18967" y="15164"/>
                    <a:pt x="17325" y="18668"/>
                    <a:pt x="15235" y="21600"/>
                  </a:cubicBez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5" name="Google Shape;2055;p79"/>
            <p:cNvSpPr/>
            <p:nvPr/>
          </p:nvSpPr>
          <p:spPr>
            <a:xfrm>
              <a:off x="12073221" y="6790605"/>
              <a:ext cx="2727972" cy="3860194"/>
            </a:xfrm>
            <a:custGeom>
              <a:rect b="b" l="l" r="r" t="t"/>
              <a:pathLst>
                <a:path extrusionOk="0" h="21597" w="21600">
                  <a:moveTo>
                    <a:pt x="9" y="0"/>
                  </a:moveTo>
                  <a:lnTo>
                    <a:pt x="21600" y="15278"/>
                  </a:lnTo>
                  <a:cubicBezTo>
                    <a:pt x="18702" y="17329"/>
                    <a:pt x="15248" y="18945"/>
                    <a:pt x="11445" y="20030"/>
                  </a:cubicBezTo>
                  <a:cubicBezTo>
                    <a:pt x="7809" y="21068"/>
                    <a:pt x="3922" y="21600"/>
                    <a:pt x="0" y="21597"/>
                  </a:cubicBezTo>
                  <a:lnTo>
                    <a:pt x="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6" name="Google Shape;2056;p79"/>
            <p:cNvSpPr/>
            <p:nvPr/>
          </p:nvSpPr>
          <p:spPr>
            <a:xfrm>
              <a:off x="9360225" y="6798063"/>
              <a:ext cx="2723004" cy="3850996"/>
            </a:xfrm>
            <a:custGeom>
              <a:rect b="b" l="l" r="r" t="t"/>
              <a:pathLst>
                <a:path extrusionOk="0" h="21573" w="21600">
                  <a:moveTo>
                    <a:pt x="21555" y="0"/>
                  </a:moveTo>
                  <a:lnTo>
                    <a:pt x="0" y="15282"/>
                  </a:lnTo>
                  <a:cubicBezTo>
                    <a:pt x="2776" y="17268"/>
                    <a:pt x="6082" y="18847"/>
                    <a:pt x="9727" y="19927"/>
                  </a:cubicBezTo>
                  <a:cubicBezTo>
                    <a:pt x="13485" y="21040"/>
                    <a:pt x="17525" y="21600"/>
                    <a:pt x="21600" y="21572"/>
                  </a:cubicBezTo>
                  <a:lnTo>
                    <a:pt x="2155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7" name="Google Shape;2057;p79"/>
            <p:cNvSpPr/>
            <p:nvPr/>
          </p:nvSpPr>
          <p:spPr>
            <a:xfrm>
              <a:off x="8224466" y="6806009"/>
              <a:ext cx="3849660" cy="2735910"/>
            </a:xfrm>
            <a:custGeom>
              <a:rect b="b" l="l" r="r" t="t"/>
              <a:pathLst>
                <a:path extrusionOk="0" h="21600" w="21600">
                  <a:moveTo>
                    <a:pt x="21600" y="0"/>
                  </a:moveTo>
                  <a:lnTo>
                    <a:pt x="0" y="0"/>
                  </a:lnTo>
                  <a:cubicBezTo>
                    <a:pt x="14" y="3821"/>
                    <a:pt x="535" y="7605"/>
                    <a:pt x="1534" y="11159"/>
                  </a:cubicBezTo>
                  <a:cubicBezTo>
                    <a:pt x="2634" y="15071"/>
                    <a:pt x="4292" y="18624"/>
                    <a:pt x="6405" y="21600"/>
                  </a:cubicBez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8" name="Google Shape;2058;p79"/>
            <p:cNvSpPr/>
            <p:nvPr/>
          </p:nvSpPr>
          <p:spPr>
            <a:xfrm>
              <a:off x="9358770" y="2967050"/>
              <a:ext cx="2721060" cy="3855442"/>
            </a:xfrm>
            <a:custGeom>
              <a:rect b="b" l="l" r="r" t="t"/>
              <a:pathLst>
                <a:path extrusionOk="0" h="21568" w="21600">
                  <a:moveTo>
                    <a:pt x="21596" y="1"/>
                  </a:moveTo>
                  <a:lnTo>
                    <a:pt x="21600" y="21568"/>
                  </a:lnTo>
                  <a:lnTo>
                    <a:pt x="0" y="6215"/>
                  </a:lnTo>
                  <a:cubicBezTo>
                    <a:pt x="2899" y="4164"/>
                    <a:pt x="6366" y="2555"/>
                    <a:pt x="10184" y="1488"/>
                  </a:cubicBezTo>
                  <a:cubicBezTo>
                    <a:pt x="13814" y="473"/>
                    <a:pt x="17691" y="-32"/>
                    <a:pt x="21596" y="1"/>
                  </a:cubicBez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59" name="Google Shape;2059;p79"/>
            <p:cNvSpPr/>
            <p:nvPr/>
          </p:nvSpPr>
          <p:spPr>
            <a:xfrm>
              <a:off x="8226455" y="4074938"/>
              <a:ext cx="3854707" cy="2751300"/>
            </a:xfrm>
            <a:custGeom>
              <a:rect b="b" l="l" r="r" t="t"/>
              <a:pathLst>
                <a:path extrusionOk="0" h="21600" w="21582">
                  <a:moveTo>
                    <a:pt x="21582" y="21493"/>
                  </a:moveTo>
                  <a:lnTo>
                    <a:pt x="6358" y="0"/>
                  </a:lnTo>
                  <a:cubicBezTo>
                    <a:pt x="4374" y="2760"/>
                    <a:pt x="2793" y="6037"/>
                    <a:pt x="1703" y="9646"/>
                  </a:cubicBezTo>
                  <a:cubicBezTo>
                    <a:pt x="561" y="13426"/>
                    <a:pt x="-18" y="17494"/>
                    <a:pt x="0" y="21600"/>
                  </a:cubicBezTo>
                  <a:lnTo>
                    <a:pt x="21582" y="2149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0" name="Google Shape;2060;p79"/>
            <p:cNvSpPr/>
            <p:nvPr/>
          </p:nvSpPr>
          <p:spPr>
            <a:xfrm>
              <a:off x="15638077" y="3456582"/>
              <a:ext cx="1314954" cy="3069144"/>
            </a:xfrm>
            <a:custGeom>
              <a:rect b="b" l="l" r="r" t="t"/>
              <a:pathLst>
                <a:path extrusionOk="0" h="21600" w="21600">
                  <a:moveTo>
                    <a:pt x="0" y="0"/>
                  </a:moveTo>
                  <a:cubicBezTo>
                    <a:pt x="6208" y="2831"/>
                    <a:pt x="11249" y="6093"/>
                    <a:pt x="14908" y="9646"/>
                  </a:cubicBezTo>
                  <a:cubicBezTo>
                    <a:pt x="18799" y="13426"/>
                    <a:pt x="21066" y="17475"/>
                    <a:pt x="21600" y="21600"/>
                  </a:cubicBezTo>
                </a:path>
              </a:pathLst>
            </a:custGeom>
            <a:noFill/>
            <a:ln cap="flat" cmpd="sng" w="127000">
              <a:solidFill>
                <a:srgbClr val="EC683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1" name="Google Shape;2061;p79"/>
            <p:cNvSpPr/>
            <p:nvPr/>
          </p:nvSpPr>
          <p:spPr>
            <a:xfrm>
              <a:off x="15777314" y="7186017"/>
              <a:ext cx="1175526" cy="2801790"/>
            </a:xfrm>
            <a:custGeom>
              <a:rect b="b" l="l" r="r" t="t"/>
              <a:pathLst>
                <a:path extrusionOk="0" h="21600" w="21600">
                  <a:moveTo>
                    <a:pt x="21600" y="0"/>
                  </a:moveTo>
                  <a:cubicBezTo>
                    <a:pt x="20883" y="3816"/>
                    <a:pt x="18774" y="7563"/>
                    <a:pt x="15346" y="11111"/>
                  </a:cubicBezTo>
                  <a:cubicBezTo>
                    <a:pt x="11646" y="14939"/>
                    <a:pt x="6461" y="18483"/>
                    <a:pt x="0" y="21600"/>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2" name="Google Shape;2062;p79"/>
            <p:cNvSpPr/>
            <p:nvPr/>
          </p:nvSpPr>
          <p:spPr>
            <a:xfrm>
              <a:off x="7180405" y="7150629"/>
              <a:ext cx="7910730" cy="4553654"/>
            </a:xfrm>
            <a:custGeom>
              <a:rect b="b" l="l" r="r" t="t"/>
              <a:pathLst>
                <a:path extrusionOk="0" h="20171" w="21600">
                  <a:moveTo>
                    <a:pt x="21600" y="15566"/>
                  </a:moveTo>
                  <a:cubicBezTo>
                    <a:pt x="17594" y="20636"/>
                    <a:pt x="12167" y="21600"/>
                    <a:pt x="7580" y="18056"/>
                  </a:cubicBezTo>
                  <a:cubicBezTo>
                    <a:pt x="3230" y="14696"/>
                    <a:pt x="334" y="7796"/>
                    <a:pt x="0" y="0"/>
                  </a:cubicBezTo>
                </a:path>
              </a:pathLst>
            </a:custGeom>
            <a:noFill/>
            <a:ln cap="flat" cmpd="sng" w="127000">
              <a:solidFill>
                <a:srgbClr val="D13B5F"/>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3" name="Google Shape;2063;p79"/>
            <p:cNvSpPr/>
            <p:nvPr/>
          </p:nvSpPr>
          <p:spPr>
            <a:xfrm>
              <a:off x="7240730" y="1899791"/>
              <a:ext cx="7566480" cy="4141530"/>
            </a:xfrm>
            <a:custGeom>
              <a:rect b="b" l="l" r="r" t="t"/>
              <a:pathLst>
                <a:path extrusionOk="0" h="20354" w="21600">
                  <a:moveTo>
                    <a:pt x="0" y="20354"/>
                  </a:moveTo>
                  <a:cubicBezTo>
                    <a:pt x="760" y="12006"/>
                    <a:pt x="4004" y="4954"/>
                    <a:pt x="8550" y="1770"/>
                  </a:cubicBezTo>
                  <a:cubicBezTo>
                    <a:pt x="12854" y="-1246"/>
                    <a:pt x="17749" y="-369"/>
                    <a:pt x="21600" y="4108"/>
                  </a:cubicBezTo>
                </a:path>
              </a:pathLst>
            </a:custGeom>
            <a:noFill/>
            <a:ln cap="flat" cmpd="sng" w="127000">
              <a:solidFill>
                <a:srgbClr val="217BEE"/>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4" name="Google Shape;2064;p79"/>
            <p:cNvSpPr/>
            <p:nvPr/>
          </p:nvSpPr>
          <p:spPr>
            <a:xfrm>
              <a:off x="12410075" y="4068086"/>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5" name="Google Shape;2065;p79"/>
            <p:cNvSpPr/>
            <p:nvPr/>
          </p:nvSpPr>
          <p:spPr>
            <a:xfrm>
              <a:off x="12812572" y="4386591"/>
              <a:ext cx="257510" cy="374693"/>
            </a:xfrm>
            <a:custGeom>
              <a:rect b="b" l="l" r="r" t="t"/>
              <a:pathLst>
                <a:path extrusionOk="0" h="20883" w="19676">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6" name="Google Shape;2066;p79"/>
            <p:cNvSpPr/>
            <p:nvPr/>
          </p:nvSpPr>
          <p:spPr>
            <a:xfrm>
              <a:off x="10663241" y="8456863"/>
              <a:ext cx="1037100" cy="10371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7" name="Google Shape;2067;p79"/>
            <p:cNvSpPr/>
            <p:nvPr/>
          </p:nvSpPr>
          <p:spPr>
            <a:xfrm>
              <a:off x="11006749" y="8768620"/>
              <a:ext cx="350082" cy="350082"/>
            </a:xfrm>
            <a:custGeom>
              <a:rect b="b" l="l" r="r" t="t"/>
              <a:pathLst>
                <a:path extrusionOk="0" h="21600" w="2160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4"/>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rgbClr val="F4F4F4"/>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8" name="Google Shape;2068;p79"/>
            <p:cNvSpPr/>
            <p:nvPr/>
          </p:nvSpPr>
          <p:spPr>
            <a:xfrm>
              <a:off x="10663241" y="4068086"/>
              <a:ext cx="1037100" cy="1037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69" name="Google Shape;2069;p79"/>
            <p:cNvSpPr/>
            <p:nvPr/>
          </p:nvSpPr>
          <p:spPr>
            <a:xfrm>
              <a:off x="9262788" y="5383256"/>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0" name="Google Shape;2070;p79"/>
            <p:cNvSpPr/>
            <p:nvPr/>
          </p:nvSpPr>
          <p:spPr>
            <a:xfrm>
              <a:off x="9650469" y="5733237"/>
              <a:ext cx="362554" cy="362554"/>
            </a:xfrm>
            <a:custGeom>
              <a:rect b="b" l="l" r="r" t="t"/>
              <a:pathLst>
                <a:path extrusionOk="0" h="20394" w="20394">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1" name="Google Shape;2071;p79"/>
            <p:cNvSpPr/>
            <p:nvPr/>
          </p:nvSpPr>
          <p:spPr>
            <a:xfrm>
              <a:off x="13729859" y="5386672"/>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2" name="Google Shape;2072;p79"/>
            <p:cNvSpPr/>
            <p:nvPr/>
          </p:nvSpPr>
          <p:spPr>
            <a:xfrm>
              <a:off x="14012850" y="5668526"/>
              <a:ext cx="491215" cy="435304"/>
            </a:xfrm>
            <a:custGeom>
              <a:rect b="b" l="l" r="r" t="t"/>
              <a:pathLst>
                <a:path extrusionOk="0" h="21404" w="21599">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2" y="12994"/>
                    <a:pt x="21599" y="13325"/>
                    <a:pt x="21598" y="13724"/>
                  </a:cubicBezTo>
                  <a:lnTo>
                    <a:pt x="21598" y="15989"/>
                  </a:lnTo>
                  <a:cubicBezTo>
                    <a:pt x="21599" y="16388"/>
                    <a:pt x="21322"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19"/>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3" name="Google Shape;2073;p79"/>
            <p:cNvSpPr/>
            <p:nvPr/>
          </p:nvSpPr>
          <p:spPr>
            <a:xfrm>
              <a:off x="9262788" y="7194298"/>
              <a:ext cx="1037100" cy="10371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4" name="Google Shape;2074;p79"/>
            <p:cNvSpPr/>
            <p:nvPr/>
          </p:nvSpPr>
          <p:spPr>
            <a:xfrm>
              <a:off x="9594203" y="7515418"/>
              <a:ext cx="374280" cy="356784"/>
            </a:xfrm>
            <a:custGeom>
              <a:rect b="b" l="l" r="r" t="t"/>
              <a:pathLst>
                <a:path extrusionOk="0" h="21493" w="21498">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5" name="Google Shape;2075;p79"/>
            <p:cNvSpPr/>
            <p:nvPr/>
          </p:nvSpPr>
          <p:spPr>
            <a:xfrm>
              <a:off x="10996559" y="4395053"/>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rgbClr val="100D25"/>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76" name="Google Shape;2076;p79"/>
          <p:cNvGrpSpPr/>
          <p:nvPr/>
        </p:nvGrpSpPr>
        <p:grpSpPr>
          <a:xfrm>
            <a:off x="6383808" y="5387642"/>
            <a:ext cx="777825" cy="777825"/>
            <a:chOff x="13729859" y="7183521"/>
            <a:chExt cx="1037100" cy="1037100"/>
          </a:xfrm>
        </p:grpSpPr>
        <p:sp>
          <p:nvSpPr>
            <p:cNvPr id="2077" name="Google Shape;2077;p79"/>
            <p:cNvSpPr/>
            <p:nvPr/>
          </p:nvSpPr>
          <p:spPr>
            <a:xfrm>
              <a:off x="13729859" y="7183521"/>
              <a:ext cx="1037100" cy="10371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78" name="Google Shape;2078;p79"/>
            <p:cNvSpPr/>
            <p:nvPr/>
          </p:nvSpPr>
          <p:spPr>
            <a:xfrm>
              <a:off x="14068470" y="7522133"/>
              <a:ext cx="359856" cy="359856"/>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79" name="Google Shape;2079;p79"/>
          <p:cNvGrpSpPr/>
          <p:nvPr/>
        </p:nvGrpSpPr>
        <p:grpSpPr>
          <a:xfrm>
            <a:off x="5391184" y="6386930"/>
            <a:ext cx="777825" cy="777825"/>
            <a:chOff x="12406361" y="8515905"/>
            <a:chExt cx="1037100" cy="1037100"/>
          </a:xfrm>
        </p:grpSpPr>
        <p:sp>
          <p:nvSpPr>
            <p:cNvPr id="2080" name="Google Shape;2080;p79"/>
            <p:cNvSpPr/>
            <p:nvPr/>
          </p:nvSpPr>
          <p:spPr>
            <a:xfrm>
              <a:off x="12406361" y="8515905"/>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081" name="Google Shape;2081;p79"/>
            <p:cNvSpPr/>
            <p:nvPr/>
          </p:nvSpPr>
          <p:spPr>
            <a:xfrm>
              <a:off x="12782558" y="8808629"/>
              <a:ext cx="314368" cy="386893"/>
            </a:xfrm>
            <a:custGeom>
              <a:rect b="b" l="l" r="r" t="t"/>
              <a:pathLst>
                <a:path extrusionOk="0" h="21500" w="20923">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grpSp>
      <p:grpSp>
        <p:nvGrpSpPr>
          <p:cNvPr id="2082" name="Google Shape;2082;p79"/>
          <p:cNvGrpSpPr/>
          <p:nvPr/>
        </p:nvGrpSpPr>
        <p:grpSpPr>
          <a:xfrm>
            <a:off x="10509456" y="2656176"/>
            <a:ext cx="777825" cy="777825"/>
            <a:chOff x="14012608" y="3541568"/>
            <a:chExt cx="1037100" cy="1037100"/>
          </a:xfrm>
        </p:grpSpPr>
        <p:sp>
          <p:nvSpPr>
            <p:cNvPr id="2083" name="Google Shape;2083;p79"/>
            <p:cNvSpPr/>
            <p:nvPr/>
          </p:nvSpPr>
          <p:spPr>
            <a:xfrm>
              <a:off x="14012608" y="3541568"/>
              <a:ext cx="1037100" cy="10371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084" name="Google Shape;2084;p79"/>
            <p:cNvSpPr/>
            <p:nvPr/>
          </p:nvSpPr>
          <p:spPr>
            <a:xfrm>
              <a:off x="14345925" y="3868535"/>
              <a:ext cx="383184" cy="383184"/>
            </a:xfrm>
            <a:custGeom>
              <a:rect b="b" l="l" r="r" t="t"/>
              <a:pathLst>
                <a:path extrusionOk="0" h="21600" w="2160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9"/>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9"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9"/>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4" y="10445"/>
                    <a:pt x="15609" y="12686"/>
                    <a:pt x="14144" y="14141"/>
                  </a:cubicBezTo>
                  <a:cubicBezTo>
                    <a:pt x="13935" y="14350"/>
                    <a:pt x="13706" y="14539"/>
                    <a:pt x="13462" y="14706"/>
                  </a:cubicBezTo>
                  <a:cubicBezTo>
                    <a:pt x="13154" y="14916"/>
                    <a:pt x="13075" y="15336"/>
                    <a:pt x="13285" y="15644"/>
                  </a:cubicBezTo>
                  <a:cubicBezTo>
                    <a:pt x="13496" y="15952"/>
                    <a:pt x="13916" y="16031"/>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rgbClr val="F3F3F3"/>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8" name="Shape 2088"/>
        <p:cNvGrpSpPr/>
        <p:nvPr/>
      </p:nvGrpSpPr>
      <p:grpSpPr>
        <a:xfrm>
          <a:off x="0" y="0"/>
          <a:ext cx="0" cy="0"/>
          <a:chOff x="0" y="0"/>
          <a:chExt cx="0" cy="0"/>
        </a:xfrm>
      </p:grpSpPr>
      <p:sp>
        <p:nvSpPr>
          <p:cNvPr id="2089" name="Google Shape;2089;p80"/>
          <p:cNvSpPr/>
          <p:nvPr/>
        </p:nvSpPr>
        <p:spPr>
          <a:xfrm>
            <a:off x="2543757" y="3484209"/>
            <a:ext cx="13359600" cy="103800"/>
          </a:xfrm>
          <a:prstGeom prst="roundRect">
            <a:avLst>
              <a:gd fmla="val 50000" name="adj"/>
            </a:avLst>
          </a:prstGeom>
          <a:solidFill>
            <a:srgbClr val="EFEF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090" name="Google Shape;2090;p80"/>
          <p:cNvSpPr/>
          <p:nvPr/>
        </p:nvSpPr>
        <p:spPr>
          <a:xfrm>
            <a:off x="2543756" y="3483848"/>
            <a:ext cx="8088000" cy="105000"/>
          </a:xfrm>
          <a:prstGeom prst="roundRect">
            <a:avLst>
              <a:gd fmla="val 0" name="adj"/>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091" name="Google Shape;2091;p80"/>
          <p:cNvSpPr txBox="1"/>
          <p:nvPr/>
        </p:nvSpPr>
        <p:spPr>
          <a:xfrm>
            <a:off x="2191001" y="2670950"/>
            <a:ext cx="8088000" cy="361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545453"/>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Project name: </a:t>
            </a: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110841"/>
              </a:solidFill>
              <a:latin typeface="Instrument Sans"/>
              <a:ea typeface="Instrument Sans"/>
              <a:cs typeface="Instrument Sans"/>
              <a:sym typeface="Instrument Sans"/>
            </a:endParaRPr>
          </a:p>
        </p:txBody>
      </p:sp>
      <p:grpSp>
        <p:nvGrpSpPr>
          <p:cNvPr id="2092" name="Google Shape;2092;p80"/>
          <p:cNvGrpSpPr/>
          <p:nvPr/>
        </p:nvGrpSpPr>
        <p:grpSpPr>
          <a:xfrm>
            <a:off x="2543783" y="7540851"/>
            <a:ext cx="2653992" cy="1393591"/>
            <a:chOff x="0" y="-1"/>
            <a:chExt cx="3538656" cy="1858121"/>
          </a:xfrm>
        </p:grpSpPr>
        <p:sp>
          <p:nvSpPr>
            <p:cNvPr id="2093" name="Google Shape;2093;p80"/>
            <p:cNvSpPr/>
            <p:nvPr/>
          </p:nvSpPr>
          <p:spPr>
            <a:xfrm>
              <a:off x="0" y="-1"/>
              <a:ext cx="3538611" cy="1858121"/>
            </a:xfrm>
            <a:custGeom>
              <a:rect b="b" l="l" r="r" t="t"/>
              <a:pathLst>
                <a:path extrusionOk="0" h="21591" w="21595">
                  <a:moveTo>
                    <a:pt x="313" y="4"/>
                  </a:moveTo>
                  <a:cubicBezTo>
                    <a:pt x="255" y="-9"/>
                    <a:pt x="195" y="10"/>
                    <a:pt x="141" y="68"/>
                  </a:cubicBezTo>
                  <a:cubicBezTo>
                    <a:pt x="50" y="168"/>
                    <a:pt x="-5" y="357"/>
                    <a:pt x="1" y="557"/>
                  </a:cubicBezTo>
                  <a:lnTo>
                    <a:pt x="1" y="5547"/>
                  </a:lnTo>
                  <a:lnTo>
                    <a:pt x="1" y="6405"/>
                  </a:lnTo>
                  <a:lnTo>
                    <a:pt x="1" y="19230"/>
                  </a:lnTo>
                  <a:cubicBezTo>
                    <a:pt x="1" y="19914"/>
                    <a:pt x="1" y="20254"/>
                    <a:pt x="61" y="20618"/>
                  </a:cubicBezTo>
                  <a:cubicBezTo>
                    <a:pt x="137" y="21016"/>
                    <a:pt x="301" y="21331"/>
                    <a:pt x="510" y="21476"/>
                  </a:cubicBezTo>
                  <a:cubicBezTo>
                    <a:pt x="700" y="21591"/>
                    <a:pt x="880" y="21591"/>
                    <a:pt x="1234" y="21591"/>
                  </a:cubicBezTo>
                  <a:lnTo>
                    <a:pt x="20355" y="21591"/>
                  </a:lnTo>
                  <a:cubicBezTo>
                    <a:pt x="20714" y="21591"/>
                    <a:pt x="20893" y="21591"/>
                    <a:pt x="21084" y="21476"/>
                  </a:cubicBezTo>
                  <a:cubicBezTo>
                    <a:pt x="21293" y="21331"/>
                    <a:pt x="21458" y="21016"/>
                    <a:pt x="21534" y="20618"/>
                  </a:cubicBezTo>
                  <a:cubicBezTo>
                    <a:pt x="21595" y="20254"/>
                    <a:pt x="21595" y="19913"/>
                    <a:pt x="21595" y="19239"/>
                  </a:cubicBezTo>
                  <a:lnTo>
                    <a:pt x="21595" y="5561"/>
                  </a:lnTo>
                  <a:cubicBezTo>
                    <a:pt x="21595" y="4876"/>
                    <a:pt x="21595" y="4532"/>
                    <a:pt x="21534" y="4168"/>
                  </a:cubicBezTo>
                  <a:cubicBezTo>
                    <a:pt x="21458" y="3770"/>
                    <a:pt x="21293" y="3460"/>
                    <a:pt x="21084" y="3315"/>
                  </a:cubicBezTo>
                  <a:cubicBezTo>
                    <a:pt x="20893" y="3200"/>
                    <a:pt x="20714" y="3200"/>
                    <a:pt x="20360" y="3200"/>
                  </a:cubicBezTo>
                  <a:lnTo>
                    <a:pt x="2077" y="3200"/>
                  </a:lnTo>
                  <a:lnTo>
                    <a:pt x="471" y="142"/>
                  </a:lnTo>
                  <a:cubicBezTo>
                    <a:pt x="426" y="63"/>
                    <a:pt x="371" y="17"/>
                    <a:pt x="313" y="4"/>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Instrument Sans"/>
                <a:ea typeface="Instrument Sans"/>
                <a:cs typeface="Instrument Sans"/>
                <a:sym typeface="Instrument Sans"/>
              </a:endParaRPr>
            </a:p>
          </p:txBody>
        </p:sp>
        <p:sp>
          <p:nvSpPr>
            <p:cNvPr id="2094" name="Google Shape;2094;p80"/>
            <p:cNvSpPr txBox="1"/>
            <p:nvPr/>
          </p:nvSpPr>
          <p:spPr>
            <a:xfrm>
              <a:off x="272856" y="610854"/>
              <a:ext cx="3265800" cy="828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grpSp>
      <p:grpSp>
        <p:nvGrpSpPr>
          <p:cNvPr id="2095" name="Google Shape;2095;p80"/>
          <p:cNvGrpSpPr/>
          <p:nvPr/>
        </p:nvGrpSpPr>
        <p:grpSpPr>
          <a:xfrm>
            <a:off x="5853205" y="7540851"/>
            <a:ext cx="2653992" cy="1393591"/>
            <a:chOff x="0" y="-1"/>
            <a:chExt cx="3538656" cy="1858121"/>
          </a:xfrm>
        </p:grpSpPr>
        <p:sp>
          <p:nvSpPr>
            <p:cNvPr id="2096" name="Google Shape;2096;p80"/>
            <p:cNvSpPr/>
            <p:nvPr/>
          </p:nvSpPr>
          <p:spPr>
            <a:xfrm>
              <a:off x="0" y="-1"/>
              <a:ext cx="3538611" cy="1858121"/>
            </a:xfrm>
            <a:custGeom>
              <a:rect b="b" l="l" r="r" t="t"/>
              <a:pathLst>
                <a:path extrusionOk="0" h="21591" w="21595">
                  <a:moveTo>
                    <a:pt x="313" y="4"/>
                  </a:moveTo>
                  <a:cubicBezTo>
                    <a:pt x="255" y="-9"/>
                    <a:pt x="195" y="10"/>
                    <a:pt x="141" y="68"/>
                  </a:cubicBezTo>
                  <a:cubicBezTo>
                    <a:pt x="50" y="168"/>
                    <a:pt x="-5" y="357"/>
                    <a:pt x="1" y="557"/>
                  </a:cubicBezTo>
                  <a:lnTo>
                    <a:pt x="1" y="5547"/>
                  </a:lnTo>
                  <a:lnTo>
                    <a:pt x="1" y="6405"/>
                  </a:lnTo>
                  <a:lnTo>
                    <a:pt x="1" y="19230"/>
                  </a:lnTo>
                  <a:cubicBezTo>
                    <a:pt x="1" y="19914"/>
                    <a:pt x="1" y="20254"/>
                    <a:pt x="61" y="20618"/>
                  </a:cubicBezTo>
                  <a:cubicBezTo>
                    <a:pt x="137" y="21016"/>
                    <a:pt x="301" y="21331"/>
                    <a:pt x="510" y="21476"/>
                  </a:cubicBezTo>
                  <a:cubicBezTo>
                    <a:pt x="700" y="21591"/>
                    <a:pt x="880" y="21591"/>
                    <a:pt x="1234" y="21591"/>
                  </a:cubicBezTo>
                  <a:lnTo>
                    <a:pt x="20355" y="21591"/>
                  </a:lnTo>
                  <a:cubicBezTo>
                    <a:pt x="20714" y="21591"/>
                    <a:pt x="20893" y="21591"/>
                    <a:pt x="21084" y="21476"/>
                  </a:cubicBezTo>
                  <a:cubicBezTo>
                    <a:pt x="21293" y="21331"/>
                    <a:pt x="21458" y="21016"/>
                    <a:pt x="21534" y="20618"/>
                  </a:cubicBezTo>
                  <a:cubicBezTo>
                    <a:pt x="21595" y="20254"/>
                    <a:pt x="21595" y="19913"/>
                    <a:pt x="21595" y="19239"/>
                  </a:cubicBezTo>
                  <a:lnTo>
                    <a:pt x="21595" y="5561"/>
                  </a:lnTo>
                  <a:cubicBezTo>
                    <a:pt x="21595" y="4876"/>
                    <a:pt x="21595" y="4532"/>
                    <a:pt x="21534" y="4168"/>
                  </a:cubicBezTo>
                  <a:cubicBezTo>
                    <a:pt x="21458" y="3770"/>
                    <a:pt x="21293" y="3460"/>
                    <a:pt x="21084" y="3315"/>
                  </a:cubicBezTo>
                  <a:cubicBezTo>
                    <a:pt x="20893" y="3200"/>
                    <a:pt x="20714" y="3200"/>
                    <a:pt x="20360" y="3200"/>
                  </a:cubicBezTo>
                  <a:lnTo>
                    <a:pt x="2077" y="3200"/>
                  </a:lnTo>
                  <a:lnTo>
                    <a:pt x="471" y="142"/>
                  </a:lnTo>
                  <a:cubicBezTo>
                    <a:pt x="426" y="63"/>
                    <a:pt x="371" y="17"/>
                    <a:pt x="313" y="4"/>
                  </a:cubicBez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Instrument Sans"/>
                <a:ea typeface="Instrument Sans"/>
                <a:cs typeface="Instrument Sans"/>
                <a:sym typeface="Instrument Sans"/>
              </a:endParaRPr>
            </a:p>
          </p:txBody>
        </p:sp>
        <p:sp>
          <p:nvSpPr>
            <p:cNvPr id="2097" name="Google Shape;2097;p80"/>
            <p:cNvSpPr txBox="1"/>
            <p:nvPr/>
          </p:nvSpPr>
          <p:spPr>
            <a:xfrm>
              <a:off x="272856" y="610854"/>
              <a:ext cx="3265800" cy="828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grpSp>
      <p:grpSp>
        <p:nvGrpSpPr>
          <p:cNvPr id="2098" name="Google Shape;2098;p80"/>
          <p:cNvGrpSpPr/>
          <p:nvPr/>
        </p:nvGrpSpPr>
        <p:grpSpPr>
          <a:xfrm>
            <a:off x="9162627" y="7540851"/>
            <a:ext cx="2653958" cy="1393591"/>
            <a:chOff x="0" y="-1"/>
            <a:chExt cx="3538611" cy="1858121"/>
          </a:xfrm>
        </p:grpSpPr>
        <p:sp>
          <p:nvSpPr>
            <p:cNvPr id="2099" name="Google Shape;2099;p80"/>
            <p:cNvSpPr/>
            <p:nvPr/>
          </p:nvSpPr>
          <p:spPr>
            <a:xfrm>
              <a:off x="0" y="-1"/>
              <a:ext cx="3538611" cy="1858121"/>
            </a:xfrm>
            <a:custGeom>
              <a:rect b="b" l="l" r="r" t="t"/>
              <a:pathLst>
                <a:path extrusionOk="0" h="21591" w="21595">
                  <a:moveTo>
                    <a:pt x="313" y="4"/>
                  </a:moveTo>
                  <a:cubicBezTo>
                    <a:pt x="255" y="-9"/>
                    <a:pt x="195" y="10"/>
                    <a:pt x="141" y="68"/>
                  </a:cubicBezTo>
                  <a:cubicBezTo>
                    <a:pt x="50" y="168"/>
                    <a:pt x="-5" y="357"/>
                    <a:pt x="1" y="557"/>
                  </a:cubicBezTo>
                  <a:lnTo>
                    <a:pt x="1" y="5547"/>
                  </a:lnTo>
                  <a:lnTo>
                    <a:pt x="1" y="6405"/>
                  </a:lnTo>
                  <a:lnTo>
                    <a:pt x="1" y="19230"/>
                  </a:lnTo>
                  <a:cubicBezTo>
                    <a:pt x="1" y="19914"/>
                    <a:pt x="1" y="20254"/>
                    <a:pt x="61" y="20618"/>
                  </a:cubicBezTo>
                  <a:cubicBezTo>
                    <a:pt x="137" y="21016"/>
                    <a:pt x="301" y="21331"/>
                    <a:pt x="510" y="21476"/>
                  </a:cubicBezTo>
                  <a:cubicBezTo>
                    <a:pt x="700" y="21591"/>
                    <a:pt x="880" y="21591"/>
                    <a:pt x="1234" y="21591"/>
                  </a:cubicBezTo>
                  <a:lnTo>
                    <a:pt x="20355" y="21591"/>
                  </a:lnTo>
                  <a:cubicBezTo>
                    <a:pt x="20714" y="21591"/>
                    <a:pt x="20893" y="21591"/>
                    <a:pt x="21084" y="21476"/>
                  </a:cubicBezTo>
                  <a:cubicBezTo>
                    <a:pt x="21293" y="21331"/>
                    <a:pt x="21458" y="21016"/>
                    <a:pt x="21534" y="20618"/>
                  </a:cubicBezTo>
                  <a:cubicBezTo>
                    <a:pt x="21595" y="20254"/>
                    <a:pt x="21595" y="19913"/>
                    <a:pt x="21595" y="19239"/>
                  </a:cubicBezTo>
                  <a:lnTo>
                    <a:pt x="21595" y="5561"/>
                  </a:lnTo>
                  <a:cubicBezTo>
                    <a:pt x="21595" y="4876"/>
                    <a:pt x="21595" y="4532"/>
                    <a:pt x="21534" y="4168"/>
                  </a:cubicBezTo>
                  <a:cubicBezTo>
                    <a:pt x="21458" y="3770"/>
                    <a:pt x="21293" y="3460"/>
                    <a:pt x="21084" y="3315"/>
                  </a:cubicBezTo>
                  <a:cubicBezTo>
                    <a:pt x="20893" y="3200"/>
                    <a:pt x="20714" y="3200"/>
                    <a:pt x="20360" y="3200"/>
                  </a:cubicBezTo>
                  <a:lnTo>
                    <a:pt x="2077" y="3200"/>
                  </a:lnTo>
                  <a:lnTo>
                    <a:pt x="471" y="142"/>
                  </a:lnTo>
                  <a:cubicBezTo>
                    <a:pt x="426" y="63"/>
                    <a:pt x="371" y="17"/>
                    <a:pt x="313" y="4"/>
                  </a:cubicBez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Instrument Sans"/>
                <a:ea typeface="Instrument Sans"/>
                <a:cs typeface="Instrument Sans"/>
                <a:sym typeface="Instrument Sans"/>
              </a:endParaRPr>
            </a:p>
          </p:txBody>
        </p:sp>
        <p:sp>
          <p:nvSpPr>
            <p:cNvPr id="2100" name="Google Shape;2100;p80"/>
            <p:cNvSpPr txBox="1"/>
            <p:nvPr/>
          </p:nvSpPr>
          <p:spPr>
            <a:xfrm>
              <a:off x="272856" y="610854"/>
              <a:ext cx="3112200" cy="828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grpSp>
      <p:grpSp>
        <p:nvGrpSpPr>
          <p:cNvPr id="2101" name="Google Shape;2101;p80"/>
          <p:cNvGrpSpPr/>
          <p:nvPr/>
        </p:nvGrpSpPr>
        <p:grpSpPr>
          <a:xfrm>
            <a:off x="12472047" y="7540851"/>
            <a:ext cx="2653991" cy="1393591"/>
            <a:chOff x="0" y="-1"/>
            <a:chExt cx="3538655" cy="1858121"/>
          </a:xfrm>
        </p:grpSpPr>
        <p:sp>
          <p:nvSpPr>
            <p:cNvPr id="2102" name="Google Shape;2102;p80"/>
            <p:cNvSpPr/>
            <p:nvPr/>
          </p:nvSpPr>
          <p:spPr>
            <a:xfrm>
              <a:off x="0" y="-1"/>
              <a:ext cx="3538611" cy="1858121"/>
            </a:xfrm>
            <a:custGeom>
              <a:rect b="b" l="l" r="r" t="t"/>
              <a:pathLst>
                <a:path extrusionOk="0" h="21591" w="21595">
                  <a:moveTo>
                    <a:pt x="313" y="4"/>
                  </a:moveTo>
                  <a:cubicBezTo>
                    <a:pt x="255" y="-9"/>
                    <a:pt x="195" y="10"/>
                    <a:pt x="141" y="68"/>
                  </a:cubicBezTo>
                  <a:cubicBezTo>
                    <a:pt x="50" y="168"/>
                    <a:pt x="-5" y="357"/>
                    <a:pt x="1" y="557"/>
                  </a:cubicBezTo>
                  <a:lnTo>
                    <a:pt x="1" y="5547"/>
                  </a:lnTo>
                  <a:lnTo>
                    <a:pt x="1" y="6405"/>
                  </a:lnTo>
                  <a:lnTo>
                    <a:pt x="1" y="19230"/>
                  </a:lnTo>
                  <a:cubicBezTo>
                    <a:pt x="1" y="19914"/>
                    <a:pt x="1" y="20254"/>
                    <a:pt x="61" y="20618"/>
                  </a:cubicBezTo>
                  <a:cubicBezTo>
                    <a:pt x="137" y="21016"/>
                    <a:pt x="301" y="21331"/>
                    <a:pt x="510" y="21476"/>
                  </a:cubicBezTo>
                  <a:cubicBezTo>
                    <a:pt x="700" y="21591"/>
                    <a:pt x="880" y="21591"/>
                    <a:pt x="1234" y="21591"/>
                  </a:cubicBezTo>
                  <a:lnTo>
                    <a:pt x="20355" y="21591"/>
                  </a:lnTo>
                  <a:cubicBezTo>
                    <a:pt x="20714" y="21591"/>
                    <a:pt x="20893" y="21591"/>
                    <a:pt x="21084" y="21476"/>
                  </a:cubicBezTo>
                  <a:cubicBezTo>
                    <a:pt x="21293" y="21331"/>
                    <a:pt x="21458" y="21016"/>
                    <a:pt x="21534" y="20618"/>
                  </a:cubicBezTo>
                  <a:cubicBezTo>
                    <a:pt x="21595" y="20254"/>
                    <a:pt x="21595" y="19913"/>
                    <a:pt x="21595" y="19239"/>
                  </a:cubicBezTo>
                  <a:lnTo>
                    <a:pt x="21595" y="5561"/>
                  </a:lnTo>
                  <a:cubicBezTo>
                    <a:pt x="21595" y="4876"/>
                    <a:pt x="21595" y="4532"/>
                    <a:pt x="21534" y="4168"/>
                  </a:cubicBezTo>
                  <a:cubicBezTo>
                    <a:pt x="21458" y="3770"/>
                    <a:pt x="21293" y="3460"/>
                    <a:pt x="21084" y="3315"/>
                  </a:cubicBezTo>
                  <a:cubicBezTo>
                    <a:pt x="20893" y="3200"/>
                    <a:pt x="20714" y="3200"/>
                    <a:pt x="20360" y="3200"/>
                  </a:cubicBezTo>
                  <a:lnTo>
                    <a:pt x="2077" y="3200"/>
                  </a:lnTo>
                  <a:lnTo>
                    <a:pt x="471" y="142"/>
                  </a:lnTo>
                  <a:cubicBezTo>
                    <a:pt x="426" y="63"/>
                    <a:pt x="371" y="17"/>
                    <a:pt x="313" y="4"/>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Instrument Sans"/>
                <a:ea typeface="Instrument Sans"/>
                <a:cs typeface="Instrument Sans"/>
                <a:sym typeface="Instrument Sans"/>
              </a:endParaRPr>
            </a:p>
          </p:txBody>
        </p:sp>
        <p:sp>
          <p:nvSpPr>
            <p:cNvPr id="2103" name="Google Shape;2103;p80"/>
            <p:cNvSpPr txBox="1"/>
            <p:nvPr/>
          </p:nvSpPr>
          <p:spPr>
            <a:xfrm>
              <a:off x="272855" y="610854"/>
              <a:ext cx="3265800" cy="8289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l">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grpSp>
      <p:sp>
        <p:nvSpPr>
          <p:cNvPr id="2104" name="Google Shape;2104;p80"/>
          <p:cNvSpPr txBox="1"/>
          <p:nvPr/>
        </p:nvSpPr>
        <p:spPr>
          <a:xfrm>
            <a:off x="2234768" y="1485990"/>
            <a:ext cx="6390600" cy="607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i="0" lang="en-US" sz="3400" u="none" cap="none" strike="noStrike">
                <a:solidFill>
                  <a:srgbClr val="110841"/>
                </a:solidFill>
                <a:latin typeface="Sora SemiBold"/>
                <a:ea typeface="Sora SemiBold"/>
                <a:cs typeface="Sora SemiBold"/>
                <a:sym typeface="Sora SemiBold"/>
              </a:rPr>
              <a:t>Process flow diagram</a:t>
            </a:r>
            <a:endParaRPr i="0" sz="1000" u="none" cap="none" strike="noStrike">
              <a:solidFill>
                <a:srgbClr val="000000"/>
              </a:solidFill>
              <a:latin typeface="Sora SemiBold"/>
              <a:ea typeface="Sora SemiBold"/>
              <a:cs typeface="Sora SemiBold"/>
              <a:sym typeface="Sora SemiBold"/>
            </a:endParaRPr>
          </a:p>
        </p:txBody>
      </p:sp>
      <p:grpSp>
        <p:nvGrpSpPr>
          <p:cNvPr id="2105" name="Google Shape;2105;p80"/>
          <p:cNvGrpSpPr/>
          <p:nvPr/>
        </p:nvGrpSpPr>
        <p:grpSpPr>
          <a:xfrm>
            <a:off x="2192050" y="3185950"/>
            <a:ext cx="672600" cy="672600"/>
            <a:chOff x="1096025" y="1626563"/>
            <a:chExt cx="336300" cy="336300"/>
          </a:xfrm>
        </p:grpSpPr>
        <p:sp>
          <p:nvSpPr>
            <p:cNvPr id="2106" name="Google Shape;2106;p80"/>
            <p:cNvSpPr/>
            <p:nvPr/>
          </p:nvSpPr>
          <p:spPr>
            <a:xfrm>
              <a:off x="1096025" y="1626563"/>
              <a:ext cx="336300" cy="336300"/>
            </a:xfrm>
            <a:prstGeom prst="ellipse">
              <a:avLst/>
            </a:prstGeom>
            <a:solidFill>
              <a:srgbClr val="D13B5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500">
                <a:latin typeface="Sora"/>
                <a:ea typeface="Sora"/>
                <a:cs typeface="Sora"/>
                <a:sym typeface="Sora"/>
              </a:endParaRPr>
            </a:p>
          </p:txBody>
        </p:sp>
        <p:sp>
          <p:nvSpPr>
            <p:cNvPr id="2107" name="Google Shape;2107;p80"/>
            <p:cNvSpPr txBox="1"/>
            <p:nvPr/>
          </p:nvSpPr>
          <p:spPr>
            <a:xfrm>
              <a:off x="1096025" y="1628870"/>
              <a:ext cx="336300" cy="331500"/>
            </a:xfrm>
            <a:prstGeom prst="rect">
              <a:avLst/>
            </a:prstGeom>
            <a:solidFill>
              <a:srgbClr val="D13B5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1</a:t>
              </a:r>
              <a:endParaRPr b="1" sz="3300">
                <a:solidFill>
                  <a:srgbClr val="FFFFFF"/>
                </a:solidFill>
                <a:latin typeface="Sora"/>
                <a:ea typeface="Sora"/>
                <a:cs typeface="Sora"/>
                <a:sym typeface="Sora"/>
              </a:endParaRPr>
            </a:p>
          </p:txBody>
        </p:sp>
      </p:grpSp>
      <p:sp>
        <p:nvSpPr>
          <p:cNvPr id="2108" name="Google Shape;2108;p80"/>
          <p:cNvSpPr/>
          <p:nvPr/>
        </p:nvSpPr>
        <p:spPr>
          <a:xfrm>
            <a:off x="5541600" y="3185950"/>
            <a:ext cx="672600" cy="672600"/>
          </a:xfrm>
          <a:prstGeom prst="ellipse">
            <a:avLst/>
          </a:prstGeom>
          <a:solidFill>
            <a:srgbClr val="E2813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09" name="Google Shape;2109;p80"/>
          <p:cNvSpPr/>
          <p:nvPr/>
        </p:nvSpPr>
        <p:spPr>
          <a:xfrm>
            <a:off x="12135900" y="3185950"/>
            <a:ext cx="672600" cy="672600"/>
          </a:xfrm>
          <a:prstGeom prst="ellipse">
            <a:avLst/>
          </a:prstGeom>
          <a:solidFill>
            <a:srgbClr val="EFEFE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10" name="Google Shape;2110;p80"/>
          <p:cNvSpPr/>
          <p:nvPr/>
        </p:nvSpPr>
        <p:spPr>
          <a:xfrm>
            <a:off x="8864950" y="3185950"/>
            <a:ext cx="672600" cy="672600"/>
          </a:xfrm>
          <a:prstGeom prst="ellipse">
            <a:avLst/>
          </a:prstGeom>
          <a:solidFill>
            <a:srgbClr val="439CD9"/>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11" name="Google Shape;2111;p80"/>
          <p:cNvSpPr txBox="1"/>
          <p:nvPr/>
        </p:nvSpPr>
        <p:spPr>
          <a:xfrm>
            <a:off x="5541600" y="3190565"/>
            <a:ext cx="672600" cy="663000"/>
          </a:xfrm>
          <a:prstGeom prst="rect">
            <a:avLst/>
          </a:prstGeom>
          <a:solidFill>
            <a:srgbClr val="EC683E"/>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2</a:t>
            </a:r>
            <a:endParaRPr b="1" sz="3300">
              <a:solidFill>
                <a:srgbClr val="FFFFFF"/>
              </a:solidFill>
              <a:latin typeface="Sora"/>
              <a:ea typeface="Sora"/>
              <a:cs typeface="Sora"/>
              <a:sym typeface="Sora"/>
            </a:endParaRPr>
          </a:p>
        </p:txBody>
      </p:sp>
      <p:sp>
        <p:nvSpPr>
          <p:cNvPr id="2112" name="Google Shape;2112;p80"/>
          <p:cNvSpPr txBox="1"/>
          <p:nvPr/>
        </p:nvSpPr>
        <p:spPr>
          <a:xfrm>
            <a:off x="8864950" y="3190565"/>
            <a:ext cx="672600" cy="663000"/>
          </a:xfrm>
          <a:prstGeom prst="rect">
            <a:avLst/>
          </a:prstGeom>
          <a:solidFill>
            <a:srgbClr val="217BEE"/>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FFFFFF"/>
                </a:solidFill>
                <a:latin typeface="Sora"/>
                <a:ea typeface="Sora"/>
                <a:cs typeface="Sora"/>
                <a:sym typeface="Sora"/>
              </a:rPr>
              <a:t>3</a:t>
            </a:r>
            <a:endParaRPr b="1" sz="3200">
              <a:solidFill>
                <a:srgbClr val="FFFFFF"/>
              </a:solidFill>
              <a:latin typeface="Sora"/>
              <a:ea typeface="Sora"/>
              <a:cs typeface="Sora"/>
              <a:sym typeface="Sora"/>
            </a:endParaRPr>
          </a:p>
        </p:txBody>
      </p:sp>
      <p:sp>
        <p:nvSpPr>
          <p:cNvPr id="2113" name="Google Shape;2113;p80"/>
          <p:cNvSpPr txBox="1"/>
          <p:nvPr/>
        </p:nvSpPr>
        <p:spPr>
          <a:xfrm>
            <a:off x="12135900" y="3190565"/>
            <a:ext cx="672600" cy="663000"/>
          </a:xfrm>
          <a:prstGeom prst="rect">
            <a:avLst/>
          </a:prstGeom>
          <a:solidFill>
            <a:srgbClr val="F2F2F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110841"/>
                </a:solidFill>
                <a:latin typeface="Sora"/>
                <a:ea typeface="Sora"/>
                <a:cs typeface="Sora"/>
                <a:sym typeface="Sora"/>
              </a:rPr>
              <a:t>4</a:t>
            </a:r>
            <a:endParaRPr b="1" sz="3200">
              <a:solidFill>
                <a:srgbClr val="110841"/>
              </a:solidFill>
              <a:latin typeface="Sora"/>
              <a:ea typeface="Sora"/>
              <a:cs typeface="Sora"/>
              <a:sym typeface="Sora"/>
            </a:endParaRPr>
          </a:p>
        </p:txBody>
      </p:sp>
      <p:sp>
        <p:nvSpPr>
          <p:cNvPr id="2114" name="Google Shape;2114;p80"/>
          <p:cNvSpPr/>
          <p:nvPr/>
        </p:nvSpPr>
        <p:spPr>
          <a:xfrm>
            <a:off x="15406850" y="3185950"/>
            <a:ext cx="672600" cy="672600"/>
          </a:xfrm>
          <a:prstGeom prst="ellipse">
            <a:avLst/>
          </a:prstGeom>
          <a:solidFill>
            <a:srgbClr val="EFEFE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15" name="Google Shape;2115;p80"/>
          <p:cNvSpPr txBox="1"/>
          <p:nvPr/>
        </p:nvSpPr>
        <p:spPr>
          <a:xfrm>
            <a:off x="15406850" y="3190565"/>
            <a:ext cx="672600" cy="663000"/>
          </a:xfrm>
          <a:prstGeom prst="rect">
            <a:avLst/>
          </a:prstGeom>
          <a:solidFill>
            <a:srgbClr val="F2F2F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110841"/>
                </a:solidFill>
                <a:latin typeface="Sora"/>
                <a:ea typeface="Sora"/>
                <a:cs typeface="Sora"/>
                <a:sym typeface="Sora"/>
              </a:rPr>
              <a:t>5</a:t>
            </a:r>
            <a:endParaRPr b="1" sz="3200">
              <a:solidFill>
                <a:srgbClr val="110841"/>
              </a:solidFill>
              <a:latin typeface="Sora"/>
              <a:ea typeface="Sora"/>
              <a:cs typeface="Sora"/>
              <a:sym typeface="Sora"/>
            </a:endParaRPr>
          </a:p>
        </p:txBody>
      </p:sp>
      <p:sp>
        <p:nvSpPr>
          <p:cNvPr id="2116" name="Google Shape;2116;p80"/>
          <p:cNvSpPr/>
          <p:nvPr/>
        </p:nvSpPr>
        <p:spPr>
          <a:xfrm>
            <a:off x="2543757" y="5107509"/>
            <a:ext cx="13359600" cy="103800"/>
          </a:xfrm>
          <a:prstGeom prst="roundRect">
            <a:avLst>
              <a:gd fmla="val 50000" name="adj"/>
            </a:avLst>
          </a:prstGeom>
          <a:solidFill>
            <a:srgbClr val="EFEF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117" name="Google Shape;2117;p80"/>
          <p:cNvSpPr/>
          <p:nvPr/>
        </p:nvSpPr>
        <p:spPr>
          <a:xfrm>
            <a:off x="2543746" y="5107150"/>
            <a:ext cx="13198200" cy="105000"/>
          </a:xfrm>
          <a:prstGeom prst="roundRect">
            <a:avLst>
              <a:gd fmla="val 0" name="adj"/>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118" name="Google Shape;2118;p80"/>
          <p:cNvSpPr txBox="1"/>
          <p:nvPr/>
        </p:nvSpPr>
        <p:spPr>
          <a:xfrm>
            <a:off x="2191001" y="4294250"/>
            <a:ext cx="8088000" cy="361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545453"/>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Project name: </a:t>
            </a: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110841"/>
              </a:solidFill>
              <a:latin typeface="Instrument Sans"/>
              <a:ea typeface="Instrument Sans"/>
              <a:cs typeface="Instrument Sans"/>
              <a:sym typeface="Instrument Sans"/>
            </a:endParaRPr>
          </a:p>
        </p:txBody>
      </p:sp>
      <p:grpSp>
        <p:nvGrpSpPr>
          <p:cNvPr id="2119" name="Google Shape;2119;p80"/>
          <p:cNvGrpSpPr/>
          <p:nvPr/>
        </p:nvGrpSpPr>
        <p:grpSpPr>
          <a:xfrm>
            <a:off x="2192050" y="4809250"/>
            <a:ext cx="672600" cy="672600"/>
            <a:chOff x="1096025" y="1626563"/>
            <a:chExt cx="336300" cy="336300"/>
          </a:xfrm>
        </p:grpSpPr>
        <p:sp>
          <p:nvSpPr>
            <p:cNvPr id="2120" name="Google Shape;2120;p80"/>
            <p:cNvSpPr/>
            <p:nvPr/>
          </p:nvSpPr>
          <p:spPr>
            <a:xfrm>
              <a:off x="1096025" y="1626563"/>
              <a:ext cx="336300" cy="336300"/>
            </a:xfrm>
            <a:prstGeom prst="ellipse">
              <a:avLst/>
            </a:prstGeom>
            <a:solidFill>
              <a:srgbClr val="D13B5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500">
                <a:latin typeface="Sora"/>
                <a:ea typeface="Sora"/>
                <a:cs typeface="Sora"/>
                <a:sym typeface="Sora"/>
              </a:endParaRPr>
            </a:p>
          </p:txBody>
        </p:sp>
        <p:sp>
          <p:nvSpPr>
            <p:cNvPr id="2121" name="Google Shape;2121;p80"/>
            <p:cNvSpPr txBox="1"/>
            <p:nvPr/>
          </p:nvSpPr>
          <p:spPr>
            <a:xfrm>
              <a:off x="1096025" y="1628870"/>
              <a:ext cx="336300" cy="331500"/>
            </a:xfrm>
            <a:prstGeom prst="rect">
              <a:avLst/>
            </a:prstGeom>
            <a:solidFill>
              <a:srgbClr val="D13B5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1</a:t>
              </a:r>
              <a:endParaRPr b="1" sz="3300">
                <a:solidFill>
                  <a:srgbClr val="FFFFFF"/>
                </a:solidFill>
                <a:latin typeface="Sora"/>
                <a:ea typeface="Sora"/>
                <a:cs typeface="Sora"/>
                <a:sym typeface="Sora"/>
              </a:endParaRPr>
            </a:p>
          </p:txBody>
        </p:sp>
      </p:grpSp>
      <p:sp>
        <p:nvSpPr>
          <p:cNvPr id="2122" name="Google Shape;2122;p80"/>
          <p:cNvSpPr/>
          <p:nvPr/>
        </p:nvSpPr>
        <p:spPr>
          <a:xfrm>
            <a:off x="5541600" y="4809250"/>
            <a:ext cx="672600" cy="672600"/>
          </a:xfrm>
          <a:prstGeom prst="ellipse">
            <a:avLst/>
          </a:prstGeom>
          <a:solidFill>
            <a:srgbClr val="E2813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23" name="Google Shape;2123;p80"/>
          <p:cNvSpPr/>
          <p:nvPr/>
        </p:nvSpPr>
        <p:spPr>
          <a:xfrm>
            <a:off x="12135900" y="4809250"/>
            <a:ext cx="672600" cy="672600"/>
          </a:xfrm>
          <a:prstGeom prst="ellipse">
            <a:avLst/>
          </a:prstGeom>
          <a:solidFill>
            <a:srgbClr val="C8454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24" name="Google Shape;2124;p80"/>
          <p:cNvSpPr/>
          <p:nvPr/>
        </p:nvSpPr>
        <p:spPr>
          <a:xfrm>
            <a:off x="8864950" y="4809250"/>
            <a:ext cx="672600" cy="672600"/>
          </a:xfrm>
          <a:prstGeom prst="ellipse">
            <a:avLst/>
          </a:prstGeom>
          <a:solidFill>
            <a:srgbClr val="439CD9"/>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25" name="Google Shape;2125;p80"/>
          <p:cNvSpPr txBox="1"/>
          <p:nvPr/>
        </p:nvSpPr>
        <p:spPr>
          <a:xfrm>
            <a:off x="5541600" y="4813865"/>
            <a:ext cx="672600" cy="663000"/>
          </a:xfrm>
          <a:prstGeom prst="rect">
            <a:avLst/>
          </a:prstGeom>
          <a:solidFill>
            <a:srgbClr val="EC683E"/>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2</a:t>
            </a:r>
            <a:endParaRPr b="1" sz="3300">
              <a:solidFill>
                <a:srgbClr val="FFFFFF"/>
              </a:solidFill>
              <a:latin typeface="Sora"/>
              <a:ea typeface="Sora"/>
              <a:cs typeface="Sora"/>
              <a:sym typeface="Sora"/>
            </a:endParaRPr>
          </a:p>
        </p:txBody>
      </p:sp>
      <p:sp>
        <p:nvSpPr>
          <p:cNvPr id="2126" name="Google Shape;2126;p80"/>
          <p:cNvSpPr txBox="1"/>
          <p:nvPr/>
        </p:nvSpPr>
        <p:spPr>
          <a:xfrm>
            <a:off x="8864950" y="4813865"/>
            <a:ext cx="672600" cy="663000"/>
          </a:xfrm>
          <a:prstGeom prst="rect">
            <a:avLst/>
          </a:prstGeom>
          <a:solidFill>
            <a:srgbClr val="217BEE"/>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FFFFFF"/>
                </a:solidFill>
                <a:latin typeface="Sora"/>
                <a:ea typeface="Sora"/>
                <a:cs typeface="Sora"/>
                <a:sym typeface="Sora"/>
              </a:rPr>
              <a:t>3</a:t>
            </a:r>
            <a:endParaRPr b="1" sz="3200">
              <a:solidFill>
                <a:srgbClr val="FFFFFF"/>
              </a:solidFill>
              <a:latin typeface="Sora"/>
              <a:ea typeface="Sora"/>
              <a:cs typeface="Sora"/>
              <a:sym typeface="Sora"/>
            </a:endParaRPr>
          </a:p>
        </p:txBody>
      </p:sp>
      <p:sp>
        <p:nvSpPr>
          <p:cNvPr id="2127" name="Google Shape;2127;p80"/>
          <p:cNvSpPr txBox="1"/>
          <p:nvPr/>
        </p:nvSpPr>
        <p:spPr>
          <a:xfrm>
            <a:off x="12135900" y="4813850"/>
            <a:ext cx="672600" cy="663000"/>
          </a:xfrm>
          <a:prstGeom prst="rect">
            <a:avLst/>
          </a:prstGeom>
          <a:solidFill>
            <a:srgbClr val="D13B5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chemeClr val="lt1"/>
                </a:solidFill>
                <a:latin typeface="Sora"/>
                <a:ea typeface="Sora"/>
                <a:cs typeface="Sora"/>
                <a:sym typeface="Sora"/>
              </a:rPr>
              <a:t>4</a:t>
            </a:r>
            <a:endParaRPr b="1" sz="3200">
              <a:solidFill>
                <a:schemeClr val="lt1"/>
              </a:solidFill>
              <a:latin typeface="Sora"/>
              <a:ea typeface="Sora"/>
              <a:cs typeface="Sora"/>
              <a:sym typeface="Sora"/>
            </a:endParaRPr>
          </a:p>
        </p:txBody>
      </p:sp>
      <p:sp>
        <p:nvSpPr>
          <p:cNvPr id="2128" name="Google Shape;2128;p80"/>
          <p:cNvSpPr/>
          <p:nvPr/>
        </p:nvSpPr>
        <p:spPr>
          <a:xfrm>
            <a:off x="15406850" y="4809250"/>
            <a:ext cx="672600" cy="672600"/>
          </a:xfrm>
          <a:prstGeom prst="ellipse">
            <a:avLst/>
          </a:prstGeom>
          <a:solidFill>
            <a:srgbClr val="11084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29" name="Google Shape;2129;p80"/>
          <p:cNvSpPr/>
          <p:nvPr/>
        </p:nvSpPr>
        <p:spPr>
          <a:xfrm>
            <a:off x="2543757" y="6730809"/>
            <a:ext cx="13359600" cy="103800"/>
          </a:xfrm>
          <a:prstGeom prst="roundRect">
            <a:avLst>
              <a:gd fmla="val 50000" name="adj"/>
            </a:avLst>
          </a:prstGeom>
          <a:solidFill>
            <a:srgbClr val="EFEF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130" name="Google Shape;2130;p80"/>
          <p:cNvSpPr/>
          <p:nvPr/>
        </p:nvSpPr>
        <p:spPr>
          <a:xfrm>
            <a:off x="2543752" y="6730450"/>
            <a:ext cx="5025000" cy="105000"/>
          </a:xfrm>
          <a:prstGeom prst="roundRect">
            <a:avLst>
              <a:gd fmla="val 0" name="adj"/>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131" name="Google Shape;2131;p80"/>
          <p:cNvSpPr txBox="1"/>
          <p:nvPr/>
        </p:nvSpPr>
        <p:spPr>
          <a:xfrm>
            <a:off x="2191001" y="5917550"/>
            <a:ext cx="8088000" cy="361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545453"/>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Project name: </a:t>
            </a: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110841"/>
              </a:solidFill>
              <a:latin typeface="Instrument Sans"/>
              <a:ea typeface="Instrument Sans"/>
              <a:cs typeface="Instrument Sans"/>
              <a:sym typeface="Instrument Sans"/>
            </a:endParaRPr>
          </a:p>
        </p:txBody>
      </p:sp>
      <p:grpSp>
        <p:nvGrpSpPr>
          <p:cNvPr id="2132" name="Google Shape;2132;p80"/>
          <p:cNvGrpSpPr/>
          <p:nvPr/>
        </p:nvGrpSpPr>
        <p:grpSpPr>
          <a:xfrm>
            <a:off x="2192050" y="6432550"/>
            <a:ext cx="672600" cy="672600"/>
            <a:chOff x="1096025" y="1626563"/>
            <a:chExt cx="336300" cy="336300"/>
          </a:xfrm>
        </p:grpSpPr>
        <p:sp>
          <p:nvSpPr>
            <p:cNvPr id="2133" name="Google Shape;2133;p80"/>
            <p:cNvSpPr/>
            <p:nvPr/>
          </p:nvSpPr>
          <p:spPr>
            <a:xfrm>
              <a:off x="1096025" y="1626563"/>
              <a:ext cx="336300" cy="336300"/>
            </a:xfrm>
            <a:prstGeom prst="ellipse">
              <a:avLst/>
            </a:prstGeom>
            <a:solidFill>
              <a:srgbClr val="D13B5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500">
                <a:latin typeface="Sora"/>
                <a:ea typeface="Sora"/>
                <a:cs typeface="Sora"/>
                <a:sym typeface="Sora"/>
              </a:endParaRPr>
            </a:p>
          </p:txBody>
        </p:sp>
        <p:sp>
          <p:nvSpPr>
            <p:cNvPr id="2134" name="Google Shape;2134;p80"/>
            <p:cNvSpPr txBox="1"/>
            <p:nvPr/>
          </p:nvSpPr>
          <p:spPr>
            <a:xfrm>
              <a:off x="1096025" y="1628870"/>
              <a:ext cx="336300" cy="331500"/>
            </a:xfrm>
            <a:prstGeom prst="rect">
              <a:avLst/>
            </a:prstGeom>
            <a:solidFill>
              <a:srgbClr val="D13B5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1</a:t>
              </a:r>
              <a:endParaRPr b="1" sz="3300">
                <a:solidFill>
                  <a:srgbClr val="FFFFFF"/>
                </a:solidFill>
                <a:latin typeface="Sora"/>
                <a:ea typeface="Sora"/>
                <a:cs typeface="Sora"/>
                <a:sym typeface="Sora"/>
              </a:endParaRPr>
            </a:p>
          </p:txBody>
        </p:sp>
      </p:grpSp>
      <p:sp>
        <p:nvSpPr>
          <p:cNvPr id="2135" name="Google Shape;2135;p80"/>
          <p:cNvSpPr/>
          <p:nvPr/>
        </p:nvSpPr>
        <p:spPr>
          <a:xfrm>
            <a:off x="5541600" y="6432550"/>
            <a:ext cx="672600" cy="672600"/>
          </a:xfrm>
          <a:prstGeom prst="ellipse">
            <a:avLst/>
          </a:prstGeom>
          <a:solidFill>
            <a:srgbClr val="E2813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36" name="Google Shape;2136;p80"/>
          <p:cNvSpPr/>
          <p:nvPr/>
        </p:nvSpPr>
        <p:spPr>
          <a:xfrm>
            <a:off x="12135900" y="6432550"/>
            <a:ext cx="672600" cy="672600"/>
          </a:xfrm>
          <a:prstGeom prst="ellipse">
            <a:avLst/>
          </a:prstGeom>
          <a:solidFill>
            <a:srgbClr val="EFEFE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37" name="Google Shape;2137;p80"/>
          <p:cNvSpPr/>
          <p:nvPr/>
        </p:nvSpPr>
        <p:spPr>
          <a:xfrm>
            <a:off x="8864950" y="6432550"/>
            <a:ext cx="672600" cy="672600"/>
          </a:xfrm>
          <a:prstGeom prst="ellipse">
            <a:avLst/>
          </a:prstGeom>
          <a:solidFill>
            <a:srgbClr val="EFEFE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38" name="Google Shape;2138;p80"/>
          <p:cNvSpPr txBox="1"/>
          <p:nvPr/>
        </p:nvSpPr>
        <p:spPr>
          <a:xfrm>
            <a:off x="5541600" y="6437165"/>
            <a:ext cx="672600" cy="663000"/>
          </a:xfrm>
          <a:prstGeom prst="rect">
            <a:avLst/>
          </a:prstGeom>
          <a:solidFill>
            <a:srgbClr val="EC683E"/>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Sora"/>
                <a:ea typeface="Sora"/>
                <a:cs typeface="Sora"/>
                <a:sym typeface="Sora"/>
              </a:rPr>
              <a:t>2</a:t>
            </a:r>
            <a:endParaRPr b="1" sz="3300">
              <a:solidFill>
                <a:srgbClr val="FFFFFF"/>
              </a:solidFill>
              <a:latin typeface="Sora"/>
              <a:ea typeface="Sora"/>
              <a:cs typeface="Sora"/>
              <a:sym typeface="Sora"/>
            </a:endParaRPr>
          </a:p>
        </p:txBody>
      </p:sp>
      <p:sp>
        <p:nvSpPr>
          <p:cNvPr id="2139" name="Google Shape;2139;p80"/>
          <p:cNvSpPr txBox="1"/>
          <p:nvPr/>
        </p:nvSpPr>
        <p:spPr>
          <a:xfrm>
            <a:off x="12135900" y="6437165"/>
            <a:ext cx="672600" cy="663000"/>
          </a:xfrm>
          <a:prstGeom prst="rect">
            <a:avLst/>
          </a:prstGeom>
          <a:solidFill>
            <a:srgbClr val="F2F2F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110841"/>
                </a:solidFill>
                <a:latin typeface="Sora"/>
                <a:ea typeface="Sora"/>
                <a:cs typeface="Sora"/>
                <a:sym typeface="Sora"/>
              </a:rPr>
              <a:t>4</a:t>
            </a:r>
            <a:endParaRPr b="1" sz="3200">
              <a:solidFill>
                <a:srgbClr val="110841"/>
              </a:solidFill>
              <a:latin typeface="Sora"/>
              <a:ea typeface="Sora"/>
              <a:cs typeface="Sora"/>
              <a:sym typeface="Sora"/>
            </a:endParaRPr>
          </a:p>
        </p:txBody>
      </p:sp>
      <p:sp>
        <p:nvSpPr>
          <p:cNvPr id="2140" name="Google Shape;2140;p80"/>
          <p:cNvSpPr/>
          <p:nvPr/>
        </p:nvSpPr>
        <p:spPr>
          <a:xfrm>
            <a:off x="15406850" y="6432550"/>
            <a:ext cx="672600" cy="672600"/>
          </a:xfrm>
          <a:prstGeom prst="ellipse">
            <a:avLst/>
          </a:prstGeom>
          <a:solidFill>
            <a:srgbClr val="EFEFE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41" name="Google Shape;2141;p80"/>
          <p:cNvSpPr txBox="1"/>
          <p:nvPr/>
        </p:nvSpPr>
        <p:spPr>
          <a:xfrm>
            <a:off x="15406850" y="6437165"/>
            <a:ext cx="672600" cy="663000"/>
          </a:xfrm>
          <a:prstGeom prst="rect">
            <a:avLst/>
          </a:prstGeom>
          <a:solidFill>
            <a:srgbClr val="F2F2F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110841"/>
                </a:solidFill>
                <a:latin typeface="Sora"/>
                <a:ea typeface="Sora"/>
                <a:cs typeface="Sora"/>
                <a:sym typeface="Sora"/>
              </a:rPr>
              <a:t>5</a:t>
            </a:r>
            <a:endParaRPr b="1" sz="3200">
              <a:solidFill>
                <a:srgbClr val="110841"/>
              </a:solidFill>
              <a:latin typeface="Sora"/>
              <a:ea typeface="Sora"/>
              <a:cs typeface="Sora"/>
              <a:sym typeface="Sora"/>
            </a:endParaRPr>
          </a:p>
        </p:txBody>
      </p:sp>
      <p:sp>
        <p:nvSpPr>
          <p:cNvPr id="2142" name="Google Shape;2142;p80"/>
          <p:cNvSpPr txBox="1"/>
          <p:nvPr/>
        </p:nvSpPr>
        <p:spPr>
          <a:xfrm>
            <a:off x="8864950" y="6437165"/>
            <a:ext cx="672600" cy="663000"/>
          </a:xfrm>
          <a:prstGeom prst="rect">
            <a:avLst/>
          </a:prstGeom>
          <a:solidFill>
            <a:srgbClr val="F2F2F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rgbClr val="110841"/>
                </a:solidFill>
                <a:latin typeface="Sora"/>
                <a:ea typeface="Sora"/>
                <a:cs typeface="Sora"/>
                <a:sym typeface="Sora"/>
              </a:rPr>
              <a:t>3</a:t>
            </a:r>
            <a:endParaRPr b="1" sz="3200">
              <a:solidFill>
                <a:srgbClr val="110841"/>
              </a:solidFill>
              <a:latin typeface="Sora"/>
              <a:ea typeface="Sora"/>
              <a:cs typeface="Sora"/>
              <a:sym typeface="Sora"/>
            </a:endParaRPr>
          </a:p>
        </p:txBody>
      </p:sp>
      <p:sp>
        <p:nvSpPr>
          <p:cNvPr id="2143" name="Google Shape;2143;p80"/>
          <p:cNvSpPr txBox="1"/>
          <p:nvPr/>
        </p:nvSpPr>
        <p:spPr>
          <a:xfrm>
            <a:off x="15364450" y="4816350"/>
            <a:ext cx="714600" cy="663000"/>
          </a:xfrm>
          <a:prstGeom prst="rect">
            <a:avLst/>
          </a:prstGeom>
          <a:solidFill>
            <a:srgbClr val="100D25"/>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200">
                <a:solidFill>
                  <a:schemeClr val="lt1"/>
                </a:solidFill>
                <a:latin typeface="Inter"/>
                <a:ea typeface="Inter"/>
                <a:cs typeface="Inter"/>
                <a:sym typeface="Inter"/>
              </a:rPr>
              <a:t>✓</a:t>
            </a:r>
            <a:endParaRPr b="1" sz="3200">
              <a:solidFill>
                <a:schemeClr val="lt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grpSp>
        <p:nvGrpSpPr>
          <p:cNvPr id="2148" name="Google Shape;2148;p81"/>
          <p:cNvGrpSpPr/>
          <p:nvPr/>
        </p:nvGrpSpPr>
        <p:grpSpPr>
          <a:xfrm>
            <a:off x="1224900" y="1587312"/>
            <a:ext cx="15819793" cy="7112374"/>
            <a:chOff x="1633201" y="2116415"/>
            <a:chExt cx="21093057" cy="9483165"/>
          </a:xfrm>
        </p:grpSpPr>
        <p:sp>
          <p:nvSpPr>
            <p:cNvPr id="2149" name="Google Shape;2149;p81"/>
            <p:cNvSpPr/>
            <p:nvPr/>
          </p:nvSpPr>
          <p:spPr>
            <a:xfrm>
              <a:off x="1637530" y="2121500"/>
              <a:ext cx="1544022" cy="1113426"/>
            </a:xfrm>
            <a:custGeom>
              <a:rect b="b" l="l" r="r" t="t"/>
              <a:pathLst>
                <a:path extrusionOk="0" h="21600" w="21600">
                  <a:moveTo>
                    <a:pt x="16771" y="0"/>
                  </a:moveTo>
                  <a:lnTo>
                    <a:pt x="0" y="0"/>
                  </a:lnTo>
                  <a:lnTo>
                    <a:pt x="0" y="21600"/>
                  </a:lnTo>
                  <a:lnTo>
                    <a:pt x="21600" y="21600"/>
                  </a:lnTo>
                  <a:lnTo>
                    <a:pt x="16771"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0" name="Google Shape;2150;p81"/>
            <p:cNvSpPr/>
            <p:nvPr/>
          </p:nvSpPr>
          <p:spPr>
            <a:xfrm>
              <a:off x="1633201" y="3423821"/>
              <a:ext cx="2378538" cy="2547342"/>
            </a:xfrm>
            <a:custGeom>
              <a:rect b="b" l="l" r="r" t="t"/>
              <a:pathLst>
                <a:path extrusionOk="0" h="21600" w="21600">
                  <a:moveTo>
                    <a:pt x="14510" y="0"/>
                  </a:moveTo>
                  <a:lnTo>
                    <a:pt x="0" y="0"/>
                  </a:lnTo>
                  <a:lnTo>
                    <a:pt x="0" y="21600"/>
                  </a:lnTo>
                  <a:lnTo>
                    <a:pt x="21600" y="21600"/>
                  </a:lnTo>
                  <a:lnTo>
                    <a:pt x="14510"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1" name="Google Shape;2151;p81"/>
            <p:cNvSpPr/>
            <p:nvPr/>
          </p:nvSpPr>
          <p:spPr>
            <a:xfrm>
              <a:off x="1633463" y="6149781"/>
              <a:ext cx="2818854" cy="2600154"/>
            </a:xfrm>
            <a:custGeom>
              <a:rect b="b" l="l" r="r" t="t"/>
              <a:pathLst>
                <a:path extrusionOk="0" h="21600" w="21600">
                  <a:moveTo>
                    <a:pt x="28" y="0"/>
                  </a:moveTo>
                  <a:lnTo>
                    <a:pt x="18656" y="0"/>
                  </a:lnTo>
                  <a:lnTo>
                    <a:pt x="21600" y="10538"/>
                  </a:lnTo>
                  <a:lnTo>
                    <a:pt x="18478" y="21600"/>
                  </a:lnTo>
                  <a:lnTo>
                    <a:pt x="0" y="21586"/>
                  </a:lnTo>
                  <a:lnTo>
                    <a:pt x="28"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2" name="Google Shape;2152;p81"/>
            <p:cNvSpPr/>
            <p:nvPr/>
          </p:nvSpPr>
          <p:spPr>
            <a:xfrm>
              <a:off x="1633660" y="8934356"/>
              <a:ext cx="2353158" cy="2665224"/>
            </a:xfrm>
            <a:custGeom>
              <a:rect b="b" l="l" r="r" t="t"/>
              <a:pathLst>
                <a:path extrusionOk="0" h="21600" w="21600">
                  <a:moveTo>
                    <a:pt x="21600" y="1"/>
                  </a:moveTo>
                  <a:lnTo>
                    <a:pt x="66" y="0"/>
                  </a:lnTo>
                  <a:lnTo>
                    <a:pt x="0" y="21600"/>
                  </a:lnTo>
                  <a:lnTo>
                    <a:pt x="13912" y="21553"/>
                  </a:lnTo>
                  <a:lnTo>
                    <a:pt x="21600" y="1"/>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3" name="Google Shape;2153;p81"/>
            <p:cNvSpPr/>
            <p:nvPr/>
          </p:nvSpPr>
          <p:spPr>
            <a:xfrm>
              <a:off x="3040211" y="2116415"/>
              <a:ext cx="4074354" cy="1117314"/>
            </a:xfrm>
            <a:custGeom>
              <a:rect b="b" l="l" r="r" t="t"/>
              <a:pathLst>
                <a:path extrusionOk="0" h="21600" w="21600">
                  <a:moveTo>
                    <a:pt x="0" y="0"/>
                  </a:moveTo>
                  <a:lnTo>
                    <a:pt x="19807" y="0"/>
                  </a:lnTo>
                  <a:lnTo>
                    <a:pt x="21600" y="21600"/>
                  </a:lnTo>
                  <a:lnTo>
                    <a:pt x="1785"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4" name="Google Shape;2154;p81"/>
            <p:cNvSpPr/>
            <p:nvPr/>
          </p:nvSpPr>
          <p:spPr>
            <a:xfrm>
              <a:off x="3436342" y="3418376"/>
              <a:ext cx="4508946" cy="2544966"/>
            </a:xfrm>
            <a:custGeom>
              <a:rect b="b" l="l" r="r" t="t"/>
              <a:pathLst>
                <a:path extrusionOk="0" h="21600" w="21600">
                  <a:moveTo>
                    <a:pt x="0" y="0"/>
                  </a:moveTo>
                  <a:lnTo>
                    <a:pt x="17900" y="0"/>
                  </a:lnTo>
                  <a:lnTo>
                    <a:pt x="21600" y="21600"/>
                  </a:lnTo>
                  <a:lnTo>
                    <a:pt x="3703" y="21599"/>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55" name="Google Shape;2155;p81"/>
            <p:cNvSpPr/>
            <p:nvPr/>
          </p:nvSpPr>
          <p:spPr>
            <a:xfrm>
              <a:off x="4243871" y="6149223"/>
              <a:ext cx="4149360" cy="2604312"/>
            </a:xfrm>
            <a:custGeom>
              <a:rect b="b" l="l" r="r" t="t"/>
              <a:pathLst>
                <a:path extrusionOk="0" h="21600" w="21600">
                  <a:moveTo>
                    <a:pt x="19565" y="0"/>
                  </a:moveTo>
                  <a:lnTo>
                    <a:pt x="103" y="0"/>
                  </a:lnTo>
                  <a:lnTo>
                    <a:pt x="2148" y="10629"/>
                  </a:lnTo>
                  <a:lnTo>
                    <a:pt x="0" y="21565"/>
                  </a:lnTo>
                  <a:lnTo>
                    <a:pt x="19438" y="21600"/>
                  </a:lnTo>
                  <a:lnTo>
                    <a:pt x="21600" y="10586"/>
                  </a:lnTo>
                  <a:lnTo>
                    <a:pt x="1956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56" name="Google Shape;2156;p81"/>
            <p:cNvSpPr/>
            <p:nvPr/>
          </p:nvSpPr>
          <p:spPr>
            <a:xfrm>
              <a:off x="3346549" y="8936179"/>
              <a:ext cx="4576392" cy="2660796"/>
            </a:xfrm>
            <a:custGeom>
              <a:rect b="b" l="l" r="r" t="t"/>
              <a:pathLst>
                <a:path extrusionOk="0" h="21600" w="21600">
                  <a:moveTo>
                    <a:pt x="3946" y="0"/>
                  </a:moveTo>
                  <a:lnTo>
                    <a:pt x="21600" y="0"/>
                  </a:lnTo>
                  <a:lnTo>
                    <a:pt x="17669" y="21600"/>
                  </a:lnTo>
                  <a:lnTo>
                    <a:pt x="0" y="21585"/>
                  </a:lnTo>
                  <a:lnTo>
                    <a:pt x="3946"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57" name="Google Shape;2157;p81"/>
            <p:cNvSpPr/>
            <p:nvPr/>
          </p:nvSpPr>
          <p:spPr>
            <a:xfrm>
              <a:off x="6973304" y="2119119"/>
              <a:ext cx="4078404" cy="1115964"/>
            </a:xfrm>
            <a:custGeom>
              <a:rect b="b" l="l" r="r" t="t"/>
              <a:pathLst>
                <a:path extrusionOk="0" h="21600" w="21600">
                  <a:moveTo>
                    <a:pt x="0" y="0"/>
                  </a:moveTo>
                  <a:lnTo>
                    <a:pt x="19817" y="0"/>
                  </a:lnTo>
                  <a:lnTo>
                    <a:pt x="21600" y="21571"/>
                  </a:lnTo>
                  <a:lnTo>
                    <a:pt x="1821"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58" name="Google Shape;2158;p81"/>
            <p:cNvSpPr/>
            <p:nvPr/>
          </p:nvSpPr>
          <p:spPr>
            <a:xfrm>
              <a:off x="7370923" y="3417406"/>
              <a:ext cx="4513158" cy="2544102"/>
            </a:xfrm>
            <a:custGeom>
              <a:rect b="b" l="l" r="r" t="t"/>
              <a:pathLst>
                <a:path extrusionOk="0" h="21600" w="21600">
                  <a:moveTo>
                    <a:pt x="0" y="23"/>
                  </a:moveTo>
                  <a:lnTo>
                    <a:pt x="3710" y="21600"/>
                  </a:lnTo>
                  <a:lnTo>
                    <a:pt x="21600" y="21600"/>
                  </a:lnTo>
                  <a:lnTo>
                    <a:pt x="17884" y="0"/>
                  </a:lnTo>
                  <a:lnTo>
                    <a:pt x="0" y="2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59" name="Google Shape;2159;p81"/>
            <p:cNvSpPr/>
            <p:nvPr/>
          </p:nvSpPr>
          <p:spPr>
            <a:xfrm>
              <a:off x="8181808" y="6148508"/>
              <a:ext cx="4148820" cy="2601018"/>
            </a:xfrm>
            <a:custGeom>
              <a:rect b="b" l="l" r="r" t="t"/>
              <a:pathLst>
                <a:path extrusionOk="0" h="21600" w="21600">
                  <a:moveTo>
                    <a:pt x="107" y="6"/>
                  </a:moveTo>
                  <a:lnTo>
                    <a:pt x="2118" y="10541"/>
                  </a:lnTo>
                  <a:lnTo>
                    <a:pt x="0" y="21600"/>
                  </a:lnTo>
                  <a:lnTo>
                    <a:pt x="19442" y="21600"/>
                  </a:lnTo>
                  <a:lnTo>
                    <a:pt x="21600" y="10594"/>
                  </a:lnTo>
                  <a:lnTo>
                    <a:pt x="19572" y="0"/>
                  </a:lnTo>
                  <a:lnTo>
                    <a:pt x="107" y="6"/>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0" name="Google Shape;2160;p81"/>
            <p:cNvSpPr/>
            <p:nvPr/>
          </p:nvSpPr>
          <p:spPr>
            <a:xfrm>
              <a:off x="7293458" y="8934864"/>
              <a:ext cx="4562892" cy="2661768"/>
            </a:xfrm>
            <a:custGeom>
              <a:rect b="b" l="l" r="r" t="t"/>
              <a:pathLst>
                <a:path extrusionOk="0" h="21600" w="21600">
                  <a:moveTo>
                    <a:pt x="21600" y="0"/>
                  </a:moveTo>
                  <a:lnTo>
                    <a:pt x="3917" y="0"/>
                  </a:lnTo>
                  <a:lnTo>
                    <a:pt x="0" y="21588"/>
                  </a:lnTo>
                  <a:lnTo>
                    <a:pt x="17687" y="21600"/>
                  </a:ln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1" name="Google Shape;2161;p81"/>
            <p:cNvSpPr/>
            <p:nvPr/>
          </p:nvSpPr>
          <p:spPr>
            <a:xfrm>
              <a:off x="11226527" y="8937159"/>
              <a:ext cx="4568778" cy="2659392"/>
            </a:xfrm>
            <a:custGeom>
              <a:rect b="b" l="l" r="r" t="t"/>
              <a:pathLst>
                <a:path extrusionOk="0" h="21600" w="21600">
                  <a:moveTo>
                    <a:pt x="3943" y="0"/>
                  </a:moveTo>
                  <a:lnTo>
                    <a:pt x="0" y="21588"/>
                  </a:lnTo>
                  <a:lnTo>
                    <a:pt x="17676" y="21600"/>
                  </a:lnTo>
                  <a:lnTo>
                    <a:pt x="21600" y="7"/>
                  </a:lnTo>
                  <a:lnTo>
                    <a:pt x="3943"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2" name="Google Shape;2162;p81"/>
            <p:cNvSpPr/>
            <p:nvPr/>
          </p:nvSpPr>
          <p:spPr>
            <a:xfrm>
              <a:off x="12114584" y="6150240"/>
              <a:ext cx="4155894" cy="2599722"/>
            </a:xfrm>
            <a:custGeom>
              <a:rect b="b" l="l" r="r" t="t"/>
              <a:pathLst>
                <a:path extrusionOk="0" h="21600" w="21600">
                  <a:moveTo>
                    <a:pt x="129" y="0"/>
                  </a:moveTo>
                  <a:lnTo>
                    <a:pt x="19591" y="0"/>
                  </a:lnTo>
                  <a:lnTo>
                    <a:pt x="21600" y="10601"/>
                  </a:lnTo>
                  <a:lnTo>
                    <a:pt x="19436" y="21600"/>
                  </a:lnTo>
                  <a:lnTo>
                    <a:pt x="0" y="21596"/>
                  </a:lnTo>
                  <a:lnTo>
                    <a:pt x="2172" y="10613"/>
                  </a:lnTo>
                  <a:lnTo>
                    <a:pt x="12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3" name="Google Shape;2163;p81"/>
            <p:cNvSpPr/>
            <p:nvPr/>
          </p:nvSpPr>
          <p:spPr>
            <a:xfrm>
              <a:off x="11308618" y="3419629"/>
              <a:ext cx="4516614" cy="2546208"/>
            </a:xfrm>
            <a:custGeom>
              <a:rect b="b" l="l" r="r" t="t"/>
              <a:pathLst>
                <a:path extrusionOk="0" h="21600" w="21600">
                  <a:moveTo>
                    <a:pt x="0" y="0"/>
                  </a:moveTo>
                  <a:lnTo>
                    <a:pt x="17876" y="0"/>
                  </a:lnTo>
                  <a:lnTo>
                    <a:pt x="21600" y="21589"/>
                  </a:lnTo>
                  <a:lnTo>
                    <a:pt x="3712"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4" name="Google Shape;2164;p81"/>
            <p:cNvSpPr/>
            <p:nvPr/>
          </p:nvSpPr>
          <p:spPr>
            <a:xfrm>
              <a:off x="10917621" y="2120942"/>
              <a:ext cx="4075596" cy="1115856"/>
            </a:xfrm>
            <a:custGeom>
              <a:rect b="b" l="l" r="r" t="t"/>
              <a:pathLst>
                <a:path extrusionOk="0" h="21600" w="21600">
                  <a:moveTo>
                    <a:pt x="0" y="0"/>
                  </a:moveTo>
                  <a:lnTo>
                    <a:pt x="19773" y="0"/>
                  </a:lnTo>
                  <a:lnTo>
                    <a:pt x="21600" y="21600"/>
                  </a:lnTo>
                  <a:lnTo>
                    <a:pt x="1784" y="21585"/>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65" name="Google Shape;2165;p81"/>
            <p:cNvSpPr/>
            <p:nvPr/>
          </p:nvSpPr>
          <p:spPr>
            <a:xfrm>
              <a:off x="14854348" y="2119541"/>
              <a:ext cx="4073760" cy="1118178"/>
            </a:xfrm>
            <a:custGeom>
              <a:rect b="b" l="l" r="r" t="t"/>
              <a:pathLst>
                <a:path extrusionOk="0" h="21600" w="21600">
                  <a:moveTo>
                    <a:pt x="0" y="0"/>
                  </a:moveTo>
                  <a:lnTo>
                    <a:pt x="19815" y="0"/>
                  </a:lnTo>
                  <a:lnTo>
                    <a:pt x="21600" y="21545"/>
                  </a:lnTo>
                  <a:lnTo>
                    <a:pt x="1774"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66" name="Google Shape;2166;p81"/>
            <p:cNvSpPr/>
            <p:nvPr/>
          </p:nvSpPr>
          <p:spPr>
            <a:xfrm>
              <a:off x="15248234" y="3418116"/>
              <a:ext cx="4512348" cy="2547990"/>
            </a:xfrm>
            <a:custGeom>
              <a:rect b="b" l="l" r="r" t="t"/>
              <a:pathLst>
                <a:path extrusionOk="0" h="21600" w="21600">
                  <a:moveTo>
                    <a:pt x="0" y="0"/>
                  </a:moveTo>
                  <a:lnTo>
                    <a:pt x="17903" y="0"/>
                  </a:lnTo>
                  <a:lnTo>
                    <a:pt x="21600" y="21600"/>
                  </a:lnTo>
                  <a:lnTo>
                    <a:pt x="3706" y="21581"/>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7" name="Google Shape;2167;p81"/>
            <p:cNvSpPr/>
            <p:nvPr/>
          </p:nvSpPr>
          <p:spPr>
            <a:xfrm>
              <a:off x="16057867" y="6150563"/>
              <a:ext cx="4149684" cy="2599938"/>
            </a:xfrm>
            <a:custGeom>
              <a:rect b="b" l="l" r="r" t="t"/>
              <a:pathLst>
                <a:path extrusionOk="0" h="21600" w="21600">
                  <a:moveTo>
                    <a:pt x="122" y="0"/>
                  </a:moveTo>
                  <a:lnTo>
                    <a:pt x="19589" y="0"/>
                  </a:lnTo>
                  <a:lnTo>
                    <a:pt x="21600" y="10640"/>
                  </a:lnTo>
                  <a:lnTo>
                    <a:pt x="19444" y="21600"/>
                  </a:lnTo>
                  <a:lnTo>
                    <a:pt x="0" y="21594"/>
                  </a:lnTo>
                  <a:lnTo>
                    <a:pt x="2137" y="10617"/>
                  </a:lnTo>
                  <a:lnTo>
                    <a:pt x="122"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8" name="Google Shape;2168;p81"/>
            <p:cNvSpPr/>
            <p:nvPr/>
          </p:nvSpPr>
          <p:spPr>
            <a:xfrm>
              <a:off x="15167930" y="8935621"/>
              <a:ext cx="4566456" cy="2657394"/>
            </a:xfrm>
            <a:custGeom>
              <a:rect b="b" l="l" r="r" t="t"/>
              <a:pathLst>
                <a:path extrusionOk="0" h="21600" w="21600">
                  <a:moveTo>
                    <a:pt x="17669" y="21600"/>
                  </a:moveTo>
                  <a:lnTo>
                    <a:pt x="0" y="21599"/>
                  </a:lnTo>
                  <a:lnTo>
                    <a:pt x="3928" y="0"/>
                  </a:lnTo>
                  <a:lnTo>
                    <a:pt x="21600" y="22"/>
                  </a:lnTo>
                  <a:lnTo>
                    <a:pt x="17669" y="2160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169" name="Google Shape;2169;p81"/>
            <p:cNvSpPr/>
            <p:nvPr/>
          </p:nvSpPr>
          <p:spPr>
            <a:xfrm>
              <a:off x="19102948" y="8935460"/>
              <a:ext cx="3621240" cy="2661660"/>
            </a:xfrm>
            <a:custGeom>
              <a:rect b="b" l="l" r="r" t="t"/>
              <a:pathLst>
                <a:path extrusionOk="0" h="21600" w="21600">
                  <a:moveTo>
                    <a:pt x="4959" y="0"/>
                  </a:moveTo>
                  <a:lnTo>
                    <a:pt x="21596" y="0"/>
                  </a:lnTo>
                  <a:lnTo>
                    <a:pt x="21600" y="21588"/>
                  </a:lnTo>
                  <a:lnTo>
                    <a:pt x="0" y="21600"/>
                  </a:lnTo>
                  <a:lnTo>
                    <a:pt x="4959"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70" name="Google Shape;2170;p81"/>
            <p:cNvSpPr/>
            <p:nvPr/>
          </p:nvSpPr>
          <p:spPr>
            <a:xfrm>
              <a:off x="19993209" y="6147028"/>
              <a:ext cx="2731860" cy="2606958"/>
            </a:xfrm>
            <a:custGeom>
              <a:rect b="b" l="l" r="r" t="t"/>
              <a:pathLst>
                <a:path extrusionOk="0" h="21600" w="21600">
                  <a:moveTo>
                    <a:pt x="21594" y="0"/>
                  </a:moveTo>
                  <a:lnTo>
                    <a:pt x="177" y="0"/>
                  </a:lnTo>
                  <a:lnTo>
                    <a:pt x="3292" y="10651"/>
                  </a:lnTo>
                  <a:lnTo>
                    <a:pt x="0" y="21600"/>
                  </a:lnTo>
                  <a:lnTo>
                    <a:pt x="21600" y="21600"/>
                  </a:lnTo>
                  <a:lnTo>
                    <a:pt x="21594"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71" name="Google Shape;2171;p81"/>
            <p:cNvSpPr/>
            <p:nvPr/>
          </p:nvSpPr>
          <p:spPr>
            <a:xfrm>
              <a:off x="19187152" y="3420720"/>
              <a:ext cx="3539106" cy="2545344"/>
            </a:xfrm>
            <a:custGeom>
              <a:rect b="b" l="l" r="r" t="t"/>
              <a:pathLst>
                <a:path extrusionOk="0" h="21600" w="21600">
                  <a:moveTo>
                    <a:pt x="21600" y="0"/>
                  </a:moveTo>
                  <a:lnTo>
                    <a:pt x="0" y="0"/>
                  </a:lnTo>
                  <a:lnTo>
                    <a:pt x="4735" y="21581"/>
                  </a:lnTo>
                  <a:lnTo>
                    <a:pt x="21593" y="21600"/>
                  </a:lnTo>
                  <a:lnTo>
                    <a:pt x="2160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72" name="Google Shape;2172;p81"/>
            <p:cNvSpPr/>
            <p:nvPr/>
          </p:nvSpPr>
          <p:spPr>
            <a:xfrm>
              <a:off x="18789898" y="2117891"/>
              <a:ext cx="3935250" cy="1119528"/>
            </a:xfrm>
            <a:custGeom>
              <a:rect b="b" l="l" r="r" t="t"/>
              <a:pathLst>
                <a:path extrusionOk="0" h="21600" w="21600">
                  <a:moveTo>
                    <a:pt x="0" y="0"/>
                  </a:moveTo>
                  <a:lnTo>
                    <a:pt x="21600" y="0"/>
                  </a:lnTo>
                  <a:lnTo>
                    <a:pt x="21600" y="21600"/>
                  </a:lnTo>
                  <a:lnTo>
                    <a:pt x="1864" y="21572"/>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173" name="Google Shape;2173;p81"/>
            <p:cNvSpPr txBox="1"/>
            <p:nvPr/>
          </p:nvSpPr>
          <p:spPr>
            <a:xfrm>
              <a:off x="1848733" y="4310515"/>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174" name="Google Shape;2174;p81"/>
            <p:cNvSpPr/>
            <p:nvPr/>
          </p:nvSpPr>
          <p:spPr>
            <a:xfrm>
              <a:off x="4217048"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75" name="Google Shape;2175;p81"/>
            <p:cNvSpPr/>
            <p:nvPr/>
          </p:nvSpPr>
          <p:spPr>
            <a:xfrm>
              <a:off x="4222488"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76" name="Google Shape;2176;p81"/>
            <p:cNvSpPr txBox="1"/>
            <p:nvPr/>
          </p:nvSpPr>
          <p:spPr>
            <a:xfrm>
              <a:off x="1859664" y="6956488"/>
              <a:ext cx="17076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177" name="Google Shape;2177;p81"/>
            <p:cNvSpPr txBox="1"/>
            <p:nvPr/>
          </p:nvSpPr>
          <p:spPr>
            <a:xfrm>
              <a:off x="1848733" y="9675321"/>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178" name="Google Shape;2178;p81"/>
            <p:cNvSpPr txBox="1"/>
            <p:nvPr/>
          </p:nvSpPr>
          <p:spPr>
            <a:xfrm>
              <a:off x="20591336" y="4449557"/>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179" name="Google Shape;2179;p81"/>
            <p:cNvSpPr txBox="1"/>
            <p:nvPr/>
          </p:nvSpPr>
          <p:spPr>
            <a:xfrm>
              <a:off x="20591336" y="7157099"/>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180" name="Google Shape;2180;p81"/>
            <p:cNvSpPr txBox="1"/>
            <p:nvPr/>
          </p:nvSpPr>
          <p:spPr>
            <a:xfrm>
              <a:off x="20591336" y="9983461"/>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181" name="Google Shape;2181;p81"/>
            <p:cNvSpPr/>
            <p:nvPr/>
          </p:nvSpPr>
          <p:spPr>
            <a:xfrm>
              <a:off x="8230013"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82" name="Google Shape;2182;p81"/>
            <p:cNvSpPr/>
            <p:nvPr/>
          </p:nvSpPr>
          <p:spPr>
            <a:xfrm>
              <a:off x="8235453"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83" name="Google Shape;2183;p81"/>
            <p:cNvSpPr/>
            <p:nvPr/>
          </p:nvSpPr>
          <p:spPr>
            <a:xfrm>
              <a:off x="12146280"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84" name="Google Shape;2184;p81"/>
            <p:cNvSpPr/>
            <p:nvPr/>
          </p:nvSpPr>
          <p:spPr>
            <a:xfrm>
              <a:off x="12151720"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85" name="Google Shape;2185;p81"/>
            <p:cNvSpPr/>
            <p:nvPr/>
          </p:nvSpPr>
          <p:spPr>
            <a:xfrm>
              <a:off x="16062545"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86" name="Google Shape;2186;p81"/>
            <p:cNvSpPr/>
            <p:nvPr/>
          </p:nvSpPr>
          <p:spPr>
            <a:xfrm>
              <a:off x="16067986"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87" name="Google Shape;2187;p81"/>
            <p:cNvSpPr/>
            <p:nvPr/>
          </p:nvSpPr>
          <p:spPr>
            <a:xfrm>
              <a:off x="4215117"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88" name="Google Shape;2188;p81"/>
            <p:cNvSpPr/>
            <p:nvPr/>
          </p:nvSpPr>
          <p:spPr>
            <a:xfrm>
              <a:off x="4220557"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89" name="Google Shape;2189;p81"/>
            <p:cNvSpPr/>
            <p:nvPr/>
          </p:nvSpPr>
          <p:spPr>
            <a:xfrm>
              <a:off x="8228082"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90" name="Google Shape;2190;p81"/>
            <p:cNvSpPr/>
            <p:nvPr/>
          </p:nvSpPr>
          <p:spPr>
            <a:xfrm>
              <a:off x="8233522"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91" name="Google Shape;2191;p81"/>
            <p:cNvSpPr/>
            <p:nvPr/>
          </p:nvSpPr>
          <p:spPr>
            <a:xfrm>
              <a:off x="12144349"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92" name="Google Shape;2192;p81"/>
            <p:cNvSpPr/>
            <p:nvPr/>
          </p:nvSpPr>
          <p:spPr>
            <a:xfrm>
              <a:off x="12149789"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93" name="Google Shape;2193;p81"/>
            <p:cNvSpPr/>
            <p:nvPr/>
          </p:nvSpPr>
          <p:spPr>
            <a:xfrm>
              <a:off x="16060616"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94" name="Google Shape;2194;p81"/>
            <p:cNvSpPr/>
            <p:nvPr/>
          </p:nvSpPr>
          <p:spPr>
            <a:xfrm>
              <a:off x="16066056"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95" name="Google Shape;2195;p81"/>
            <p:cNvSpPr/>
            <p:nvPr/>
          </p:nvSpPr>
          <p:spPr>
            <a:xfrm>
              <a:off x="4977486"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96" name="Google Shape;2196;p81"/>
            <p:cNvSpPr/>
            <p:nvPr/>
          </p:nvSpPr>
          <p:spPr>
            <a:xfrm>
              <a:off x="4982926"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97" name="Google Shape;2197;p81"/>
            <p:cNvSpPr/>
            <p:nvPr/>
          </p:nvSpPr>
          <p:spPr>
            <a:xfrm>
              <a:off x="8877637"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198" name="Google Shape;2198;p81"/>
            <p:cNvSpPr/>
            <p:nvPr/>
          </p:nvSpPr>
          <p:spPr>
            <a:xfrm>
              <a:off x="8883077"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199" name="Google Shape;2199;p81"/>
            <p:cNvSpPr/>
            <p:nvPr/>
          </p:nvSpPr>
          <p:spPr>
            <a:xfrm>
              <a:off x="12793905"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00" name="Google Shape;2200;p81"/>
            <p:cNvSpPr/>
            <p:nvPr/>
          </p:nvSpPr>
          <p:spPr>
            <a:xfrm>
              <a:off x="12799345"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01" name="Google Shape;2201;p81"/>
            <p:cNvSpPr/>
            <p:nvPr/>
          </p:nvSpPr>
          <p:spPr>
            <a:xfrm>
              <a:off x="16758520"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02" name="Google Shape;2202;p81"/>
            <p:cNvSpPr/>
            <p:nvPr/>
          </p:nvSpPr>
          <p:spPr>
            <a:xfrm>
              <a:off x="16763961"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03" name="Google Shape;2203;p81"/>
            <p:cNvSpPr txBox="1"/>
            <p:nvPr/>
          </p:nvSpPr>
          <p:spPr>
            <a:xfrm>
              <a:off x="3606282"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01</a:t>
              </a:r>
              <a:endParaRPr b="1" i="0" sz="1000" u="none" cap="none" strike="noStrike">
                <a:solidFill>
                  <a:srgbClr val="000000"/>
                </a:solidFill>
                <a:latin typeface="Instrument Sans"/>
                <a:ea typeface="Instrument Sans"/>
                <a:cs typeface="Instrument Sans"/>
                <a:sym typeface="Instrument Sans"/>
              </a:endParaRPr>
            </a:p>
          </p:txBody>
        </p:sp>
        <p:sp>
          <p:nvSpPr>
            <p:cNvPr id="2204" name="Google Shape;2204;p81"/>
            <p:cNvSpPr txBox="1"/>
            <p:nvPr/>
          </p:nvSpPr>
          <p:spPr>
            <a:xfrm>
              <a:off x="752255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02</a:t>
              </a:r>
              <a:endParaRPr b="1" i="0" sz="1000" u="none" cap="none" strike="noStrike">
                <a:solidFill>
                  <a:srgbClr val="000000"/>
                </a:solidFill>
                <a:latin typeface="Instrument Sans"/>
                <a:ea typeface="Instrument Sans"/>
                <a:cs typeface="Instrument Sans"/>
                <a:sym typeface="Instrument Sans"/>
              </a:endParaRPr>
            </a:p>
          </p:txBody>
        </p:sp>
        <p:sp>
          <p:nvSpPr>
            <p:cNvPr id="2205" name="Google Shape;2205;p81"/>
            <p:cNvSpPr txBox="1"/>
            <p:nvPr/>
          </p:nvSpPr>
          <p:spPr>
            <a:xfrm>
              <a:off x="11498295"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03</a:t>
              </a:r>
              <a:endParaRPr b="1" i="0" sz="1000" u="none" cap="none" strike="noStrike">
                <a:solidFill>
                  <a:srgbClr val="000000"/>
                </a:solidFill>
                <a:latin typeface="Instrument Sans"/>
                <a:ea typeface="Instrument Sans"/>
                <a:cs typeface="Instrument Sans"/>
                <a:sym typeface="Instrument Sans"/>
              </a:endParaRPr>
            </a:p>
          </p:txBody>
        </p:sp>
        <p:sp>
          <p:nvSpPr>
            <p:cNvPr id="2206" name="Google Shape;2206;p81"/>
            <p:cNvSpPr txBox="1"/>
            <p:nvPr/>
          </p:nvSpPr>
          <p:spPr>
            <a:xfrm>
              <a:off x="1540217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04</a:t>
              </a:r>
              <a:endParaRPr b="1" i="0" sz="1000" u="none" cap="none" strike="noStrike">
                <a:solidFill>
                  <a:srgbClr val="000000"/>
                </a:solidFill>
                <a:latin typeface="Instrument Sans"/>
                <a:ea typeface="Instrument Sans"/>
                <a:cs typeface="Instrument Sans"/>
                <a:sym typeface="Instrument Sans"/>
              </a:endParaRPr>
            </a:p>
          </p:txBody>
        </p:sp>
        <p:sp>
          <p:nvSpPr>
            <p:cNvPr id="2207" name="Google Shape;2207;p81"/>
            <p:cNvSpPr txBox="1"/>
            <p:nvPr/>
          </p:nvSpPr>
          <p:spPr>
            <a:xfrm>
              <a:off x="1935067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Results</a:t>
              </a:r>
              <a:endParaRPr b="1" i="0" sz="1000" u="none" cap="none" strike="noStrike">
                <a:solidFill>
                  <a:srgbClr val="000000"/>
                </a:solidFill>
                <a:latin typeface="Instrument Sans"/>
                <a:ea typeface="Instrument Sans"/>
                <a:cs typeface="Instrument Sans"/>
                <a:sym typeface="Instrument Sans"/>
              </a:endParaRPr>
            </a:p>
          </p:txBody>
        </p:sp>
        <p:sp>
          <p:nvSpPr>
            <p:cNvPr id="2208" name="Google Shape;2208;p81"/>
            <p:cNvSpPr txBox="1"/>
            <p:nvPr/>
          </p:nvSpPr>
          <p:spPr>
            <a:xfrm>
              <a:off x="1863577" y="2436919"/>
              <a:ext cx="5838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a:t>
              </a:r>
              <a:endParaRPr b="1" i="0" sz="1000" u="none" cap="none" strike="noStrike">
                <a:solidFill>
                  <a:srgbClr val="000000"/>
                </a:solidFill>
                <a:latin typeface="Instrument Sans"/>
                <a:ea typeface="Instrument Sans"/>
                <a:cs typeface="Instrument Sans"/>
                <a:sym typeface="Instrument Sans"/>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grpSp>
        <p:nvGrpSpPr>
          <p:cNvPr id="2213" name="Google Shape;2213;p82"/>
          <p:cNvGrpSpPr/>
          <p:nvPr/>
        </p:nvGrpSpPr>
        <p:grpSpPr>
          <a:xfrm>
            <a:off x="1224900" y="1587312"/>
            <a:ext cx="15819793" cy="7112374"/>
            <a:chOff x="1633201" y="2116415"/>
            <a:chExt cx="21093057" cy="9483165"/>
          </a:xfrm>
        </p:grpSpPr>
        <p:sp>
          <p:nvSpPr>
            <p:cNvPr id="2214" name="Google Shape;2214;p82"/>
            <p:cNvSpPr/>
            <p:nvPr/>
          </p:nvSpPr>
          <p:spPr>
            <a:xfrm>
              <a:off x="1637530" y="2121500"/>
              <a:ext cx="1544022" cy="1113426"/>
            </a:xfrm>
            <a:custGeom>
              <a:rect b="b" l="l" r="r" t="t"/>
              <a:pathLst>
                <a:path extrusionOk="0" h="21600" w="21600">
                  <a:moveTo>
                    <a:pt x="16771" y="0"/>
                  </a:moveTo>
                  <a:lnTo>
                    <a:pt x="0" y="0"/>
                  </a:lnTo>
                  <a:lnTo>
                    <a:pt x="0" y="21600"/>
                  </a:lnTo>
                  <a:lnTo>
                    <a:pt x="21600" y="21600"/>
                  </a:lnTo>
                  <a:lnTo>
                    <a:pt x="16771"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15" name="Google Shape;2215;p82"/>
            <p:cNvSpPr/>
            <p:nvPr/>
          </p:nvSpPr>
          <p:spPr>
            <a:xfrm>
              <a:off x="1633201" y="3423821"/>
              <a:ext cx="2378538" cy="2547342"/>
            </a:xfrm>
            <a:custGeom>
              <a:rect b="b" l="l" r="r" t="t"/>
              <a:pathLst>
                <a:path extrusionOk="0" h="21600" w="21600">
                  <a:moveTo>
                    <a:pt x="14510" y="0"/>
                  </a:moveTo>
                  <a:lnTo>
                    <a:pt x="0" y="0"/>
                  </a:lnTo>
                  <a:lnTo>
                    <a:pt x="0" y="21600"/>
                  </a:lnTo>
                  <a:lnTo>
                    <a:pt x="21600" y="21600"/>
                  </a:lnTo>
                  <a:lnTo>
                    <a:pt x="1451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16" name="Google Shape;2216;p82"/>
            <p:cNvSpPr/>
            <p:nvPr/>
          </p:nvSpPr>
          <p:spPr>
            <a:xfrm>
              <a:off x="1633463" y="6149781"/>
              <a:ext cx="2818854" cy="2600154"/>
            </a:xfrm>
            <a:custGeom>
              <a:rect b="b" l="l" r="r" t="t"/>
              <a:pathLst>
                <a:path extrusionOk="0" h="21600" w="21600">
                  <a:moveTo>
                    <a:pt x="28" y="0"/>
                  </a:moveTo>
                  <a:lnTo>
                    <a:pt x="18656" y="0"/>
                  </a:lnTo>
                  <a:lnTo>
                    <a:pt x="21600" y="10538"/>
                  </a:lnTo>
                  <a:lnTo>
                    <a:pt x="18478" y="21600"/>
                  </a:lnTo>
                  <a:lnTo>
                    <a:pt x="0" y="21586"/>
                  </a:lnTo>
                  <a:lnTo>
                    <a:pt x="28"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17" name="Google Shape;2217;p82"/>
            <p:cNvSpPr/>
            <p:nvPr/>
          </p:nvSpPr>
          <p:spPr>
            <a:xfrm>
              <a:off x="1633660" y="8934356"/>
              <a:ext cx="2353158" cy="2665224"/>
            </a:xfrm>
            <a:custGeom>
              <a:rect b="b" l="l" r="r" t="t"/>
              <a:pathLst>
                <a:path extrusionOk="0" h="21600" w="21600">
                  <a:moveTo>
                    <a:pt x="21600" y="1"/>
                  </a:moveTo>
                  <a:lnTo>
                    <a:pt x="66" y="0"/>
                  </a:lnTo>
                  <a:lnTo>
                    <a:pt x="0" y="21600"/>
                  </a:lnTo>
                  <a:lnTo>
                    <a:pt x="13912" y="21553"/>
                  </a:lnTo>
                  <a:lnTo>
                    <a:pt x="21600" y="1"/>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18" name="Google Shape;2218;p82"/>
            <p:cNvSpPr/>
            <p:nvPr/>
          </p:nvSpPr>
          <p:spPr>
            <a:xfrm>
              <a:off x="3040211" y="2116415"/>
              <a:ext cx="4074354" cy="1117314"/>
            </a:xfrm>
            <a:custGeom>
              <a:rect b="b" l="l" r="r" t="t"/>
              <a:pathLst>
                <a:path extrusionOk="0" h="21600" w="21600">
                  <a:moveTo>
                    <a:pt x="0" y="0"/>
                  </a:moveTo>
                  <a:lnTo>
                    <a:pt x="19807" y="0"/>
                  </a:lnTo>
                  <a:lnTo>
                    <a:pt x="21600" y="21600"/>
                  </a:lnTo>
                  <a:lnTo>
                    <a:pt x="1785"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19" name="Google Shape;2219;p82"/>
            <p:cNvSpPr/>
            <p:nvPr/>
          </p:nvSpPr>
          <p:spPr>
            <a:xfrm>
              <a:off x="3436342" y="3418376"/>
              <a:ext cx="4508946" cy="2544966"/>
            </a:xfrm>
            <a:custGeom>
              <a:rect b="b" l="l" r="r" t="t"/>
              <a:pathLst>
                <a:path extrusionOk="0" h="21600" w="21600">
                  <a:moveTo>
                    <a:pt x="0" y="0"/>
                  </a:moveTo>
                  <a:lnTo>
                    <a:pt x="17900" y="0"/>
                  </a:lnTo>
                  <a:lnTo>
                    <a:pt x="21600" y="21600"/>
                  </a:lnTo>
                  <a:lnTo>
                    <a:pt x="3703" y="21599"/>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0" name="Google Shape;2220;p82"/>
            <p:cNvSpPr/>
            <p:nvPr/>
          </p:nvSpPr>
          <p:spPr>
            <a:xfrm>
              <a:off x="4243871" y="6149223"/>
              <a:ext cx="4149360" cy="2604312"/>
            </a:xfrm>
            <a:custGeom>
              <a:rect b="b" l="l" r="r" t="t"/>
              <a:pathLst>
                <a:path extrusionOk="0" h="21600" w="21600">
                  <a:moveTo>
                    <a:pt x="19565" y="0"/>
                  </a:moveTo>
                  <a:lnTo>
                    <a:pt x="103" y="0"/>
                  </a:lnTo>
                  <a:lnTo>
                    <a:pt x="2148" y="10629"/>
                  </a:lnTo>
                  <a:lnTo>
                    <a:pt x="0" y="21565"/>
                  </a:lnTo>
                  <a:lnTo>
                    <a:pt x="19438" y="21600"/>
                  </a:lnTo>
                  <a:lnTo>
                    <a:pt x="21600" y="10586"/>
                  </a:lnTo>
                  <a:lnTo>
                    <a:pt x="19565"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1" name="Google Shape;2221;p82"/>
            <p:cNvSpPr/>
            <p:nvPr/>
          </p:nvSpPr>
          <p:spPr>
            <a:xfrm>
              <a:off x="3346549" y="8936179"/>
              <a:ext cx="4576392" cy="2660796"/>
            </a:xfrm>
            <a:custGeom>
              <a:rect b="b" l="l" r="r" t="t"/>
              <a:pathLst>
                <a:path extrusionOk="0" h="21600" w="21600">
                  <a:moveTo>
                    <a:pt x="3946" y="0"/>
                  </a:moveTo>
                  <a:lnTo>
                    <a:pt x="21600" y="0"/>
                  </a:lnTo>
                  <a:lnTo>
                    <a:pt x="17669" y="21600"/>
                  </a:lnTo>
                  <a:lnTo>
                    <a:pt x="0" y="21585"/>
                  </a:lnTo>
                  <a:lnTo>
                    <a:pt x="3946"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2" name="Google Shape;2222;p82"/>
            <p:cNvSpPr/>
            <p:nvPr/>
          </p:nvSpPr>
          <p:spPr>
            <a:xfrm>
              <a:off x="6973304" y="2119119"/>
              <a:ext cx="4078404" cy="1115964"/>
            </a:xfrm>
            <a:custGeom>
              <a:rect b="b" l="l" r="r" t="t"/>
              <a:pathLst>
                <a:path extrusionOk="0" h="21600" w="21600">
                  <a:moveTo>
                    <a:pt x="0" y="0"/>
                  </a:moveTo>
                  <a:lnTo>
                    <a:pt x="19817" y="0"/>
                  </a:lnTo>
                  <a:lnTo>
                    <a:pt x="21600" y="21571"/>
                  </a:lnTo>
                  <a:lnTo>
                    <a:pt x="1821"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23" name="Google Shape;2223;p82"/>
            <p:cNvSpPr/>
            <p:nvPr/>
          </p:nvSpPr>
          <p:spPr>
            <a:xfrm>
              <a:off x="7370923" y="3417406"/>
              <a:ext cx="4513158" cy="2544102"/>
            </a:xfrm>
            <a:custGeom>
              <a:rect b="b" l="l" r="r" t="t"/>
              <a:pathLst>
                <a:path extrusionOk="0" h="21600" w="21600">
                  <a:moveTo>
                    <a:pt x="0" y="23"/>
                  </a:moveTo>
                  <a:lnTo>
                    <a:pt x="3710" y="21600"/>
                  </a:lnTo>
                  <a:lnTo>
                    <a:pt x="21600" y="21600"/>
                  </a:lnTo>
                  <a:lnTo>
                    <a:pt x="17884" y="0"/>
                  </a:lnTo>
                  <a:lnTo>
                    <a:pt x="0" y="2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4" name="Google Shape;2224;p82"/>
            <p:cNvSpPr/>
            <p:nvPr/>
          </p:nvSpPr>
          <p:spPr>
            <a:xfrm>
              <a:off x="8181808" y="6148508"/>
              <a:ext cx="4148820" cy="2601018"/>
            </a:xfrm>
            <a:custGeom>
              <a:rect b="b" l="l" r="r" t="t"/>
              <a:pathLst>
                <a:path extrusionOk="0" h="21600" w="21600">
                  <a:moveTo>
                    <a:pt x="107" y="6"/>
                  </a:moveTo>
                  <a:lnTo>
                    <a:pt x="2118" y="10541"/>
                  </a:lnTo>
                  <a:lnTo>
                    <a:pt x="0" y="21600"/>
                  </a:lnTo>
                  <a:lnTo>
                    <a:pt x="19442" y="21600"/>
                  </a:lnTo>
                  <a:lnTo>
                    <a:pt x="21600" y="10594"/>
                  </a:lnTo>
                  <a:lnTo>
                    <a:pt x="19572" y="0"/>
                  </a:lnTo>
                  <a:lnTo>
                    <a:pt x="107" y="6"/>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5" name="Google Shape;2225;p82"/>
            <p:cNvSpPr/>
            <p:nvPr/>
          </p:nvSpPr>
          <p:spPr>
            <a:xfrm>
              <a:off x="7293458" y="8934864"/>
              <a:ext cx="4562892" cy="2661768"/>
            </a:xfrm>
            <a:custGeom>
              <a:rect b="b" l="l" r="r" t="t"/>
              <a:pathLst>
                <a:path extrusionOk="0" h="21600" w="21600">
                  <a:moveTo>
                    <a:pt x="21600" y="0"/>
                  </a:moveTo>
                  <a:lnTo>
                    <a:pt x="3917" y="0"/>
                  </a:lnTo>
                  <a:lnTo>
                    <a:pt x="0" y="21588"/>
                  </a:lnTo>
                  <a:lnTo>
                    <a:pt x="17687" y="21600"/>
                  </a:ln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6" name="Google Shape;2226;p82"/>
            <p:cNvSpPr/>
            <p:nvPr/>
          </p:nvSpPr>
          <p:spPr>
            <a:xfrm>
              <a:off x="11226527" y="8937159"/>
              <a:ext cx="4568778" cy="2659392"/>
            </a:xfrm>
            <a:custGeom>
              <a:rect b="b" l="l" r="r" t="t"/>
              <a:pathLst>
                <a:path extrusionOk="0" h="21600" w="21600">
                  <a:moveTo>
                    <a:pt x="3943" y="0"/>
                  </a:moveTo>
                  <a:lnTo>
                    <a:pt x="0" y="21588"/>
                  </a:lnTo>
                  <a:lnTo>
                    <a:pt x="17676" y="21600"/>
                  </a:lnTo>
                  <a:lnTo>
                    <a:pt x="21600" y="7"/>
                  </a:lnTo>
                  <a:lnTo>
                    <a:pt x="3943"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7" name="Google Shape;2227;p82"/>
            <p:cNvSpPr/>
            <p:nvPr/>
          </p:nvSpPr>
          <p:spPr>
            <a:xfrm>
              <a:off x="12114584" y="6150240"/>
              <a:ext cx="4155894" cy="2599722"/>
            </a:xfrm>
            <a:custGeom>
              <a:rect b="b" l="l" r="r" t="t"/>
              <a:pathLst>
                <a:path extrusionOk="0" h="21600" w="21600">
                  <a:moveTo>
                    <a:pt x="129" y="0"/>
                  </a:moveTo>
                  <a:lnTo>
                    <a:pt x="19591" y="0"/>
                  </a:lnTo>
                  <a:lnTo>
                    <a:pt x="21600" y="10601"/>
                  </a:lnTo>
                  <a:lnTo>
                    <a:pt x="19436" y="21600"/>
                  </a:lnTo>
                  <a:lnTo>
                    <a:pt x="0" y="21596"/>
                  </a:lnTo>
                  <a:lnTo>
                    <a:pt x="2172" y="10613"/>
                  </a:lnTo>
                  <a:lnTo>
                    <a:pt x="12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8" name="Google Shape;2228;p82"/>
            <p:cNvSpPr/>
            <p:nvPr/>
          </p:nvSpPr>
          <p:spPr>
            <a:xfrm>
              <a:off x="11308618" y="3419629"/>
              <a:ext cx="4516614" cy="2546208"/>
            </a:xfrm>
            <a:custGeom>
              <a:rect b="b" l="l" r="r" t="t"/>
              <a:pathLst>
                <a:path extrusionOk="0" h="21600" w="21600">
                  <a:moveTo>
                    <a:pt x="0" y="0"/>
                  </a:moveTo>
                  <a:lnTo>
                    <a:pt x="17876" y="0"/>
                  </a:lnTo>
                  <a:lnTo>
                    <a:pt x="21600" y="21589"/>
                  </a:lnTo>
                  <a:lnTo>
                    <a:pt x="3712"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29" name="Google Shape;2229;p82"/>
            <p:cNvSpPr/>
            <p:nvPr/>
          </p:nvSpPr>
          <p:spPr>
            <a:xfrm>
              <a:off x="10917621" y="2120942"/>
              <a:ext cx="4075596" cy="1115856"/>
            </a:xfrm>
            <a:custGeom>
              <a:rect b="b" l="l" r="r" t="t"/>
              <a:pathLst>
                <a:path extrusionOk="0" h="21600" w="21600">
                  <a:moveTo>
                    <a:pt x="0" y="0"/>
                  </a:moveTo>
                  <a:lnTo>
                    <a:pt x="19773" y="0"/>
                  </a:lnTo>
                  <a:lnTo>
                    <a:pt x="21600" y="21600"/>
                  </a:lnTo>
                  <a:lnTo>
                    <a:pt x="1784" y="21585"/>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0" name="Google Shape;2230;p82"/>
            <p:cNvSpPr/>
            <p:nvPr/>
          </p:nvSpPr>
          <p:spPr>
            <a:xfrm>
              <a:off x="14854348" y="2119541"/>
              <a:ext cx="4073760" cy="1118178"/>
            </a:xfrm>
            <a:custGeom>
              <a:rect b="b" l="l" r="r" t="t"/>
              <a:pathLst>
                <a:path extrusionOk="0" h="21600" w="21600">
                  <a:moveTo>
                    <a:pt x="0" y="0"/>
                  </a:moveTo>
                  <a:lnTo>
                    <a:pt x="19815" y="0"/>
                  </a:lnTo>
                  <a:lnTo>
                    <a:pt x="21600" y="21545"/>
                  </a:lnTo>
                  <a:lnTo>
                    <a:pt x="1774"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1" name="Google Shape;2231;p82"/>
            <p:cNvSpPr/>
            <p:nvPr/>
          </p:nvSpPr>
          <p:spPr>
            <a:xfrm>
              <a:off x="15248234" y="3418116"/>
              <a:ext cx="4512348" cy="2547990"/>
            </a:xfrm>
            <a:custGeom>
              <a:rect b="b" l="l" r="r" t="t"/>
              <a:pathLst>
                <a:path extrusionOk="0" h="21600" w="21600">
                  <a:moveTo>
                    <a:pt x="0" y="0"/>
                  </a:moveTo>
                  <a:lnTo>
                    <a:pt x="17903" y="0"/>
                  </a:lnTo>
                  <a:lnTo>
                    <a:pt x="21600" y="21600"/>
                  </a:lnTo>
                  <a:lnTo>
                    <a:pt x="3706" y="21581"/>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32" name="Google Shape;2232;p82"/>
            <p:cNvSpPr/>
            <p:nvPr/>
          </p:nvSpPr>
          <p:spPr>
            <a:xfrm>
              <a:off x="16057867" y="6150563"/>
              <a:ext cx="4149684" cy="2599938"/>
            </a:xfrm>
            <a:custGeom>
              <a:rect b="b" l="l" r="r" t="t"/>
              <a:pathLst>
                <a:path extrusionOk="0" h="21600" w="21600">
                  <a:moveTo>
                    <a:pt x="122" y="0"/>
                  </a:moveTo>
                  <a:lnTo>
                    <a:pt x="19589" y="0"/>
                  </a:lnTo>
                  <a:lnTo>
                    <a:pt x="21600" y="10640"/>
                  </a:lnTo>
                  <a:lnTo>
                    <a:pt x="19444" y="21600"/>
                  </a:lnTo>
                  <a:lnTo>
                    <a:pt x="0" y="21594"/>
                  </a:lnTo>
                  <a:lnTo>
                    <a:pt x="2137" y="10617"/>
                  </a:lnTo>
                  <a:lnTo>
                    <a:pt x="122"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33" name="Google Shape;2233;p82"/>
            <p:cNvSpPr/>
            <p:nvPr/>
          </p:nvSpPr>
          <p:spPr>
            <a:xfrm>
              <a:off x="15167930" y="8935621"/>
              <a:ext cx="4566456" cy="2657394"/>
            </a:xfrm>
            <a:custGeom>
              <a:rect b="b" l="l" r="r" t="t"/>
              <a:pathLst>
                <a:path extrusionOk="0" h="21600" w="21600">
                  <a:moveTo>
                    <a:pt x="17669" y="21600"/>
                  </a:moveTo>
                  <a:lnTo>
                    <a:pt x="0" y="21599"/>
                  </a:lnTo>
                  <a:lnTo>
                    <a:pt x="3928" y="0"/>
                  </a:lnTo>
                  <a:lnTo>
                    <a:pt x="21600" y="22"/>
                  </a:lnTo>
                  <a:lnTo>
                    <a:pt x="17669" y="2160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Instrument Sans"/>
                <a:ea typeface="Instrument Sans"/>
                <a:cs typeface="Instrument Sans"/>
                <a:sym typeface="Instrument Sans"/>
              </a:endParaRPr>
            </a:p>
          </p:txBody>
        </p:sp>
        <p:sp>
          <p:nvSpPr>
            <p:cNvPr id="2234" name="Google Shape;2234;p82"/>
            <p:cNvSpPr/>
            <p:nvPr/>
          </p:nvSpPr>
          <p:spPr>
            <a:xfrm>
              <a:off x="19102948" y="8935460"/>
              <a:ext cx="3621240" cy="2661660"/>
            </a:xfrm>
            <a:custGeom>
              <a:rect b="b" l="l" r="r" t="t"/>
              <a:pathLst>
                <a:path extrusionOk="0" h="21600" w="21600">
                  <a:moveTo>
                    <a:pt x="4959" y="0"/>
                  </a:moveTo>
                  <a:lnTo>
                    <a:pt x="21596" y="0"/>
                  </a:lnTo>
                  <a:lnTo>
                    <a:pt x="21600" y="21588"/>
                  </a:lnTo>
                  <a:lnTo>
                    <a:pt x="0" y="21600"/>
                  </a:lnTo>
                  <a:lnTo>
                    <a:pt x="4959"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5" name="Google Shape;2235;p82"/>
            <p:cNvSpPr/>
            <p:nvPr/>
          </p:nvSpPr>
          <p:spPr>
            <a:xfrm>
              <a:off x="19993209" y="6147028"/>
              <a:ext cx="2731860" cy="2606958"/>
            </a:xfrm>
            <a:custGeom>
              <a:rect b="b" l="l" r="r" t="t"/>
              <a:pathLst>
                <a:path extrusionOk="0" h="21600" w="21600">
                  <a:moveTo>
                    <a:pt x="21594" y="0"/>
                  </a:moveTo>
                  <a:lnTo>
                    <a:pt x="177" y="0"/>
                  </a:lnTo>
                  <a:lnTo>
                    <a:pt x="3292" y="10651"/>
                  </a:lnTo>
                  <a:lnTo>
                    <a:pt x="0" y="21600"/>
                  </a:lnTo>
                  <a:lnTo>
                    <a:pt x="21600" y="21600"/>
                  </a:lnTo>
                  <a:lnTo>
                    <a:pt x="21594"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6" name="Google Shape;2236;p82"/>
            <p:cNvSpPr/>
            <p:nvPr/>
          </p:nvSpPr>
          <p:spPr>
            <a:xfrm>
              <a:off x="19187152" y="3420720"/>
              <a:ext cx="3539106" cy="2545344"/>
            </a:xfrm>
            <a:custGeom>
              <a:rect b="b" l="l" r="r" t="t"/>
              <a:pathLst>
                <a:path extrusionOk="0" h="21600" w="21600">
                  <a:moveTo>
                    <a:pt x="21600" y="0"/>
                  </a:moveTo>
                  <a:lnTo>
                    <a:pt x="0" y="0"/>
                  </a:lnTo>
                  <a:lnTo>
                    <a:pt x="4735" y="21581"/>
                  </a:lnTo>
                  <a:lnTo>
                    <a:pt x="21593" y="21600"/>
                  </a:lnTo>
                  <a:lnTo>
                    <a:pt x="2160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7" name="Google Shape;2237;p82"/>
            <p:cNvSpPr/>
            <p:nvPr/>
          </p:nvSpPr>
          <p:spPr>
            <a:xfrm>
              <a:off x="18789898" y="2117891"/>
              <a:ext cx="3935250" cy="1119528"/>
            </a:xfrm>
            <a:custGeom>
              <a:rect b="b" l="l" r="r" t="t"/>
              <a:pathLst>
                <a:path extrusionOk="0" h="21600" w="21600">
                  <a:moveTo>
                    <a:pt x="0" y="0"/>
                  </a:moveTo>
                  <a:lnTo>
                    <a:pt x="21600" y="0"/>
                  </a:lnTo>
                  <a:lnTo>
                    <a:pt x="21600" y="21600"/>
                  </a:lnTo>
                  <a:lnTo>
                    <a:pt x="1864" y="21572"/>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38" name="Google Shape;2238;p82"/>
            <p:cNvSpPr txBox="1"/>
            <p:nvPr/>
          </p:nvSpPr>
          <p:spPr>
            <a:xfrm>
              <a:off x="1848733" y="4310515"/>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239" name="Google Shape;2239;p82"/>
            <p:cNvSpPr/>
            <p:nvPr/>
          </p:nvSpPr>
          <p:spPr>
            <a:xfrm>
              <a:off x="4217048"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40" name="Google Shape;2240;p82"/>
            <p:cNvSpPr/>
            <p:nvPr/>
          </p:nvSpPr>
          <p:spPr>
            <a:xfrm>
              <a:off x="4222488"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41" name="Google Shape;2241;p82"/>
            <p:cNvSpPr txBox="1"/>
            <p:nvPr/>
          </p:nvSpPr>
          <p:spPr>
            <a:xfrm>
              <a:off x="1859664" y="6956488"/>
              <a:ext cx="17076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242" name="Google Shape;2242;p82"/>
            <p:cNvSpPr txBox="1"/>
            <p:nvPr/>
          </p:nvSpPr>
          <p:spPr>
            <a:xfrm>
              <a:off x="1848733" y="9675321"/>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Project name #03</a:t>
              </a:r>
              <a:endParaRPr b="1" i="0" sz="1000" u="none" cap="none" strike="noStrike">
                <a:solidFill>
                  <a:srgbClr val="000000"/>
                </a:solidFill>
                <a:latin typeface="Instrument Sans"/>
                <a:ea typeface="Instrument Sans"/>
                <a:cs typeface="Instrument Sans"/>
                <a:sym typeface="Instrument Sans"/>
              </a:endParaRPr>
            </a:p>
          </p:txBody>
        </p:sp>
        <p:sp>
          <p:nvSpPr>
            <p:cNvPr id="2243" name="Google Shape;2243;p82"/>
            <p:cNvSpPr txBox="1"/>
            <p:nvPr/>
          </p:nvSpPr>
          <p:spPr>
            <a:xfrm>
              <a:off x="20591336" y="4449557"/>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244" name="Google Shape;2244;p82"/>
            <p:cNvSpPr txBox="1"/>
            <p:nvPr/>
          </p:nvSpPr>
          <p:spPr>
            <a:xfrm>
              <a:off x="20591336" y="7157099"/>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245" name="Google Shape;2245;p82"/>
            <p:cNvSpPr txBox="1"/>
            <p:nvPr/>
          </p:nvSpPr>
          <p:spPr>
            <a:xfrm>
              <a:off x="20591336" y="9983461"/>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Instrument Sans"/>
                  <a:ea typeface="Instrument Sans"/>
                  <a:cs typeface="Instrument Sans"/>
                  <a:sym typeface="Instrument Sans"/>
                </a:rPr>
                <a:t>Sample text</a:t>
              </a:r>
              <a:endParaRPr b="1" i="0" sz="1000" u="none" cap="none" strike="noStrike">
                <a:solidFill>
                  <a:srgbClr val="000000"/>
                </a:solidFill>
                <a:latin typeface="Instrument Sans"/>
                <a:ea typeface="Instrument Sans"/>
                <a:cs typeface="Instrument Sans"/>
                <a:sym typeface="Instrument Sans"/>
              </a:endParaRPr>
            </a:p>
          </p:txBody>
        </p:sp>
        <p:sp>
          <p:nvSpPr>
            <p:cNvPr id="2246" name="Google Shape;2246;p82"/>
            <p:cNvSpPr/>
            <p:nvPr/>
          </p:nvSpPr>
          <p:spPr>
            <a:xfrm>
              <a:off x="8230013"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47" name="Google Shape;2247;p82"/>
            <p:cNvSpPr/>
            <p:nvPr/>
          </p:nvSpPr>
          <p:spPr>
            <a:xfrm>
              <a:off x="8235453"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48" name="Google Shape;2248;p82"/>
            <p:cNvSpPr/>
            <p:nvPr/>
          </p:nvSpPr>
          <p:spPr>
            <a:xfrm>
              <a:off x="12146280"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49" name="Google Shape;2249;p82"/>
            <p:cNvSpPr/>
            <p:nvPr/>
          </p:nvSpPr>
          <p:spPr>
            <a:xfrm>
              <a:off x="12151720"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50" name="Google Shape;2250;p82"/>
            <p:cNvSpPr/>
            <p:nvPr/>
          </p:nvSpPr>
          <p:spPr>
            <a:xfrm>
              <a:off x="16062545" y="9854671"/>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51" name="Google Shape;2251;p82"/>
            <p:cNvSpPr/>
            <p:nvPr/>
          </p:nvSpPr>
          <p:spPr>
            <a:xfrm>
              <a:off x="16067986" y="9376692"/>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52" name="Google Shape;2252;p82"/>
            <p:cNvSpPr/>
            <p:nvPr/>
          </p:nvSpPr>
          <p:spPr>
            <a:xfrm>
              <a:off x="4215117"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53" name="Google Shape;2253;p82"/>
            <p:cNvSpPr/>
            <p:nvPr/>
          </p:nvSpPr>
          <p:spPr>
            <a:xfrm>
              <a:off x="4220557"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54" name="Google Shape;2254;p82"/>
            <p:cNvSpPr/>
            <p:nvPr/>
          </p:nvSpPr>
          <p:spPr>
            <a:xfrm>
              <a:off x="8228082"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55" name="Google Shape;2255;p82"/>
            <p:cNvSpPr/>
            <p:nvPr/>
          </p:nvSpPr>
          <p:spPr>
            <a:xfrm>
              <a:off x="8233522"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56" name="Google Shape;2256;p82"/>
            <p:cNvSpPr/>
            <p:nvPr/>
          </p:nvSpPr>
          <p:spPr>
            <a:xfrm>
              <a:off x="12144349"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57" name="Google Shape;2257;p82"/>
            <p:cNvSpPr/>
            <p:nvPr/>
          </p:nvSpPr>
          <p:spPr>
            <a:xfrm>
              <a:off x="12149789"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58" name="Google Shape;2258;p82"/>
            <p:cNvSpPr/>
            <p:nvPr/>
          </p:nvSpPr>
          <p:spPr>
            <a:xfrm>
              <a:off x="16060616" y="4339644"/>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59" name="Google Shape;2259;p82"/>
            <p:cNvSpPr/>
            <p:nvPr/>
          </p:nvSpPr>
          <p:spPr>
            <a:xfrm>
              <a:off x="16066056" y="3861665"/>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60" name="Google Shape;2260;p82"/>
            <p:cNvSpPr/>
            <p:nvPr/>
          </p:nvSpPr>
          <p:spPr>
            <a:xfrm>
              <a:off x="4977486"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61" name="Google Shape;2261;p82"/>
            <p:cNvSpPr/>
            <p:nvPr/>
          </p:nvSpPr>
          <p:spPr>
            <a:xfrm>
              <a:off x="4982926"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62" name="Google Shape;2262;p82"/>
            <p:cNvSpPr/>
            <p:nvPr/>
          </p:nvSpPr>
          <p:spPr>
            <a:xfrm>
              <a:off x="8877637"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63" name="Google Shape;2263;p82"/>
            <p:cNvSpPr/>
            <p:nvPr/>
          </p:nvSpPr>
          <p:spPr>
            <a:xfrm>
              <a:off x="8883077"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64" name="Google Shape;2264;p82"/>
            <p:cNvSpPr/>
            <p:nvPr/>
          </p:nvSpPr>
          <p:spPr>
            <a:xfrm>
              <a:off x="12793905"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65" name="Google Shape;2265;p82"/>
            <p:cNvSpPr/>
            <p:nvPr/>
          </p:nvSpPr>
          <p:spPr>
            <a:xfrm>
              <a:off x="12799345"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66" name="Google Shape;2266;p82"/>
            <p:cNvSpPr/>
            <p:nvPr/>
          </p:nvSpPr>
          <p:spPr>
            <a:xfrm>
              <a:off x="16758520" y="7045256"/>
              <a:ext cx="2820312" cy="12567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267" name="Google Shape;2267;p82"/>
            <p:cNvSpPr/>
            <p:nvPr/>
          </p:nvSpPr>
          <p:spPr>
            <a:xfrm>
              <a:off x="16763961" y="6567277"/>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268" name="Google Shape;2268;p82"/>
            <p:cNvSpPr txBox="1"/>
            <p:nvPr/>
          </p:nvSpPr>
          <p:spPr>
            <a:xfrm>
              <a:off x="3606282"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01</a:t>
              </a:r>
              <a:endParaRPr b="1" i="0" sz="1000" u="none" cap="none" strike="noStrike">
                <a:solidFill>
                  <a:srgbClr val="000000"/>
                </a:solidFill>
                <a:latin typeface="Instrument Sans"/>
                <a:ea typeface="Instrument Sans"/>
                <a:cs typeface="Instrument Sans"/>
                <a:sym typeface="Instrument Sans"/>
              </a:endParaRPr>
            </a:p>
          </p:txBody>
        </p:sp>
        <p:sp>
          <p:nvSpPr>
            <p:cNvPr id="2269" name="Google Shape;2269;p82"/>
            <p:cNvSpPr txBox="1"/>
            <p:nvPr/>
          </p:nvSpPr>
          <p:spPr>
            <a:xfrm>
              <a:off x="752255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02</a:t>
              </a:r>
              <a:endParaRPr b="1" i="0" sz="1000" u="none" cap="none" strike="noStrike">
                <a:solidFill>
                  <a:srgbClr val="000000"/>
                </a:solidFill>
                <a:latin typeface="Instrument Sans"/>
                <a:ea typeface="Instrument Sans"/>
                <a:cs typeface="Instrument Sans"/>
                <a:sym typeface="Instrument Sans"/>
              </a:endParaRPr>
            </a:p>
          </p:txBody>
        </p:sp>
        <p:sp>
          <p:nvSpPr>
            <p:cNvPr id="2270" name="Google Shape;2270;p82"/>
            <p:cNvSpPr txBox="1"/>
            <p:nvPr/>
          </p:nvSpPr>
          <p:spPr>
            <a:xfrm>
              <a:off x="11498295"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03</a:t>
              </a:r>
              <a:endParaRPr b="1" i="0" sz="1000" u="none" cap="none" strike="noStrike">
                <a:solidFill>
                  <a:srgbClr val="000000"/>
                </a:solidFill>
                <a:latin typeface="Instrument Sans"/>
                <a:ea typeface="Instrument Sans"/>
                <a:cs typeface="Instrument Sans"/>
                <a:sym typeface="Instrument Sans"/>
              </a:endParaRPr>
            </a:p>
          </p:txBody>
        </p:sp>
        <p:sp>
          <p:nvSpPr>
            <p:cNvPr id="2271" name="Google Shape;2271;p82"/>
            <p:cNvSpPr txBox="1"/>
            <p:nvPr/>
          </p:nvSpPr>
          <p:spPr>
            <a:xfrm>
              <a:off x="1540217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Step 04</a:t>
              </a:r>
              <a:endParaRPr b="1" i="0" sz="1000" u="none" cap="none" strike="noStrike">
                <a:solidFill>
                  <a:srgbClr val="000000"/>
                </a:solidFill>
                <a:latin typeface="Instrument Sans"/>
                <a:ea typeface="Instrument Sans"/>
                <a:cs typeface="Instrument Sans"/>
                <a:sym typeface="Instrument Sans"/>
              </a:endParaRPr>
            </a:p>
          </p:txBody>
        </p:sp>
        <p:sp>
          <p:nvSpPr>
            <p:cNvPr id="2272" name="Google Shape;2272;p82"/>
            <p:cNvSpPr txBox="1"/>
            <p:nvPr/>
          </p:nvSpPr>
          <p:spPr>
            <a:xfrm>
              <a:off x="1935067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Results</a:t>
              </a:r>
              <a:endParaRPr b="1" i="0" sz="1000" u="none" cap="none" strike="noStrike">
                <a:solidFill>
                  <a:srgbClr val="000000"/>
                </a:solidFill>
                <a:latin typeface="Instrument Sans"/>
                <a:ea typeface="Instrument Sans"/>
                <a:cs typeface="Instrument Sans"/>
                <a:sym typeface="Instrument Sans"/>
              </a:endParaRPr>
            </a:p>
          </p:txBody>
        </p:sp>
        <p:sp>
          <p:nvSpPr>
            <p:cNvPr id="2273" name="Google Shape;2273;p82"/>
            <p:cNvSpPr txBox="1"/>
            <p:nvPr/>
          </p:nvSpPr>
          <p:spPr>
            <a:xfrm>
              <a:off x="1863577" y="2436919"/>
              <a:ext cx="5838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Instrument Sans"/>
                  <a:ea typeface="Instrument Sans"/>
                  <a:cs typeface="Instrument Sans"/>
                  <a:sym typeface="Instrument Sans"/>
                </a:rPr>
                <a:t>#</a:t>
              </a:r>
              <a:endParaRPr b="1" i="0" sz="1000" u="none" cap="none" strike="noStrike">
                <a:solidFill>
                  <a:srgbClr val="000000"/>
                </a:solidFill>
                <a:latin typeface="Instrument Sans"/>
                <a:ea typeface="Instrument Sans"/>
                <a:cs typeface="Instrument Sans"/>
                <a:sym typeface="Instrument Sans"/>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7" name="Shape 2277"/>
        <p:cNvGrpSpPr/>
        <p:nvPr/>
      </p:nvGrpSpPr>
      <p:grpSpPr>
        <a:xfrm>
          <a:off x="0" y="0"/>
          <a:ext cx="0" cy="0"/>
          <a:chOff x="0" y="0"/>
          <a:chExt cx="0" cy="0"/>
        </a:xfrm>
      </p:grpSpPr>
      <p:grpSp>
        <p:nvGrpSpPr>
          <p:cNvPr id="2278" name="Google Shape;2278;p83"/>
          <p:cNvGrpSpPr/>
          <p:nvPr/>
        </p:nvGrpSpPr>
        <p:grpSpPr>
          <a:xfrm>
            <a:off x="1224900" y="1587312"/>
            <a:ext cx="15819793" cy="7112374"/>
            <a:chOff x="1633201" y="2116415"/>
            <a:chExt cx="21093057" cy="9483165"/>
          </a:xfrm>
        </p:grpSpPr>
        <p:sp>
          <p:nvSpPr>
            <p:cNvPr id="2279" name="Google Shape;2279;p83"/>
            <p:cNvSpPr/>
            <p:nvPr/>
          </p:nvSpPr>
          <p:spPr>
            <a:xfrm>
              <a:off x="1637530" y="2121500"/>
              <a:ext cx="1544022" cy="1113426"/>
            </a:xfrm>
            <a:custGeom>
              <a:rect b="b" l="l" r="r" t="t"/>
              <a:pathLst>
                <a:path extrusionOk="0" h="21600" w="21600">
                  <a:moveTo>
                    <a:pt x="16771" y="0"/>
                  </a:moveTo>
                  <a:lnTo>
                    <a:pt x="0" y="0"/>
                  </a:lnTo>
                  <a:lnTo>
                    <a:pt x="0" y="21600"/>
                  </a:lnTo>
                  <a:lnTo>
                    <a:pt x="21600" y="21600"/>
                  </a:lnTo>
                  <a:lnTo>
                    <a:pt x="16771"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0" name="Google Shape;2280;p83"/>
            <p:cNvSpPr/>
            <p:nvPr/>
          </p:nvSpPr>
          <p:spPr>
            <a:xfrm>
              <a:off x="1633201" y="3423821"/>
              <a:ext cx="2378538" cy="2547342"/>
            </a:xfrm>
            <a:custGeom>
              <a:rect b="b" l="l" r="r" t="t"/>
              <a:pathLst>
                <a:path extrusionOk="0" h="21600" w="21600">
                  <a:moveTo>
                    <a:pt x="14510" y="0"/>
                  </a:moveTo>
                  <a:lnTo>
                    <a:pt x="0" y="0"/>
                  </a:lnTo>
                  <a:lnTo>
                    <a:pt x="0" y="21600"/>
                  </a:lnTo>
                  <a:lnTo>
                    <a:pt x="21600" y="21600"/>
                  </a:lnTo>
                  <a:lnTo>
                    <a:pt x="14510" y="0"/>
                  </a:lnTo>
                  <a:close/>
                </a:path>
              </a:pathLst>
            </a:custGeom>
            <a:gradFill>
              <a:gsLst>
                <a:gs pos="0">
                  <a:srgbClr val="06064F"/>
                </a:gs>
                <a:gs pos="100000">
                  <a:srgbClr val="030330"/>
                </a:gs>
              </a:gsLst>
              <a:lin ang="8099331"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1" name="Google Shape;2281;p83"/>
            <p:cNvSpPr/>
            <p:nvPr/>
          </p:nvSpPr>
          <p:spPr>
            <a:xfrm>
              <a:off x="1633463" y="6149781"/>
              <a:ext cx="2818854" cy="2600154"/>
            </a:xfrm>
            <a:custGeom>
              <a:rect b="b" l="l" r="r" t="t"/>
              <a:pathLst>
                <a:path extrusionOk="0" h="21600" w="21600">
                  <a:moveTo>
                    <a:pt x="28" y="0"/>
                  </a:moveTo>
                  <a:lnTo>
                    <a:pt x="18656" y="0"/>
                  </a:lnTo>
                  <a:lnTo>
                    <a:pt x="21600" y="10538"/>
                  </a:lnTo>
                  <a:lnTo>
                    <a:pt x="18478" y="21600"/>
                  </a:lnTo>
                  <a:lnTo>
                    <a:pt x="0" y="21586"/>
                  </a:lnTo>
                  <a:lnTo>
                    <a:pt x="28" y="0"/>
                  </a:lnTo>
                  <a:close/>
                </a:path>
              </a:pathLst>
            </a:custGeom>
            <a:gradFill>
              <a:gsLst>
                <a:gs pos="0">
                  <a:srgbClr val="06064F"/>
                </a:gs>
                <a:gs pos="100000">
                  <a:srgbClr val="030330"/>
                </a:gs>
              </a:gsLst>
              <a:lin ang="8099331"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2" name="Google Shape;2282;p83"/>
            <p:cNvSpPr/>
            <p:nvPr/>
          </p:nvSpPr>
          <p:spPr>
            <a:xfrm>
              <a:off x="1633660" y="8934356"/>
              <a:ext cx="2353158" cy="2665224"/>
            </a:xfrm>
            <a:custGeom>
              <a:rect b="b" l="l" r="r" t="t"/>
              <a:pathLst>
                <a:path extrusionOk="0" h="21600" w="21600">
                  <a:moveTo>
                    <a:pt x="21600" y="1"/>
                  </a:moveTo>
                  <a:lnTo>
                    <a:pt x="66" y="0"/>
                  </a:lnTo>
                  <a:lnTo>
                    <a:pt x="0" y="21600"/>
                  </a:lnTo>
                  <a:lnTo>
                    <a:pt x="13912" y="21553"/>
                  </a:lnTo>
                  <a:lnTo>
                    <a:pt x="21600" y="1"/>
                  </a:lnTo>
                  <a:close/>
                </a:path>
              </a:pathLst>
            </a:custGeom>
            <a:gradFill>
              <a:gsLst>
                <a:gs pos="0">
                  <a:srgbClr val="06064F"/>
                </a:gs>
                <a:gs pos="100000">
                  <a:srgbClr val="030330"/>
                </a:gs>
              </a:gsLst>
              <a:lin ang="8099331"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3" name="Google Shape;2283;p83"/>
            <p:cNvSpPr/>
            <p:nvPr/>
          </p:nvSpPr>
          <p:spPr>
            <a:xfrm>
              <a:off x="3040211" y="2116415"/>
              <a:ext cx="5382450" cy="1117314"/>
            </a:xfrm>
            <a:custGeom>
              <a:rect b="b" l="l" r="r" t="t"/>
              <a:pathLst>
                <a:path extrusionOk="0" h="21600" w="21600">
                  <a:moveTo>
                    <a:pt x="0" y="0"/>
                  </a:moveTo>
                  <a:lnTo>
                    <a:pt x="20243" y="0"/>
                  </a:lnTo>
                  <a:lnTo>
                    <a:pt x="21600" y="21600"/>
                  </a:lnTo>
                  <a:lnTo>
                    <a:pt x="1351"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4" name="Google Shape;2284;p83"/>
            <p:cNvSpPr/>
            <p:nvPr/>
          </p:nvSpPr>
          <p:spPr>
            <a:xfrm>
              <a:off x="3436342" y="3418376"/>
              <a:ext cx="5817042" cy="2544966"/>
            </a:xfrm>
            <a:custGeom>
              <a:rect b="b" l="l" r="r" t="t"/>
              <a:pathLst>
                <a:path extrusionOk="0" h="21600" w="21600">
                  <a:moveTo>
                    <a:pt x="0" y="0"/>
                  </a:moveTo>
                  <a:lnTo>
                    <a:pt x="18732" y="0"/>
                  </a:lnTo>
                  <a:lnTo>
                    <a:pt x="21600" y="21600"/>
                  </a:lnTo>
                  <a:lnTo>
                    <a:pt x="2870" y="21599"/>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5" name="Google Shape;2285;p83"/>
            <p:cNvSpPr/>
            <p:nvPr/>
          </p:nvSpPr>
          <p:spPr>
            <a:xfrm>
              <a:off x="4243871" y="6149223"/>
              <a:ext cx="5457456" cy="2604312"/>
            </a:xfrm>
            <a:custGeom>
              <a:rect b="b" l="l" r="r" t="t"/>
              <a:pathLst>
                <a:path extrusionOk="0" h="21600" w="21600">
                  <a:moveTo>
                    <a:pt x="20052" y="0"/>
                  </a:moveTo>
                  <a:lnTo>
                    <a:pt x="78" y="0"/>
                  </a:lnTo>
                  <a:lnTo>
                    <a:pt x="1633" y="10629"/>
                  </a:lnTo>
                  <a:lnTo>
                    <a:pt x="0" y="21565"/>
                  </a:lnTo>
                  <a:lnTo>
                    <a:pt x="19956" y="21600"/>
                  </a:lnTo>
                  <a:lnTo>
                    <a:pt x="21600" y="10586"/>
                  </a:lnTo>
                  <a:lnTo>
                    <a:pt x="20052"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6" name="Google Shape;2286;p83"/>
            <p:cNvSpPr/>
            <p:nvPr/>
          </p:nvSpPr>
          <p:spPr>
            <a:xfrm>
              <a:off x="3346549" y="8936179"/>
              <a:ext cx="5884488" cy="2660796"/>
            </a:xfrm>
            <a:custGeom>
              <a:rect b="b" l="l" r="r" t="t"/>
              <a:pathLst>
                <a:path extrusionOk="0" h="21600" w="21600">
                  <a:moveTo>
                    <a:pt x="3069" y="0"/>
                  </a:moveTo>
                  <a:lnTo>
                    <a:pt x="21600" y="0"/>
                  </a:lnTo>
                  <a:lnTo>
                    <a:pt x="18543" y="21600"/>
                  </a:lnTo>
                  <a:lnTo>
                    <a:pt x="0" y="21585"/>
                  </a:lnTo>
                  <a:lnTo>
                    <a:pt x="3069"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7" name="Google Shape;2287;p83"/>
            <p:cNvSpPr/>
            <p:nvPr/>
          </p:nvSpPr>
          <p:spPr>
            <a:xfrm>
              <a:off x="8294843" y="2119119"/>
              <a:ext cx="5386500" cy="1115964"/>
            </a:xfrm>
            <a:custGeom>
              <a:rect b="b" l="l" r="r" t="t"/>
              <a:pathLst>
                <a:path extrusionOk="0" h="21600" w="21600">
                  <a:moveTo>
                    <a:pt x="0" y="0"/>
                  </a:moveTo>
                  <a:lnTo>
                    <a:pt x="20250" y="0"/>
                  </a:lnTo>
                  <a:lnTo>
                    <a:pt x="21600" y="21571"/>
                  </a:lnTo>
                  <a:lnTo>
                    <a:pt x="1379"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8" name="Google Shape;2288;p83"/>
            <p:cNvSpPr/>
            <p:nvPr/>
          </p:nvSpPr>
          <p:spPr>
            <a:xfrm>
              <a:off x="8692462" y="3417406"/>
              <a:ext cx="5821254" cy="2544102"/>
            </a:xfrm>
            <a:custGeom>
              <a:rect b="b" l="l" r="r" t="t"/>
              <a:pathLst>
                <a:path extrusionOk="0" h="21600" w="21600">
                  <a:moveTo>
                    <a:pt x="0" y="23"/>
                  </a:moveTo>
                  <a:lnTo>
                    <a:pt x="2877" y="21600"/>
                  </a:lnTo>
                  <a:lnTo>
                    <a:pt x="21600" y="21600"/>
                  </a:lnTo>
                  <a:lnTo>
                    <a:pt x="18719" y="0"/>
                  </a:lnTo>
                  <a:lnTo>
                    <a:pt x="0" y="2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89" name="Google Shape;2289;p83"/>
            <p:cNvSpPr/>
            <p:nvPr/>
          </p:nvSpPr>
          <p:spPr>
            <a:xfrm>
              <a:off x="9503347" y="6148508"/>
              <a:ext cx="5456916" cy="2601018"/>
            </a:xfrm>
            <a:custGeom>
              <a:rect b="b" l="l" r="r" t="t"/>
              <a:pathLst>
                <a:path extrusionOk="0" h="21600" w="21600">
                  <a:moveTo>
                    <a:pt x="81" y="6"/>
                  </a:moveTo>
                  <a:lnTo>
                    <a:pt x="1611" y="10541"/>
                  </a:lnTo>
                  <a:lnTo>
                    <a:pt x="0" y="21600"/>
                  </a:lnTo>
                  <a:lnTo>
                    <a:pt x="19960" y="21600"/>
                  </a:lnTo>
                  <a:lnTo>
                    <a:pt x="21600" y="10594"/>
                  </a:lnTo>
                  <a:lnTo>
                    <a:pt x="20058" y="0"/>
                  </a:lnTo>
                  <a:lnTo>
                    <a:pt x="81" y="6"/>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0" name="Google Shape;2290;p83"/>
            <p:cNvSpPr/>
            <p:nvPr/>
          </p:nvSpPr>
          <p:spPr>
            <a:xfrm>
              <a:off x="8614997" y="8934864"/>
              <a:ext cx="5870988" cy="2661768"/>
            </a:xfrm>
            <a:custGeom>
              <a:rect b="b" l="l" r="r" t="t"/>
              <a:pathLst>
                <a:path extrusionOk="0" h="21600" w="21600">
                  <a:moveTo>
                    <a:pt x="21600" y="0"/>
                  </a:moveTo>
                  <a:lnTo>
                    <a:pt x="3044" y="0"/>
                  </a:lnTo>
                  <a:lnTo>
                    <a:pt x="0" y="21588"/>
                  </a:lnTo>
                  <a:lnTo>
                    <a:pt x="18559" y="21600"/>
                  </a:ln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1" name="Google Shape;2291;p83"/>
            <p:cNvSpPr/>
            <p:nvPr/>
          </p:nvSpPr>
          <p:spPr>
            <a:xfrm>
              <a:off x="19102948" y="8935460"/>
              <a:ext cx="3621240" cy="2661660"/>
            </a:xfrm>
            <a:custGeom>
              <a:rect b="b" l="l" r="r" t="t"/>
              <a:pathLst>
                <a:path extrusionOk="0" h="21600" w="21600">
                  <a:moveTo>
                    <a:pt x="4959" y="0"/>
                  </a:moveTo>
                  <a:lnTo>
                    <a:pt x="21596" y="0"/>
                  </a:lnTo>
                  <a:lnTo>
                    <a:pt x="21600" y="21588"/>
                  </a:lnTo>
                  <a:lnTo>
                    <a:pt x="0" y="21600"/>
                  </a:lnTo>
                  <a:lnTo>
                    <a:pt x="4959"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2" name="Google Shape;2292;p83"/>
            <p:cNvSpPr/>
            <p:nvPr/>
          </p:nvSpPr>
          <p:spPr>
            <a:xfrm>
              <a:off x="19993209" y="6147028"/>
              <a:ext cx="2731860" cy="2606958"/>
            </a:xfrm>
            <a:custGeom>
              <a:rect b="b" l="l" r="r" t="t"/>
              <a:pathLst>
                <a:path extrusionOk="0" h="21600" w="21600">
                  <a:moveTo>
                    <a:pt x="21594" y="0"/>
                  </a:moveTo>
                  <a:lnTo>
                    <a:pt x="177" y="0"/>
                  </a:lnTo>
                  <a:lnTo>
                    <a:pt x="3292" y="10651"/>
                  </a:lnTo>
                  <a:lnTo>
                    <a:pt x="0" y="21600"/>
                  </a:lnTo>
                  <a:lnTo>
                    <a:pt x="21600" y="21600"/>
                  </a:lnTo>
                  <a:lnTo>
                    <a:pt x="21594"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3" name="Google Shape;2293;p83"/>
            <p:cNvSpPr/>
            <p:nvPr/>
          </p:nvSpPr>
          <p:spPr>
            <a:xfrm>
              <a:off x="19187152" y="3420720"/>
              <a:ext cx="3539106" cy="2545344"/>
            </a:xfrm>
            <a:custGeom>
              <a:rect b="b" l="l" r="r" t="t"/>
              <a:pathLst>
                <a:path extrusionOk="0" h="21600" w="21600">
                  <a:moveTo>
                    <a:pt x="21600" y="0"/>
                  </a:moveTo>
                  <a:lnTo>
                    <a:pt x="0" y="0"/>
                  </a:lnTo>
                  <a:lnTo>
                    <a:pt x="4735" y="21581"/>
                  </a:lnTo>
                  <a:lnTo>
                    <a:pt x="21593" y="21600"/>
                  </a:lnTo>
                  <a:lnTo>
                    <a:pt x="21600" y="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4" name="Google Shape;2294;p83"/>
            <p:cNvSpPr/>
            <p:nvPr/>
          </p:nvSpPr>
          <p:spPr>
            <a:xfrm>
              <a:off x="18789898" y="2117891"/>
              <a:ext cx="3935250" cy="1119528"/>
            </a:xfrm>
            <a:custGeom>
              <a:rect b="b" l="l" r="r" t="t"/>
              <a:pathLst>
                <a:path extrusionOk="0" h="21600" w="21600">
                  <a:moveTo>
                    <a:pt x="0" y="0"/>
                  </a:moveTo>
                  <a:lnTo>
                    <a:pt x="21600" y="0"/>
                  </a:lnTo>
                  <a:lnTo>
                    <a:pt x="21600" y="21600"/>
                  </a:lnTo>
                  <a:lnTo>
                    <a:pt x="1864" y="21572"/>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5" name="Google Shape;2295;p83"/>
            <p:cNvSpPr/>
            <p:nvPr/>
          </p:nvSpPr>
          <p:spPr>
            <a:xfrm>
              <a:off x="13546834" y="2117188"/>
              <a:ext cx="5386500" cy="1115964"/>
            </a:xfrm>
            <a:custGeom>
              <a:rect b="b" l="l" r="r" t="t"/>
              <a:pathLst>
                <a:path extrusionOk="0" h="21600" w="21600">
                  <a:moveTo>
                    <a:pt x="0" y="0"/>
                  </a:moveTo>
                  <a:lnTo>
                    <a:pt x="20250" y="0"/>
                  </a:lnTo>
                  <a:lnTo>
                    <a:pt x="21600" y="21571"/>
                  </a:lnTo>
                  <a:lnTo>
                    <a:pt x="1379" y="21600"/>
                  </a:lnTo>
                  <a:lnTo>
                    <a:pt x="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6" name="Google Shape;2296;p83"/>
            <p:cNvSpPr/>
            <p:nvPr/>
          </p:nvSpPr>
          <p:spPr>
            <a:xfrm>
              <a:off x="13944455" y="3415476"/>
              <a:ext cx="5821254" cy="2544102"/>
            </a:xfrm>
            <a:custGeom>
              <a:rect b="b" l="l" r="r" t="t"/>
              <a:pathLst>
                <a:path extrusionOk="0" h="21600" w="21600">
                  <a:moveTo>
                    <a:pt x="0" y="23"/>
                  </a:moveTo>
                  <a:lnTo>
                    <a:pt x="2877" y="21600"/>
                  </a:lnTo>
                  <a:lnTo>
                    <a:pt x="21600" y="21600"/>
                  </a:lnTo>
                  <a:lnTo>
                    <a:pt x="18719" y="0"/>
                  </a:lnTo>
                  <a:lnTo>
                    <a:pt x="0" y="23"/>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7" name="Google Shape;2297;p83"/>
            <p:cNvSpPr/>
            <p:nvPr/>
          </p:nvSpPr>
          <p:spPr>
            <a:xfrm>
              <a:off x="14755338" y="6146577"/>
              <a:ext cx="5456916" cy="2601018"/>
            </a:xfrm>
            <a:custGeom>
              <a:rect b="b" l="l" r="r" t="t"/>
              <a:pathLst>
                <a:path extrusionOk="0" h="21600" w="21600">
                  <a:moveTo>
                    <a:pt x="81" y="6"/>
                  </a:moveTo>
                  <a:lnTo>
                    <a:pt x="1611" y="10541"/>
                  </a:lnTo>
                  <a:lnTo>
                    <a:pt x="0" y="21600"/>
                  </a:lnTo>
                  <a:lnTo>
                    <a:pt x="19960" y="21600"/>
                  </a:lnTo>
                  <a:lnTo>
                    <a:pt x="21600" y="10594"/>
                  </a:lnTo>
                  <a:lnTo>
                    <a:pt x="20058" y="0"/>
                  </a:lnTo>
                  <a:lnTo>
                    <a:pt x="81" y="6"/>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8" name="Google Shape;2298;p83"/>
            <p:cNvSpPr/>
            <p:nvPr/>
          </p:nvSpPr>
          <p:spPr>
            <a:xfrm>
              <a:off x="13866989" y="8932934"/>
              <a:ext cx="5870988" cy="2661768"/>
            </a:xfrm>
            <a:custGeom>
              <a:rect b="b" l="l" r="r" t="t"/>
              <a:pathLst>
                <a:path extrusionOk="0" h="21600" w="21600">
                  <a:moveTo>
                    <a:pt x="21600" y="0"/>
                  </a:moveTo>
                  <a:lnTo>
                    <a:pt x="3044" y="0"/>
                  </a:lnTo>
                  <a:lnTo>
                    <a:pt x="0" y="21588"/>
                  </a:lnTo>
                  <a:lnTo>
                    <a:pt x="18559" y="21600"/>
                  </a:lnTo>
                  <a:lnTo>
                    <a:pt x="21600" y="0"/>
                  </a:lnTo>
                  <a:close/>
                </a:path>
              </a:pathLst>
            </a:cu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i="0" sz="2200" u="none" cap="none" strike="noStrike">
                <a:solidFill>
                  <a:srgbClr val="000000"/>
                </a:solidFill>
                <a:latin typeface="Ubuntu Light"/>
                <a:ea typeface="Ubuntu Light"/>
                <a:cs typeface="Ubuntu Light"/>
                <a:sym typeface="Ubuntu Light"/>
              </a:endParaRPr>
            </a:p>
          </p:txBody>
        </p:sp>
        <p:sp>
          <p:nvSpPr>
            <p:cNvPr id="2299" name="Google Shape;2299;p83"/>
            <p:cNvSpPr txBox="1"/>
            <p:nvPr/>
          </p:nvSpPr>
          <p:spPr>
            <a:xfrm>
              <a:off x="1848733" y="4310515"/>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Project name #03</a:t>
              </a:r>
              <a:endParaRPr b="1" i="0" sz="1000" u="none" cap="none" strike="noStrike">
                <a:solidFill>
                  <a:srgbClr val="000000"/>
                </a:solidFill>
                <a:latin typeface="Sora"/>
                <a:ea typeface="Sora"/>
                <a:cs typeface="Sora"/>
                <a:sym typeface="Sora"/>
              </a:endParaRPr>
            </a:p>
          </p:txBody>
        </p:sp>
        <p:sp>
          <p:nvSpPr>
            <p:cNvPr id="2300" name="Google Shape;2300;p83"/>
            <p:cNvSpPr txBox="1"/>
            <p:nvPr/>
          </p:nvSpPr>
          <p:spPr>
            <a:xfrm>
              <a:off x="1859664" y="6956488"/>
              <a:ext cx="17076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Project name #03</a:t>
              </a:r>
              <a:endParaRPr b="1" i="0" sz="1000" u="none" cap="none" strike="noStrike">
                <a:solidFill>
                  <a:srgbClr val="000000"/>
                </a:solidFill>
                <a:latin typeface="Sora"/>
                <a:ea typeface="Sora"/>
                <a:cs typeface="Sora"/>
                <a:sym typeface="Sora"/>
              </a:endParaRPr>
            </a:p>
          </p:txBody>
        </p:sp>
        <p:sp>
          <p:nvSpPr>
            <p:cNvPr id="2301" name="Google Shape;2301;p83"/>
            <p:cNvSpPr txBox="1"/>
            <p:nvPr/>
          </p:nvSpPr>
          <p:spPr>
            <a:xfrm>
              <a:off x="1848733" y="9675321"/>
              <a:ext cx="1800000" cy="863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Project name #03</a:t>
              </a:r>
              <a:endParaRPr b="1" i="0" sz="1000" u="none" cap="none" strike="noStrike">
                <a:solidFill>
                  <a:srgbClr val="000000"/>
                </a:solidFill>
                <a:latin typeface="Sora"/>
                <a:ea typeface="Sora"/>
                <a:cs typeface="Sora"/>
                <a:sym typeface="Sora"/>
              </a:endParaRPr>
            </a:p>
          </p:txBody>
        </p:sp>
        <p:sp>
          <p:nvSpPr>
            <p:cNvPr id="2302" name="Google Shape;2302;p83"/>
            <p:cNvSpPr txBox="1"/>
            <p:nvPr/>
          </p:nvSpPr>
          <p:spPr>
            <a:xfrm>
              <a:off x="20591336" y="4449557"/>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Sample text</a:t>
              </a:r>
              <a:endParaRPr b="1" i="0" sz="1000" u="none" cap="none" strike="noStrike">
                <a:solidFill>
                  <a:srgbClr val="000000"/>
                </a:solidFill>
                <a:latin typeface="Sora"/>
                <a:ea typeface="Sora"/>
                <a:cs typeface="Sora"/>
                <a:sym typeface="Sora"/>
              </a:endParaRPr>
            </a:p>
          </p:txBody>
        </p:sp>
        <p:sp>
          <p:nvSpPr>
            <p:cNvPr id="2303" name="Google Shape;2303;p83"/>
            <p:cNvSpPr txBox="1"/>
            <p:nvPr/>
          </p:nvSpPr>
          <p:spPr>
            <a:xfrm>
              <a:off x="20591336" y="7157099"/>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Sample text</a:t>
              </a:r>
              <a:endParaRPr b="1" i="0" sz="1000" u="none" cap="none" strike="noStrike">
                <a:solidFill>
                  <a:srgbClr val="000000"/>
                </a:solidFill>
                <a:latin typeface="Sora"/>
                <a:ea typeface="Sora"/>
                <a:cs typeface="Sora"/>
                <a:sym typeface="Sora"/>
              </a:endParaRPr>
            </a:p>
          </p:txBody>
        </p:sp>
        <p:sp>
          <p:nvSpPr>
            <p:cNvPr id="2304" name="Google Shape;2304;p83"/>
            <p:cNvSpPr txBox="1"/>
            <p:nvPr/>
          </p:nvSpPr>
          <p:spPr>
            <a:xfrm>
              <a:off x="20591336" y="9983461"/>
              <a:ext cx="19764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FFFFF"/>
                </a:buClr>
                <a:buSzPts val="1800"/>
                <a:buFont typeface="Barlow SemiBold"/>
                <a:buNone/>
              </a:pPr>
              <a:r>
                <a:rPr b="1" i="0" lang="en-US" sz="1800" u="none" cap="none" strike="noStrike">
                  <a:solidFill>
                    <a:srgbClr val="FFFFFF"/>
                  </a:solidFill>
                  <a:latin typeface="Sora"/>
                  <a:ea typeface="Sora"/>
                  <a:cs typeface="Sora"/>
                  <a:sym typeface="Sora"/>
                </a:rPr>
                <a:t>Sample text</a:t>
              </a:r>
              <a:endParaRPr b="1" i="0" sz="1000" u="none" cap="none" strike="noStrike">
                <a:solidFill>
                  <a:srgbClr val="000000"/>
                </a:solidFill>
                <a:latin typeface="Sora"/>
                <a:ea typeface="Sora"/>
                <a:cs typeface="Sora"/>
                <a:sym typeface="Sora"/>
              </a:endParaRPr>
            </a:p>
          </p:txBody>
        </p:sp>
        <p:sp>
          <p:nvSpPr>
            <p:cNvPr id="2305" name="Google Shape;2305;p83"/>
            <p:cNvSpPr txBox="1"/>
            <p:nvPr/>
          </p:nvSpPr>
          <p:spPr>
            <a:xfrm>
              <a:off x="3606282"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Sora"/>
                  <a:ea typeface="Sora"/>
                  <a:cs typeface="Sora"/>
                  <a:sym typeface="Sora"/>
                </a:rPr>
                <a:t>Step 01</a:t>
              </a:r>
              <a:endParaRPr b="1" i="0" sz="1000" u="none" cap="none" strike="noStrike">
                <a:solidFill>
                  <a:srgbClr val="000000"/>
                </a:solidFill>
                <a:latin typeface="Sora"/>
                <a:ea typeface="Sora"/>
                <a:cs typeface="Sora"/>
                <a:sym typeface="Sora"/>
              </a:endParaRPr>
            </a:p>
          </p:txBody>
        </p:sp>
        <p:sp>
          <p:nvSpPr>
            <p:cNvPr id="2306" name="Google Shape;2306;p83"/>
            <p:cNvSpPr txBox="1"/>
            <p:nvPr/>
          </p:nvSpPr>
          <p:spPr>
            <a:xfrm>
              <a:off x="8892437"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Sora"/>
                  <a:ea typeface="Sora"/>
                  <a:cs typeface="Sora"/>
                  <a:sym typeface="Sora"/>
                </a:rPr>
                <a:t>Step 02</a:t>
              </a:r>
              <a:endParaRPr b="1" i="0" sz="1000" u="none" cap="none" strike="noStrike">
                <a:solidFill>
                  <a:srgbClr val="000000"/>
                </a:solidFill>
                <a:latin typeface="Sora"/>
                <a:ea typeface="Sora"/>
                <a:cs typeface="Sora"/>
                <a:sym typeface="Sora"/>
              </a:endParaRPr>
            </a:p>
          </p:txBody>
        </p:sp>
        <p:sp>
          <p:nvSpPr>
            <p:cNvPr id="2307" name="Google Shape;2307;p83"/>
            <p:cNvSpPr txBox="1"/>
            <p:nvPr/>
          </p:nvSpPr>
          <p:spPr>
            <a:xfrm>
              <a:off x="14205838"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Sora"/>
                  <a:ea typeface="Sora"/>
                  <a:cs typeface="Sora"/>
                  <a:sym typeface="Sora"/>
                </a:rPr>
                <a:t>Step 03</a:t>
              </a:r>
              <a:endParaRPr b="1" i="0" sz="1000" u="none" cap="none" strike="noStrike">
                <a:solidFill>
                  <a:srgbClr val="000000"/>
                </a:solidFill>
                <a:latin typeface="Sora"/>
                <a:ea typeface="Sora"/>
                <a:cs typeface="Sora"/>
                <a:sym typeface="Sora"/>
              </a:endParaRPr>
            </a:p>
          </p:txBody>
        </p:sp>
        <p:sp>
          <p:nvSpPr>
            <p:cNvPr id="2308" name="Google Shape;2308;p83"/>
            <p:cNvSpPr txBox="1"/>
            <p:nvPr/>
          </p:nvSpPr>
          <p:spPr>
            <a:xfrm>
              <a:off x="19350670" y="2436919"/>
              <a:ext cx="15441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Sora"/>
                  <a:ea typeface="Sora"/>
                  <a:cs typeface="Sora"/>
                  <a:sym typeface="Sora"/>
                </a:rPr>
                <a:t>Results</a:t>
              </a:r>
              <a:endParaRPr b="1" i="0" sz="1000" u="none" cap="none" strike="noStrike">
                <a:solidFill>
                  <a:srgbClr val="000000"/>
                </a:solidFill>
                <a:latin typeface="Sora"/>
                <a:ea typeface="Sora"/>
                <a:cs typeface="Sora"/>
                <a:sym typeface="Sora"/>
              </a:endParaRPr>
            </a:p>
          </p:txBody>
        </p:sp>
        <p:sp>
          <p:nvSpPr>
            <p:cNvPr id="2309" name="Google Shape;2309;p83"/>
            <p:cNvSpPr txBox="1"/>
            <p:nvPr/>
          </p:nvSpPr>
          <p:spPr>
            <a:xfrm>
              <a:off x="1863577" y="2436919"/>
              <a:ext cx="583800" cy="482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b="1" i="0" lang="en-US" sz="1800" u="none" cap="none" strike="noStrike">
                  <a:solidFill>
                    <a:srgbClr val="110841"/>
                  </a:solidFill>
                  <a:latin typeface="Sora"/>
                  <a:ea typeface="Sora"/>
                  <a:cs typeface="Sora"/>
                  <a:sym typeface="Sora"/>
                </a:rPr>
                <a:t>#</a:t>
              </a:r>
              <a:endParaRPr b="1" i="0" sz="1000" u="none" cap="none" strike="noStrike">
                <a:solidFill>
                  <a:srgbClr val="000000"/>
                </a:solidFill>
                <a:latin typeface="Sora"/>
                <a:ea typeface="Sora"/>
                <a:cs typeface="Sora"/>
                <a:sym typeface="Sora"/>
              </a:endParaRPr>
            </a:p>
          </p:txBody>
        </p:sp>
        <p:sp>
          <p:nvSpPr>
            <p:cNvPr id="2310" name="Google Shape;2310;p83"/>
            <p:cNvSpPr/>
            <p:nvPr/>
          </p:nvSpPr>
          <p:spPr>
            <a:xfrm>
              <a:off x="4440746" y="4452458"/>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11" name="Google Shape;2311;p83"/>
            <p:cNvSpPr/>
            <p:nvPr/>
          </p:nvSpPr>
          <p:spPr>
            <a:xfrm>
              <a:off x="4446186" y="3974479"/>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12" name="Google Shape;2312;p83"/>
            <p:cNvSpPr/>
            <p:nvPr/>
          </p:nvSpPr>
          <p:spPr>
            <a:xfrm>
              <a:off x="4440746" y="10060939"/>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13" name="Google Shape;2313;p83"/>
            <p:cNvSpPr/>
            <p:nvPr/>
          </p:nvSpPr>
          <p:spPr>
            <a:xfrm>
              <a:off x="4446186" y="9582960"/>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14" name="Google Shape;2314;p83"/>
            <p:cNvSpPr/>
            <p:nvPr/>
          </p:nvSpPr>
          <p:spPr>
            <a:xfrm>
              <a:off x="5068806" y="7204179"/>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15" name="Google Shape;2315;p83"/>
            <p:cNvSpPr/>
            <p:nvPr/>
          </p:nvSpPr>
          <p:spPr>
            <a:xfrm>
              <a:off x="5074246" y="6726200"/>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16" name="Google Shape;2316;p83"/>
            <p:cNvSpPr/>
            <p:nvPr/>
          </p:nvSpPr>
          <p:spPr>
            <a:xfrm>
              <a:off x="9763684" y="4452807"/>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17" name="Google Shape;2317;p83"/>
            <p:cNvSpPr/>
            <p:nvPr/>
          </p:nvSpPr>
          <p:spPr>
            <a:xfrm>
              <a:off x="9769124" y="3974828"/>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18" name="Google Shape;2318;p83"/>
            <p:cNvSpPr/>
            <p:nvPr/>
          </p:nvSpPr>
          <p:spPr>
            <a:xfrm>
              <a:off x="9763684" y="10061288"/>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19" name="Google Shape;2319;p83"/>
            <p:cNvSpPr/>
            <p:nvPr/>
          </p:nvSpPr>
          <p:spPr>
            <a:xfrm>
              <a:off x="9769124" y="9583309"/>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20" name="Google Shape;2320;p83"/>
            <p:cNvSpPr/>
            <p:nvPr/>
          </p:nvSpPr>
          <p:spPr>
            <a:xfrm>
              <a:off x="10391744" y="7204527"/>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21" name="Google Shape;2321;p83"/>
            <p:cNvSpPr/>
            <p:nvPr/>
          </p:nvSpPr>
          <p:spPr>
            <a:xfrm>
              <a:off x="10397184" y="6726549"/>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22" name="Google Shape;2322;p83"/>
            <p:cNvSpPr/>
            <p:nvPr/>
          </p:nvSpPr>
          <p:spPr>
            <a:xfrm>
              <a:off x="15018784" y="4452807"/>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23" name="Google Shape;2323;p83"/>
            <p:cNvSpPr/>
            <p:nvPr/>
          </p:nvSpPr>
          <p:spPr>
            <a:xfrm>
              <a:off x="15024223" y="3974828"/>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24" name="Google Shape;2324;p83"/>
            <p:cNvSpPr/>
            <p:nvPr/>
          </p:nvSpPr>
          <p:spPr>
            <a:xfrm>
              <a:off x="15018784" y="10061288"/>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25" name="Google Shape;2325;p83"/>
            <p:cNvSpPr/>
            <p:nvPr/>
          </p:nvSpPr>
          <p:spPr>
            <a:xfrm>
              <a:off x="15024223" y="9583309"/>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sp>
          <p:nvSpPr>
            <p:cNvPr id="2326" name="Google Shape;2326;p83"/>
            <p:cNvSpPr/>
            <p:nvPr/>
          </p:nvSpPr>
          <p:spPr>
            <a:xfrm>
              <a:off x="15646844" y="7204527"/>
              <a:ext cx="4000968" cy="8721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Insert your description here.</a:t>
              </a:r>
              <a:endParaRPr i="0" sz="1000" u="none" cap="none" strike="noStrike">
                <a:solidFill>
                  <a:srgbClr val="000000"/>
                </a:solidFill>
                <a:latin typeface="Instrument Sans"/>
                <a:ea typeface="Instrument Sans"/>
                <a:cs typeface="Instrument Sans"/>
                <a:sym typeface="Instrument Sans"/>
              </a:endParaRPr>
            </a:p>
          </p:txBody>
        </p:sp>
        <p:sp>
          <p:nvSpPr>
            <p:cNvPr id="2327" name="Google Shape;2327;p83"/>
            <p:cNvSpPr/>
            <p:nvPr/>
          </p:nvSpPr>
          <p:spPr>
            <a:xfrm>
              <a:off x="15652283" y="6726549"/>
              <a:ext cx="3163320" cy="487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SemiBold"/>
                <a:buNone/>
              </a:pPr>
              <a:r>
                <a:rPr i="0" lang="en-US" sz="1800" u="none" cap="none" strike="noStrike">
                  <a:solidFill>
                    <a:srgbClr val="110841"/>
                  </a:solidFill>
                  <a:latin typeface="Instrument Sans"/>
                  <a:ea typeface="Instrument Sans"/>
                  <a:cs typeface="Instrument Sans"/>
                  <a:sym typeface="Instrument Sans"/>
                </a:rPr>
                <a:t>This is a sample text.</a:t>
              </a:r>
              <a:endParaRPr i="0" sz="1000" u="none" cap="none" strike="noStrike">
                <a:solidFill>
                  <a:srgbClr val="000000"/>
                </a:solidFill>
                <a:latin typeface="Instrument Sans"/>
                <a:ea typeface="Instrument Sans"/>
                <a:cs typeface="Instrument Sans"/>
                <a:sym typeface="Instrument Sans"/>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1" name="Shape 2331"/>
        <p:cNvGrpSpPr/>
        <p:nvPr/>
      </p:nvGrpSpPr>
      <p:grpSpPr>
        <a:xfrm>
          <a:off x="0" y="0"/>
          <a:ext cx="0" cy="0"/>
          <a:chOff x="0" y="0"/>
          <a:chExt cx="0" cy="0"/>
        </a:xfrm>
      </p:grpSpPr>
      <p:grpSp>
        <p:nvGrpSpPr>
          <p:cNvPr id="2332" name="Google Shape;2332;p84"/>
          <p:cNvGrpSpPr/>
          <p:nvPr/>
        </p:nvGrpSpPr>
        <p:grpSpPr>
          <a:xfrm>
            <a:off x="1751900" y="2842608"/>
            <a:ext cx="14784227" cy="5331458"/>
            <a:chOff x="0" y="0"/>
            <a:chExt cx="19712303" cy="7108610"/>
          </a:xfrm>
        </p:grpSpPr>
        <p:sp>
          <p:nvSpPr>
            <p:cNvPr id="2333" name="Google Shape;2333;p84"/>
            <p:cNvSpPr/>
            <p:nvPr/>
          </p:nvSpPr>
          <p:spPr>
            <a:xfrm>
              <a:off x="2897881" y="1896635"/>
              <a:ext cx="3255000" cy="3255000"/>
            </a:xfrm>
            <a:prstGeom prst="ellipse">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4" name="Google Shape;2334;p84"/>
            <p:cNvSpPr/>
            <p:nvPr/>
          </p:nvSpPr>
          <p:spPr>
            <a:xfrm>
              <a:off x="13713495" y="1896635"/>
              <a:ext cx="3255000" cy="3255000"/>
            </a:xfrm>
            <a:prstGeom prst="ellipse">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5" name="Google Shape;2335;p84"/>
            <p:cNvSpPr/>
            <p:nvPr/>
          </p:nvSpPr>
          <p:spPr>
            <a:xfrm>
              <a:off x="5089357" y="143712"/>
              <a:ext cx="5092956" cy="1170450"/>
            </a:xfrm>
            <a:custGeom>
              <a:rect b="b" l="l" r="r" t="t"/>
              <a:pathLst>
                <a:path extrusionOk="0" h="21600" w="21600">
                  <a:moveTo>
                    <a:pt x="0" y="0"/>
                  </a:moveTo>
                  <a:lnTo>
                    <a:pt x="19118" y="0"/>
                  </a:lnTo>
                  <a:lnTo>
                    <a:pt x="21600" y="10922"/>
                  </a:lnTo>
                  <a:lnTo>
                    <a:pt x="19234" y="21600"/>
                  </a:lnTo>
                  <a:lnTo>
                    <a:pt x="127" y="21600"/>
                  </a:lnTo>
                  <a:lnTo>
                    <a:pt x="2478" y="10798"/>
                  </a:lnTo>
                  <a:lnTo>
                    <a:pt x="0"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6" name="Google Shape;2336;p84"/>
            <p:cNvSpPr/>
            <p:nvPr/>
          </p:nvSpPr>
          <p:spPr>
            <a:xfrm>
              <a:off x="9876587" y="145473"/>
              <a:ext cx="5098464" cy="1165968"/>
            </a:xfrm>
            <a:custGeom>
              <a:rect b="b" l="l" r="r" t="t"/>
              <a:pathLst>
                <a:path extrusionOk="0" h="21600" w="21600">
                  <a:moveTo>
                    <a:pt x="0" y="0"/>
                  </a:moveTo>
                  <a:lnTo>
                    <a:pt x="19116" y="0"/>
                  </a:lnTo>
                  <a:lnTo>
                    <a:pt x="21600" y="10872"/>
                  </a:lnTo>
                  <a:lnTo>
                    <a:pt x="19242" y="21600"/>
                  </a:lnTo>
                  <a:lnTo>
                    <a:pt x="127" y="21600"/>
                  </a:lnTo>
                  <a:lnTo>
                    <a:pt x="2468" y="10820"/>
                  </a:lnTo>
                  <a:lnTo>
                    <a:pt x="0"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7" name="Google Shape;2337;p84"/>
            <p:cNvSpPr/>
            <p:nvPr/>
          </p:nvSpPr>
          <p:spPr>
            <a:xfrm>
              <a:off x="14466334" y="144134"/>
              <a:ext cx="4260200" cy="6766848"/>
            </a:xfrm>
            <a:custGeom>
              <a:rect b="b" l="l" r="r" t="t"/>
              <a:pathLst>
                <a:path extrusionOk="0" h="21600" w="20972">
                  <a:moveTo>
                    <a:pt x="991" y="0"/>
                  </a:moveTo>
                  <a:lnTo>
                    <a:pt x="4744" y="0"/>
                  </a:lnTo>
                  <a:cubicBezTo>
                    <a:pt x="8724" y="71"/>
                    <a:pt x="12395" y="1052"/>
                    <a:pt x="15230" y="2659"/>
                  </a:cubicBezTo>
                  <a:cubicBezTo>
                    <a:pt x="18034" y="4247"/>
                    <a:pt x="20013" y="6442"/>
                    <a:pt x="20712" y="8956"/>
                  </a:cubicBezTo>
                  <a:cubicBezTo>
                    <a:pt x="21600" y="12150"/>
                    <a:pt x="20186" y="15430"/>
                    <a:pt x="16903" y="17882"/>
                  </a:cubicBezTo>
                  <a:cubicBezTo>
                    <a:pt x="13745" y="20240"/>
                    <a:pt x="9167" y="21596"/>
                    <a:pt x="4351" y="21600"/>
                  </a:cubicBezTo>
                  <a:lnTo>
                    <a:pt x="2879" y="21600"/>
                  </a:lnTo>
                  <a:lnTo>
                    <a:pt x="0" y="19748"/>
                  </a:lnTo>
                  <a:lnTo>
                    <a:pt x="2754" y="17872"/>
                  </a:lnTo>
                  <a:lnTo>
                    <a:pt x="4475" y="17872"/>
                  </a:lnTo>
                  <a:cubicBezTo>
                    <a:pt x="7325" y="17808"/>
                    <a:pt x="9903" y="17051"/>
                    <a:pt x="11818" y="15851"/>
                  </a:cubicBezTo>
                  <a:cubicBezTo>
                    <a:pt x="13713" y="14665"/>
                    <a:pt x="14967" y="13039"/>
                    <a:pt x="15142" y="11211"/>
                  </a:cubicBezTo>
                  <a:cubicBezTo>
                    <a:pt x="15525" y="7206"/>
                    <a:pt x="10677" y="3803"/>
                    <a:pt x="4490" y="3733"/>
                  </a:cubicBezTo>
                  <a:lnTo>
                    <a:pt x="1123" y="3733"/>
                  </a:lnTo>
                  <a:lnTo>
                    <a:pt x="3882" y="1866"/>
                  </a:lnTo>
                  <a:lnTo>
                    <a:pt x="991" y="0"/>
                  </a:lnTo>
                  <a:close/>
                </a:path>
              </a:pathLst>
            </a:cu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8" name="Google Shape;2338;p84"/>
            <p:cNvSpPr/>
            <p:nvPr/>
          </p:nvSpPr>
          <p:spPr>
            <a:xfrm>
              <a:off x="9689986" y="5740100"/>
              <a:ext cx="5085234" cy="1172286"/>
            </a:xfrm>
            <a:custGeom>
              <a:rect b="b" l="l" r="r" t="t"/>
              <a:pathLst>
                <a:path extrusionOk="0" h="21600" w="21600">
                  <a:moveTo>
                    <a:pt x="21482" y="0"/>
                  </a:moveTo>
                  <a:lnTo>
                    <a:pt x="2374" y="0"/>
                  </a:lnTo>
                  <a:lnTo>
                    <a:pt x="0" y="10739"/>
                  </a:lnTo>
                  <a:lnTo>
                    <a:pt x="2489" y="21545"/>
                  </a:lnTo>
                  <a:lnTo>
                    <a:pt x="21600" y="21600"/>
                  </a:lnTo>
                  <a:lnTo>
                    <a:pt x="19087" y="10844"/>
                  </a:lnTo>
                  <a:lnTo>
                    <a:pt x="21482" y="0"/>
                  </a:lnTo>
                  <a:close/>
                </a:path>
              </a:pathLst>
            </a:cu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39" name="Google Shape;2339;p84"/>
            <p:cNvSpPr/>
            <p:nvPr/>
          </p:nvSpPr>
          <p:spPr>
            <a:xfrm>
              <a:off x="4907080" y="5742614"/>
              <a:ext cx="5084694" cy="1169640"/>
            </a:xfrm>
            <a:custGeom>
              <a:rect b="b" l="l" r="r" t="t"/>
              <a:pathLst>
                <a:path extrusionOk="0" h="21600" w="21600">
                  <a:moveTo>
                    <a:pt x="2387" y="0"/>
                  </a:moveTo>
                  <a:lnTo>
                    <a:pt x="21506" y="0"/>
                  </a:lnTo>
                  <a:lnTo>
                    <a:pt x="19125" y="10802"/>
                  </a:lnTo>
                  <a:lnTo>
                    <a:pt x="21600" y="21583"/>
                  </a:lnTo>
                  <a:lnTo>
                    <a:pt x="2461" y="21600"/>
                  </a:lnTo>
                  <a:lnTo>
                    <a:pt x="0" y="10827"/>
                  </a:lnTo>
                  <a:lnTo>
                    <a:pt x="2387" y="0"/>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340" name="Google Shape;2340;p84"/>
            <p:cNvSpPr/>
            <p:nvPr/>
          </p:nvSpPr>
          <p:spPr>
            <a:xfrm>
              <a:off x="1141691" y="137047"/>
              <a:ext cx="4253528" cy="6776730"/>
            </a:xfrm>
            <a:custGeom>
              <a:rect b="b" l="l" r="r" t="t"/>
              <a:pathLst>
                <a:path extrusionOk="0" h="21600" w="21030">
                  <a:moveTo>
                    <a:pt x="19990" y="17862"/>
                  </a:moveTo>
                  <a:lnTo>
                    <a:pt x="17248" y="19733"/>
                  </a:lnTo>
                  <a:lnTo>
                    <a:pt x="20143" y="21600"/>
                  </a:lnTo>
                  <a:lnTo>
                    <a:pt x="16281" y="21582"/>
                  </a:lnTo>
                  <a:cubicBezTo>
                    <a:pt x="10679" y="21490"/>
                    <a:pt x="5521" y="19597"/>
                    <a:pt x="2539" y="16539"/>
                  </a:cubicBezTo>
                  <a:cubicBezTo>
                    <a:pt x="176" y="14113"/>
                    <a:pt x="-570" y="11178"/>
                    <a:pt x="437" y="8388"/>
                  </a:cubicBezTo>
                  <a:cubicBezTo>
                    <a:pt x="1452" y="5576"/>
                    <a:pt x="4161" y="3141"/>
                    <a:pt x="7964" y="1617"/>
                  </a:cubicBezTo>
                  <a:cubicBezTo>
                    <a:pt x="10512" y="597"/>
                    <a:pt x="13439" y="38"/>
                    <a:pt x="16438" y="0"/>
                  </a:cubicBezTo>
                  <a:lnTo>
                    <a:pt x="18204" y="32"/>
                  </a:lnTo>
                  <a:lnTo>
                    <a:pt x="21030" y="1892"/>
                  </a:lnTo>
                  <a:lnTo>
                    <a:pt x="18320" y="3730"/>
                  </a:lnTo>
                  <a:lnTo>
                    <a:pt x="16626" y="3730"/>
                  </a:lnTo>
                  <a:cubicBezTo>
                    <a:pt x="11435" y="3780"/>
                    <a:pt x="7009" y="6169"/>
                    <a:pt x="6019" y="9454"/>
                  </a:cubicBezTo>
                  <a:cubicBezTo>
                    <a:pt x="5185" y="12222"/>
                    <a:pt x="7027" y="15033"/>
                    <a:pt x="10636" y="16633"/>
                  </a:cubicBezTo>
                  <a:cubicBezTo>
                    <a:pt x="12457" y="17441"/>
                    <a:pt x="14619" y="17869"/>
                    <a:pt x="16830" y="17861"/>
                  </a:cubicBezTo>
                  <a:lnTo>
                    <a:pt x="19990" y="17862"/>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cxnSp>
          <p:nvCxnSpPr>
            <p:cNvPr id="2341" name="Google Shape;2341;p84"/>
            <p:cNvCxnSpPr/>
            <p:nvPr/>
          </p:nvCxnSpPr>
          <p:spPr>
            <a:xfrm>
              <a:off x="5204242" y="1938409"/>
              <a:ext cx="7593000" cy="0"/>
            </a:xfrm>
            <a:prstGeom prst="straightConnector1">
              <a:avLst/>
            </a:prstGeom>
            <a:noFill/>
            <a:ln cap="flat" cmpd="sng" w="19050">
              <a:solidFill>
                <a:srgbClr val="C6C4BF"/>
              </a:solidFill>
              <a:prstDash val="dash"/>
              <a:miter lim="400000"/>
              <a:headEnd len="sm" w="sm" type="none"/>
              <a:tailEnd len="med" w="med" type="triangle"/>
            </a:ln>
          </p:spPr>
        </p:cxnSp>
        <p:cxnSp>
          <p:nvCxnSpPr>
            <p:cNvPr id="2342" name="Google Shape;2342;p84"/>
            <p:cNvCxnSpPr/>
            <p:nvPr/>
          </p:nvCxnSpPr>
          <p:spPr>
            <a:xfrm>
              <a:off x="7188139" y="5143950"/>
              <a:ext cx="7593000" cy="0"/>
            </a:xfrm>
            <a:prstGeom prst="straightConnector1">
              <a:avLst/>
            </a:prstGeom>
            <a:noFill/>
            <a:ln cap="flat" cmpd="sng" w="19050">
              <a:solidFill>
                <a:srgbClr val="C6C4BF"/>
              </a:solidFill>
              <a:prstDash val="dash"/>
              <a:miter lim="400000"/>
              <a:headEnd len="med" w="med" type="triangle"/>
              <a:tailEnd len="sm" w="sm" type="none"/>
            </a:ln>
          </p:spPr>
        </p:cxnSp>
        <p:sp>
          <p:nvSpPr>
            <p:cNvPr id="2343" name="Google Shape;2343;p84"/>
            <p:cNvSpPr txBox="1"/>
            <p:nvPr/>
          </p:nvSpPr>
          <p:spPr>
            <a:xfrm>
              <a:off x="7664175" y="2752242"/>
              <a:ext cx="4537800" cy="5589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2200"/>
                <a:buFont typeface="Barlow"/>
                <a:buNone/>
              </a:pPr>
              <a:r>
                <a:rPr b="1" i="0" lang="en-US" sz="2200" u="none" cap="none" strike="noStrike">
                  <a:solidFill>
                    <a:srgbClr val="110841"/>
                  </a:solidFill>
                  <a:latin typeface="Instrument Sans"/>
                  <a:ea typeface="Instrument Sans"/>
                  <a:cs typeface="Instrument Sans"/>
                  <a:sym typeface="Instrument Sans"/>
                </a:rPr>
                <a:t>Process flow diagram</a:t>
              </a:r>
              <a:endParaRPr b="1" i="0" sz="1000" u="none" cap="none" strike="noStrike">
                <a:solidFill>
                  <a:srgbClr val="000000"/>
                </a:solidFill>
                <a:latin typeface="Instrument Sans"/>
                <a:ea typeface="Instrument Sans"/>
                <a:cs typeface="Instrument Sans"/>
                <a:sym typeface="Instrument Sans"/>
              </a:endParaRPr>
            </a:p>
          </p:txBody>
        </p:sp>
        <p:sp>
          <p:nvSpPr>
            <p:cNvPr id="2344" name="Google Shape;2344;p84"/>
            <p:cNvSpPr txBox="1"/>
            <p:nvPr/>
          </p:nvSpPr>
          <p:spPr>
            <a:xfrm>
              <a:off x="7527360" y="3432343"/>
              <a:ext cx="48117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Insert your description here.</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45" name="Google Shape;2345;p84"/>
            <p:cNvSpPr txBox="1"/>
            <p:nvPr/>
          </p:nvSpPr>
          <p:spPr>
            <a:xfrm>
              <a:off x="3515558" y="2714142"/>
              <a:ext cx="2019600" cy="16743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46" name="Google Shape;2346;p84"/>
            <p:cNvSpPr txBox="1"/>
            <p:nvPr/>
          </p:nvSpPr>
          <p:spPr>
            <a:xfrm>
              <a:off x="14343873" y="2714142"/>
              <a:ext cx="2019600" cy="16743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This is a sample text. </a:t>
              </a:r>
              <a:endParaRPr i="0" sz="1000" u="none" cap="none" strike="noStrike">
                <a:solidFill>
                  <a:srgbClr val="000000"/>
                </a:solidFill>
                <a:latin typeface="Instrument Sans Medium"/>
                <a:ea typeface="Instrument Sans Medium"/>
                <a:cs typeface="Instrument Sans Medium"/>
                <a:sym typeface="Instrument Sans Medium"/>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Medium"/>
                  <a:ea typeface="Instrument Sans Medium"/>
                  <a:cs typeface="Instrument Sans Medium"/>
                  <a:sym typeface="Instrument Sans Medium"/>
                </a:rPr>
                <a:t>Insert your text here.</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47" name="Google Shape;2347;p84"/>
            <p:cNvSpPr txBox="1"/>
            <p:nvPr/>
          </p:nvSpPr>
          <p:spPr>
            <a:xfrm>
              <a:off x="10919962" y="446721"/>
              <a:ext cx="2019600" cy="5802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Medium"/>
                <a:buNone/>
              </a:pPr>
              <a:r>
                <a:rPr i="0" lang="en-US" sz="1800" u="none" cap="none" strike="noStrike">
                  <a:solidFill>
                    <a:srgbClr val="F6F6F7"/>
                  </a:solidFill>
                  <a:latin typeface="Instrument Sans Medium"/>
                  <a:ea typeface="Instrument Sans Medium"/>
                  <a:cs typeface="Instrument Sans Medium"/>
                  <a:sym typeface="Instrument Sans Medium"/>
                </a:rPr>
                <a:t>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48" name="Google Shape;2348;p84"/>
            <p:cNvSpPr txBox="1"/>
            <p:nvPr/>
          </p:nvSpPr>
          <p:spPr>
            <a:xfrm>
              <a:off x="6017102" y="446721"/>
              <a:ext cx="2019600" cy="5802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F6F6F7"/>
                </a:buClr>
                <a:buSzPts val="1800"/>
                <a:buFont typeface="Barlow Medium"/>
                <a:buNone/>
              </a:pPr>
              <a:r>
                <a:rPr i="0" lang="en-US" sz="1800" u="none" cap="none" strike="noStrike">
                  <a:solidFill>
                    <a:srgbClr val="F6F6F7"/>
                  </a:solidFill>
                  <a:latin typeface="Instrument Sans Medium"/>
                  <a:ea typeface="Instrument Sans Medium"/>
                  <a:cs typeface="Instrument Sans Medium"/>
                  <a:sym typeface="Instrument Sans Medium"/>
                </a:rPr>
                <a:t>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49" name="Google Shape;2349;p84"/>
            <p:cNvSpPr txBox="1"/>
            <p:nvPr/>
          </p:nvSpPr>
          <p:spPr>
            <a:xfrm>
              <a:off x="7023686" y="6062972"/>
              <a:ext cx="2019600" cy="5802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F6F6F7"/>
                </a:buClr>
                <a:buSzPts val="1800"/>
                <a:buFont typeface="Barlow Medium"/>
                <a:buNone/>
              </a:pPr>
              <a:r>
                <a:rPr i="0" lang="en-US" sz="1800" u="none" cap="none" strike="noStrike">
                  <a:solidFill>
                    <a:srgbClr val="F6F6F7"/>
                  </a:solidFill>
                  <a:latin typeface="Instrument Sans Medium"/>
                  <a:ea typeface="Instrument Sans Medium"/>
                  <a:cs typeface="Instrument Sans Medium"/>
                  <a:sym typeface="Instrument Sans Medium"/>
                </a:rPr>
                <a:t>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50" name="Google Shape;2350;p84"/>
            <p:cNvSpPr txBox="1"/>
            <p:nvPr/>
          </p:nvSpPr>
          <p:spPr>
            <a:xfrm>
              <a:off x="11845103" y="6074701"/>
              <a:ext cx="2019600" cy="5802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F6F6F7"/>
                </a:buClr>
                <a:buSzPts val="1800"/>
                <a:buFont typeface="Barlow Medium"/>
                <a:buNone/>
              </a:pPr>
              <a:r>
                <a:rPr i="0" lang="en-US" sz="1800" u="none" cap="none" strike="noStrike">
                  <a:solidFill>
                    <a:srgbClr val="F6F6F7"/>
                  </a:solidFill>
                  <a:latin typeface="Instrument Sans Medium"/>
                  <a:ea typeface="Instrument Sans Medium"/>
                  <a:cs typeface="Instrument Sans Medium"/>
                  <a:sym typeface="Instrument Sans Medium"/>
                </a:rPr>
                <a:t>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351" name="Google Shape;2351;p84"/>
            <p:cNvSpPr txBox="1"/>
            <p:nvPr/>
          </p:nvSpPr>
          <p:spPr>
            <a:xfrm>
              <a:off x="17692703" y="0"/>
              <a:ext cx="2019600" cy="5802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Sample text</a:t>
              </a:r>
              <a:endParaRPr i="0" sz="1000" u="none" cap="none" strike="noStrike">
                <a:solidFill>
                  <a:srgbClr val="000000"/>
                </a:solidFill>
                <a:latin typeface="Instrument Sans"/>
                <a:ea typeface="Instrument Sans"/>
                <a:cs typeface="Instrument Sans"/>
                <a:sym typeface="Instrument Sans"/>
              </a:endParaRPr>
            </a:p>
          </p:txBody>
        </p:sp>
        <p:sp>
          <p:nvSpPr>
            <p:cNvPr id="2352" name="Google Shape;2352;p84"/>
            <p:cNvSpPr txBox="1"/>
            <p:nvPr/>
          </p:nvSpPr>
          <p:spPr>
            <a:xfrm>
              <a:off x="0" y="6528410"/>
              <a:ext cx="2019600" cy="5802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Sample text</a:t>
              </a:r>
              <a:endParaRPr i="0" sz="1000" u="none" cap="none" strike="noStrike">
                <a:solidFill>
                  <a:srgbClr val="000000"/>
                </a:solidFill>
                <a:latin typeface="Instrument Sans"/>
                <a:ea typeface="Instrument Sans"/>
                <a:cs typeface="Instrument Sans"/>
                <a:sym typeface="Instrument Sans"/>
              </a:endParaRPr>
            </a:p>
          </p:txBody>
        </p:sp>
      </p:grpSp>
      <p:sp>
        <p:nvSpPr>
          <p:cNvPr id="2353" name="Google Shape;2353;p84"/>
          <p:cNvSpPr txBox="1"/>
          <p:nvPr/>
        </p:nvSpPr>
        <p:spPr>
          <a:xfrm>
            <a:off x="1697246" y="1547072"/>
            <a:ext cx="6390600" cy="607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10841"/>
                </a:solidFill>
                <a:latin typeface="Sora"/>
                <a:ea typeface="Sora"/>
                <a:cs typeface="Sora"/>
                <a:sym typeface="Sora"/>
              </a:rPr>
              <a:t>Process flow diagram</a:t>
            </a:r>
            <a:endParaRPr b="1" i="0" sz="1000" u="none" cap="none" strike="noStrike">
              <a:solidFill>
                <a:srgbClr val="000000"/>
              </a:solidFill>
              <a:latin typeface="Sora"/>
              <a:ea typeface="Sora"/>
              <a:cs typeface="Sora"/>
              <a:sym typeface="Sor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grpSp>
        <p:nvGrpSpPr>
          <p:cNvPr id="2358" name="Google Shape;2358;p85"/>
          <p:cNvGrpSpPr/>
          <p:nvPr/>
        </p:nvGrpSpPr>
        <p:grpSpPr>
          <a:xfrm>
            <a:off x="2035824" y="1386058"/>
            <a:ext cx="6490895" cy="7483628"/>
            <a:chOff x="2714431" y="1848077"/>
            <a:chExt cx="8654526" cy="9978170"/>
          </a:xfrm>
        </p:grpSpPr>
        <p:sp>
          <p:nvSpPr>
            <p:cNvPr id="2359" name="Google Shape;2359;p85"/>
            <p:cNvSpPr/>
            <p:nvPr/>
          </p:nvSpPr>
          <p:spPr>
            <a:xfrm>
              <a:off x="2714431" y="2514419"/>
              <a:ext cx="8654526" cy="4335429"/>
            </a:xfrm>
            <a:custGeom>
              <a:rect b="b" l="l" r="r" t="t"/>
              <a:pathLst>
                <a:path extrusionOk="0" h="20540" w="21600">
                  <a:moveTo>
                    <a:pt x="759" y="20500"/>
                  </a:moveTo>
                  <a:lnTo>
                    <a:pt x="0" y="19067"/>
                  </a:lnTo>
                  <a:cubicBezTo>
                    <a:pt x="246" y="12533"/>
                    <a:pt x="2124" y="6616"/>
                    <a:pt x="5051" y="3148"/>
                  </a:cubicBezTo>
                  <a:cubicBezTo>
                    <a:pt x="8595" y="-1052"/>
                    <a:pt x="13092" y="-1060"/>
                    <a:pt x="16618" y="3185"/>
                  </a:cubicBezTo>
                  <a:cubicBezTo>
                    <a:pt x="18064" y="4926"/>
                    <a:pt x="19243" y="7276"/>
                    <a:pt x="20095" y="9992"/>
                  </a:cubicBezTo>
                  <a:cubicBezTo>
                    <a:pt x="20950" y="12720"/>
                    <a:pt x="21475" y="15822"/>
                    <a:pt x="21600" y="19076"/>
                  </a:cubicBezTo>
                  <a:lnTo>
                    <a:pt x="20851" y="20540"/>
                  </a:lnTo>
                  <a:lnTo>
                    <a:pt x="20098" y="19088"/>
                  </a:lnTo>
                  <a:cubicBezTo>
                    <a:pt x="19853" y="13561"/>
                    <a:pt x="18255" y="8573"/>
                    <a:pt x="15782" y="5619"/>
                  </a:cubicBezTo>
                  <a:cubicBezTo>
                    <a:pt x="14261" y="3802"/>
                    <a:pt x="12534" y="2882"/>
                    <a:pt x="10804" y="2884"/>
                  </a:cubicBezTo>
                  <a:cubicBezTo>
                    <a:pt x="9090" y="2887"/>
                    <a:pt x="7378" y="3796"/>
                    <a:pt x="5866" y="5587"/>
                  </a:cubicBezTo>
                  <a:cubicBezTo>
                    <a:pt x="3378" y="8535"/>
                    <a:pt x="1766" y="13535"/>
                    <a:pt x="1516" y="19083"/>
                  </a:cubicBezTo>
                  <a:lnTo>
                    <a:pt x="759" y="20500"/>
                  </a:ln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0" name="Google Shape;2360;p85"/>
            <p:cNvSpPr/>
            <p:nvPr/>
          </p:nvSpPr>
          <p:spPr>
            <a:xfrm>
              <a:off x="2716774" y="6898562"/>
              <a:ext cx="8650962" cy="4295192"/>
            </a:xfrm>
            <a:custGeom>
              <a:rect b="b" l="l" r="r" t="t"/>
              <a:pathLst>
                <a:path extrusionOk="0" h="21595" w="21600">
                  <a:moveTo>
                    <a:pt x="20852" y="8"/>
                  </a:moveTo>
                  <a:lnTo>
                    <a:pt x="20079" y="1563"/>
                  </a:lnTo>
                  <a:cubicBezTo>
                    <a:pt x="19704" y="9296"/>
                    <a:pt x="17008" y="15770"/>
                    <a:pt x="13292" y="17864"/>
                  </a:cubicBezTo>
                  <a:cubicBezTo>
                    <a:pt x="11474" y="18888"/>
                    <a:pt x="9592" y="18759"/>
                    <a:pt x="7873" y="17608"/>
                  </a:cubicBezTo>
                  <a:cubicBezTo>
                    <a:pt x="6168" y="16465"/>
                    <a:pt x="4629" y="14319"/>
                    <a:pt x="3467" y="11356"/>
                  </a:cubicBezTo>
                  <a:cubicBezTo>
                    <a:pt x="2361" y="8535"/>
                    <a:pt x="1686" y="5126"/>
                    <a:pt x="1524" y="1545"/>
                  </a:cubicBezTo>
                  <a:lnTo>
                    <a:pt x="767" y="0"/>
                  </a:lnTo>
                  <a:lnTo>
                    <a:pt x="0" y="1492"/>
                  </a:lnTo>
                  <a:cubicBezTo>
                    <a:pt x="260" y="8454"/>
                    <a:pt x="2165" y="14740"/>
                    <a:pt x="5119" y="18392"/>
                  </a:cubicBezTo>
                  <a:cubicBezTo>
                    <a:pt x="6869" y="20556"/>
                    <a:pt x="8851" y="21600"/>
                    <a:pt x="10828" y="21595"/>
                  </a:cubicBezTo>
                  <a:cubicBezTo>
                    <a:pt x="12814" y="21590"/>
                    <a:pt x="14804" y="20525"/>
                    <a:pt x="16556" y="18328"/>
                  </a:cubicBezTo>
                  <a:cubicBezTo>
                    <a:pt x="18009" y="16506"/>
                    <a:pt x="19191" y="14020"/>
                    <a:pt x="20050" y="11149"/>
                  </a:cubicBezTo>
                  <a:cubicBezTo>
                    <a:pt x="20917" y="8254"/>
                    <a:pt x="21457" y="4961"/>
                    <a:pt x="21600" y="1499"/>
                  </a:cubicBezTo>
                  <a:lnTo>
                    <a:pt x="20852" y="8"/>
                  </a:lnTo>
                  <a:close/>
                </a:path>
              </a:pathLst>
            </a:cu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1" name="Google Shape;2361;p85"/>
            <p:cNvSpPr/>
            <p:nvPr/>
          </p:nvSpPr>
          <p:spPr>
            <a:xfrm>
              <a:off x="5191552" y="3256416"/>
              <a:ext cx="3710772" cy="3470065"/>
            </a:xfrm>
            <a:custGeom>
              <a:rect b="b" l="l" r="r" t="t"/>
              <a:pathLst>
                <a:path extrusionOk="0" h="21579" w="21600">
                  <a:moveTo>
                    <a:pt x="0" y="3165"/>
                  </a:moveTo>
                  <a:cubicBezTo>
                    <a:pt x="3229" y="1113"/>
                    <a:pt x="6913" y="20"/>
                    <a:pt x="10670" y="0"/>
                  </a:cubicBezTo>
                  <a:cubicBezTo>
                    <a:pt x="14517" y="-21"/>
                    <a:pt x="18297" y="1083"/>
                    <a:pt x="21600" y="3193"/>
                  </a:cubicBezTo>
                  <a:lnTo>
                    <a:pt x="10817" y="21579"/>
                  </a:lnTo>
                  <a:lnTo>
                    <a:pt x="0" y="3165"/>
                  </a:ln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2" name="Google Shape;2362;p85"/>
            <p:cNvSpPr/>
            <p:nvPr/>
          </p:nvSpPr>
          <p:spPr>
            <a:xfrm>
              <a:off x="3445141" y="3857376"/>
              <a:ext cx="3446388" cy="2928852"/>
            </a:xfrm>
            <a:custGeom>
              <a:rect b="b" l="l" r="r" t="t"/>
              <a:pathLst>
                <a:path extrusionOk="0" h="21600" w="21600">
                  <a:moveTo>
                    <a:pt x="10103" y="0"/>
                  </a:moveTo>
                  <a:lnTo>
                    <a:pt x="21600" y="21567"/>
                  </a:lnTo>
                  <a:lnTo>
                    <a:pt x="0" y="21600"/>
                  </a:lnTo>
                  <a:cubicBezTo>
                    <a:pt x="76" y="16849"/>
                    <a:pt x="1236" y="12210"/>
                    <a:pt x="3358" y="8168"/>
                  </a:cubicBezTo>
                  <a:cubicBezTo>
                    <a:pt x="5075" y="4900"/>
                    <a:pt x="7376" y="2112"/>
                    <a:pt x="10103" y="0"/>
                  </a:cubicBez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3" name="Google Shape;2363;p85"/>
            <p:cNvSpPr/>
            <p:nvPr/>
          </p:nvSpPr>
          <p:spPr>
            <a:xfrm>
              <a:off x="3449146" y="6943278"/>
              <a:ext cx="3465612" cy="2926206"/>
            </a:xfrm>
            <a:custGeom>
              <a:rect b="b" l="l" r="r" t="t"/>
              <a:pathLst>
                <a:path extrusionOk="0" h="21600" w="21600">
                  <a:moveTo>
                    <a:pt x="21600" y="0"/>
                  </a:moveTo>
                  <a:lnTo>
                    <a:pt x="0" y="0"/>
                  </a:lnTo>
                  <a:cubicBezTo>
                    <a:pt x="89" y="4102"/>
                    <a:pt x="977" y="8125"/>
                    <a:pt x="2595" y="11753"/>
                  </a:cubicBezTo>
                  <a:cubicBezTo>
                    <a:pt x="4373" y="15740"/>
                    <a:pt x="6976" y="19128"/>
                    <a:pt x="10159" y="21600"/>
                  </a:cubicBezTo>
                  <a:lnTo>
                    <a:pt x="21600" y="0"/>
                  </a:ln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4" name="Google Shape;2364;p85"/>
            <p:cNvSpPr/>
            <p:nvPr/>
          </p:nvSpPr>
          <p:spPr>
            <a:xfrm>
              <a:off x="5219884" y="7033592"/>
              <a:ext cx="3652506" cy="3417418"/>
            </a:xfrm>
            <a:custGeom>
              <a:rect b="b" l="l" r="r" t="t"/>
              <a:pathLst>
                <a:path extrusionOk="0" h="21503" w="21600">
                  <a:moveTo>
                    <a:pt x="10791" y="0"/>
                  </a:moveTo>
                  <a:lnTo>
                    <a:pt x="21600" y="18373"/>
                  </a:lnTo>
                  <a:cubicBezTo>
                    <a:pt x="18177" y="20518"/>
                    <a:pt x="14257" y="21600"/>
                    <a:pt x="10286" y="21496"/>
                  </a:cubicBezTo>
                  <a:cubicBezTo>
                    <a:pt x="6661" y="21401"/>
                    <a:pt x="3120" y="20320"/>
                    <a:pt x="0" y="18355"/>
                  </a:cubicBezTo>
                  <a:lnTo>
                    <a:pt x="10791" y="0"/>
                  </a:ln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5" name="Google Shape;2365;p85"/>
            <p:cNvSpPr/>
            <p:nvPr/>
          </p:nvSpPr>
          <p:spPr>
            <a:xfrm>
              <a:off x="7205271" y="3855318"/>
              <a:ext cx="3437100" cy="2929176"/>
            </a:xfrm>
            <a:custGeom>
              <a:rect b="b" l="l" r="r" t="t"/>
              <a:pathLst>
                <a:path extrusionOk="0" h="21600" w="21600">
                  <a:moveTo>
                    <a:pt x="11499" y="0"/>
                  </a:moveTo>
                  <a:lnTo>
                    <a:pt x="0" y="21592"/>
                  </a:lnTo>
                  <a:lnTo>
                    <a:pt x="21600" y="21600"/>
                  </a:lnTo>
                  <a:cubicBezTo>
                    <a:pt x="21542" y="17312"/>
                    <a:pt x="20594" y="13106"/>
                    <a:pt x="18838" y="9345"/>
                  </a:cubicBezTo>
                  <a:cubicBezTo>
                    <a:pt x="17077" y="5575"/>
                    <a:pt x="14558" y="2367"/>
                    <a:pt x="11499" y="0"/>
                  </a:cubicBez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6" name="Google Shape;2366;p85"/>
            <p:cNvSpPr/>
            <p:nvPr/>
          </p:nvSpPr>
          <p:spPr>
            <a:xfrm>
              <a:off x="7177762" y="6939706"/>
              <a:ext cx="3460752" cy="2922588"/>
            </a:xfrm>
            <a:custGeom>
              <a:rect b="b" l="l" r="r" t="t"/>
              <a:pathLst>
                <a:path extrusionOk="0" h="21600" w="21600">
                  <a:moveTo>
                    <a:pt x="0" y="0"/>
                  </a:moveTo>
                  <a:lnTo>
                    <a:pt x="21600" y="32"/>
                  </a:lnTo>
                  <a:cubicBezTo>
                    <a:pt x="21546" y="3979"/>
                    <a:pt x="20736" y="7861"/>
                    <a:pt x="19231" y="11384"/>
                  </a:cubicBezTo>
                  <a:cubicBezTo>
                    <a:pt x="17451" y="15551"/>
                    <a:pt x="14761" y="19078"/>
                    <a:pt x="11442" y="21600"/>
                  </a:cubicBezTo>
                  <a:lnTo>
                    <a:pt x="0" y="0"/>
                  </a:lnTo>
                  <a:close/>
                </a:path>
              </a:pathLst>
            </a:custGeom>
            <a:solidFill>
              <a:srgbClr val="E9E9E9">
                <a:alpha val="3529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7" name="Google Shape;2367;p85"/>
            <p:cNvSpPr/>
            <p:nvPr/>
          </p:nvSpPr>
          <p:spPr>
            <a:xfrm>
              <a:off x="5447282" y="5253733"/>
              <a:ext cx="3201600" cy="3201600"/>
            </a:xfrm>
            <a:prstGeom prst="ellipse">
              <a:avLst/>
            </a:prstGeom>
            <a:solidFill>
              <a:srgbClr val="E9E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100D25"/>
                </a:solidFill>
                <a:latin typeface="Helvetica Neue"/>
                <a:ea typeface="Helvetica Neue"/>
                <a:cs typeface="Helvetica Neue"/>
                <a:sym typeface="Helvetica Neue"/>
              </a:endParaRPr>
            </a:p>
          </p:txBody>
        </p:sp>
        <p:sp>
          <p:nvSpPr>
            <p:cNvPr id="2368" name="Google Shape;2368;p85"/>
            <p:cNvSpPr txBox="1"/>
            <p:nvPr/>
          </p:nvSpPr>
          <p:spPr>
            <a:xfrm>
              <a:off x="5772534" y="6368454"/>
              <a:ext cx="2570100" cy="1016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Sora"/>
                  <a:ea typeface="Sora"/>
                  <a:cs typeface="Sora"/>
                  <a:sym typeface="Sora"/>
                </a:rPr>
                <a:t>Process flow diagram</a:t>
              </a:r>
              <a:endParaRPr b="1" i="0" sz="1000" u="none" cap="none" strike="noStrike">
                <a:solidFill>
                  <a:srgbClr val="100D25"/>
                </a:solidFill>
                <a:latin typeface="Sora"/>
                <a:ea typeface="Sora"/>
                <a:cs typeface="Sora"/>
                <a:sym typeface="Sora"/>
              </a:endParaRPr>
            </a:p>
          </p:txBody>
        </p:sp>
        <p:sp>
          <p:nvSpPr>
            <p:cNvPr id="2369" name="Google Shape;2369;p85"/>
            <p:cNvSpPr txBox="1"/>
            <p:nvPr/>
          </p:nvSpPr>
          <p:spPr>
            <a:xfrm>
              <a:off x="6002259" y="3789139"/>
              <a:ext cx="20850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0" name="Google Shape;2370;p85"/>
            <p:cNvSpPr txBox="1"/>
            <p:nvPr/>
          </p:nvSpPr>
          <p:spPr>
            <a:xfrm>
              <a:off x="6002259" y="8942140"/>
              <a:ext cx="2085000" cy="863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1" name="Google Shape;2371;p85"/>
            <p:cNvSpPr txBox="1"/>
            <p:nvPr/>
          </p:nvSpPr>
          <p:spPr>
            <a:xfrm>
              <a:off x="8719142" y="7505436"/>
              <a:ext cx="1570200" cy="1244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2" name="Google Shape;2372;p85"/>
            <p:cNvSpPr txBox="1"/>
            <p:nvPr/>
          </p:nvSpPr>
          <p:spPr>
            <a:xfrm>
              <a:off x="8719142" y="5094727"/>
              <a:ext cx="1570200" cy="1244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3" name="Google Shape;2373;p85"/>
            <p:cNvSpPr txBox="1"/>
            <p:nvPr/>
          </p:nvSpPr>
          <p:spPr>
            <a:xfrm>
              <a:off x="3806840" y="7502128"/>
              <a:ext cx="1570200" cy="12447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4" name="Google Shape;2374;p85"/>
            <p:cNvSpPr txBox="1"/>
            <p:nvPr/>
          </p:nvSpPr>
          <p:spPr>
            <a:xfrm>
              <a:off x="3806840" y="5091418"/>
              <a:ext cx="1570200" cy="1244700"/>
            </a:xfrm>
            <a:prstGeom prst="rect">
              <a:avLst/>
            </a:prstGeom>
            <a:noFill/>
            <a:ln>
              <a:noFill/>
            </a:ln>
          </p:spPr>
          <p:txBody>
            <a:bodyPr anchorCtr="0" anchor="t" bIns="38100" lIns="38100" spcFirstLastPara="1" rIns="38100" wrap="square" tIns="38100">
              <a:noAutofit/>
            </a:bodyPr>
            <a:lstStyle/>
            <a:p>
              <a:pPr indent="0" lvl="0" marL="0" marR="0" rtl="0" algn="r">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This is a sample text</a:t>
              </a:r>
              <a:endParaRPr i="0" sz="1000" u="none" cap="none" strike="noStrike">
                <a:solidFill>
                  <a:srgbClr val="100D25"/>
                </a:solidFill>
                <a:latin typeface="Instrument Sans"/>
                <a:ea typeface="Instrument Sans"/>
                <a:cs typeface="Instrument Sans"/>
                <a:sym typeface="Instrument Sans"/>
              </a:endParaRPr>
            </a:p>
          </p:txBody>
        </p:sp>
        <p:sp>
          <p:nvSpPr>
            <p:cNvPr id="2375" name="Google Shape;2375;p85"/>
            <p:cNvSpPr txBox="1"/>
            <p:nvPr/>
          </p:nvSpPr>
          <p:spPr>
            <a:xfrm>
              <a:off x="5312016" y="1848077"/>
              <a:ext cx="3465600" cy="482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SemiBold"/>
                <a:buNone/>
              </a:pPr>
              <a:r>
                <a:rPr i="0" lang="en-US" sz="1800" u="none" cap="none" strike="noStrike">
                  <a:solidFill>
                    <a:srgbClr val="100D25"/>
                  </a:solidFill>
                  <a:latin typeface="Instrument Sans Medium"/>
                  <a:ea typeface="Instrument Sans Medium"/>
                  <a:cs typeface="Instrument Sans Medium"/>
                  <a:sym typeface="Instrument Sans Medium"/>
                </a:rPr>
                <a:t>This is a sample text</a:t>
              </a:r>
              <a:endParaRPr i="0" sz="1000" u="none" cap="none" strike="noStrike">
                <a:solidFill>
                  <a:srgbClr val="100D25"/>
                </a:solidFill>
                <a:latin typeface="Instrument Sans Medium"/>
                <a:ea typeface="Instrument Sans Medium"/>
                <a:cs typeface="Instrument Sans Medium"/>
                <a:sym typeface="Instrument Sans Medium"/>
              </a:endParaRPr>
            </a:p>
          </p:txBody>
        </p:sp>
        <p:sp>
          <p:nvSpPr>
            <p:cNvPr id="2376" name="Google Shape;2376;p85"/>
            <p:cNvSpPr txBox="1"/>
            <p:nvPr/>
          </p:nvSpPr>
          <p:spPr>
            <a:xfrm>
              <a:off x="5312016" y="11343547"/>
              <a:ext cx="3465600" cy="482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SemiBold"/>
                <a:buNone/>
              </a:pPr>
              <a:r>
                <a:rPr i="0" lang="en-US" sz="1800" u="none" cap="none" strike="noStrike">
                  <a:solidFill>
                    <a:srgbClr val="100D25"/>
                  </a:solidFill>
                  <a:latin typeface="Instrument Sans Medium"/>
                  <a:ea typeface="Instrument Sans Medium"/>
                  <a:cs typeface="Instrument Sans Medium"/>
                  <a:sym typeface="Instrument Sans Medium"/>
                </a:rPr>
                <a:t>This is a sample text</a:t>
              </a:r>
              <a:endParaRPr i="0" sz="1000" u="none" cap="none" strike="noStrike">
                <a:solidFill>
                  <a:srgbClr val="100D25"/>
                </a:solidFill>
                <a:latin typeface="Instrument Sans Medium"/>
                <a:ea typeface="Instrument Sans Medium"/>
                <a:cs typeface="Instrument Sans Medium"/>
                <a:sym typeface="Instrument Sans Medium"/>
              </a:endParaRPr>
            </a:p>
          </p:txBody>
        </p:sp>
      </p:grpSp>
      <p:grpSp>
        <p:nvGrpSpPr>
          <p:cNvPr id="2377" name="Google Shape;2377;p85"/>
          <p:cNvGrpSpPr/>
          <p:nvPr/>
        </p:nvGrpSpPr>
        <p:grpSpPr>
          <a:xfrm>
            <a:off x="9882246" y="3233016"/>
            <a:ext cx="6523839" cy="3821041"/>
            <a:chOff x="-10752" y="0"/>
            <a:chExt cx="8698452" cy="5094722"/>
          </a:xfrm>
        </p:grpSpPr>
        <p:sp>
          <p:nvSpPr>
            <p:cNvPr id="2378" name="Google Shape;2378;p85"/>
            <p:cNvSpPr txBox="1"/>
            <p:nvPr/>
          </p:nvSpPr>
          <p:spPr>
            <a:xfrm>
              <a:off x="0" y="1183022"/>
              <a:ext cx="8687700" cy="39117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i="0" sz="1000" u="none" cap="none" strike="noStrike">
                <a:solidFill>
                  <a:srgbClr val="100D25"/>
                </a:solidFill>
                <a:latin typeface="Instrument Sans"/>
                <a:ea typeface="Instrument Sans"/>
                <a:cs typeface="Instrument Sans"/>
                <a:sym typeface="Instrument Sans"/>
              </a:endParaRPr>
            </a:p>
          </p:txBody>
        </p:sp>
        <p:sp>
          <p:nvSpPr>
            <p:cNvPr id="2379" name="Google Shape;2379;p85"/>
            <p:cNvSpPr txBox="1"/>
            <p:nvPr/>
          </p:nvSpPr>
          <p:spPr>
            <a:xfrm>
              <a:off x="-10752" y="0"/>
              <a:ext cx="8520900" cy="8106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00D25"/>
                  </a:solidFill>
                  <a:latin typeface="Sora"/>
                  <a:ea typeface="Sora"/>
                  <a:cs typeface="Sora"/>
                  <a:sym typeface="Sora"/>
                </a:rPr>
                <a:t>Process flow diagram</a:t>
              </a:r>
              <a:endParaRPr b="1" i="0" sz="1000" u="none" cap="none" strike="noStrike">
                <a:solidFill>
                  <a:srgbClr val="100D25"/>
                </a:solidFill>
                <a:latin typeface="Sora"/>
                <a:ea typeface="Sora"/>
                <a:cs typeface="Sora"/>
                <a:sym typeface="Sora"/>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3" name="Shape 2383"/>
        <p:cNvGrpSpPr/>
        <p:nvPr/>
      </p:nvGrpSpPr>
      <p:grpSpPr>
        <a:xfrm>
          <a:off x="0" y="0"/>
          <a:ext cx="0" cy="0"/>
          <a:chOff x="0" y="0"/>
          <a:chExt cx="0" cy="0"/>
        </a:xfrm>
      </p:grpSpPr>
      <p:sp>
        <p:nvSpPr>
          <p:cNvPr id="2384" name="Google Shape;2384;p86"/>
          <p:cNvSpPr txBox="1"/>
          <p:nvPr/>
        </p:nvSpPr>
        <p:spPr>
          <a:xfrm>
            <a:off x="1167968" y="1612990"/>
            <a:ext cx="6390600" cy="607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10841"/>
                </a:solidFill>
                <a:latin typeface="Sora"/>
                <a:ea typeface="Sora"/>
                <a:cs typeface="Sora"/>
                <a:sym typeface="Sora"/>
              </a:rPr>
              <a:t>Process flow diagram</a:t>
            </a:r>
            <a:endParaRPr b="1" i="0" sz="1000" u="none" cap="none" strike="noStrike">
              <a:solidFill>
                <a:srgbClr val="000000"/>
              </a:solidFill>
              <a:latin typeface="Sora"/>
              <a:ea typeface="Sora"/>
              <a:cs typeface="Sora"/>
              <a:sym typeface="Sora"/>
            </a:endParaRPr>
          </a:p>
        </p:txBody>
      </p:sp>
      <p:grpSp>
        <p:nvGrpSpPr>
          <p:cNvPr id="2385" name="Google Shape;2385;p86"/>
          <p:cNvGrpSpPr/>
          <p:nvPr/>
        </p:nvGrpSpPr>
        <p:grpSpPr>
          <a:xfrm>
            <a:off x="1143358" y="2932620"/>
            <a:ext cx="16107688" cy="5600700"/>
            <a:chOff x="1524477" y="3910160"/>
            <a:chExt cx="21476917" cy="7467600"/>
          </a:xfrm>
        </p:grpSpPr>
        <p:sp>
          <p:nvSpPr>
            <p:cNvPr id="2386" name="Google Shape;2386;p86"/>
            <p:cNvSpPr/>
            <p:nvPr/>
          </p:nvSpPr>
          <p:spPr>
            <a:xfrm>
              <a:off x="1535228" y="7152023"/>
              <a:ext cx="4668300" cy="3565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typesetting industry. Lorem Ipsum has been the industry's standard dummy text ever since the 1500s, when an unknown printer took a galley of type and scrambled it to make a type specimen book. It has survived not only five centuries, but also</a:t>
              </a:r>
              <a:endParaRPr i="0" sz="1000" u="none" cap="none" strike="noStrike">
                <a:solidFill>
                  <a:srgbClr val="100D25"/>
                </a:solidFill>
                <a:latin typeface="Instrument Sans"/>
                <a:ea typeface="Instrument Sans"/>
                <a:cs typeface="Instrument Sans"/>
                <a:sym typeface="Instrument Sans"/>
              </a:endParaRPr>
            </a:p>
          </p:txBody>
        </p:sp>
        <p:sp>
          <p:nvSpPr>
            <p:cNvPr id="2387" name="Google Shape;2387;p86"/>
            <p:cNvSpPr/>
            <p:nvPr/>
          </p:nvSpPr>
          <p:spPr>
            <a:xfrm>
              <a:off x="1524477" y="6493935"/>
              <a:ext cx="4147740"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Instrument Sans"/>
                  <a:ea typeface="Instrument Sans"/>
                  <a:cs typeface="Instrument Sans"/>
                  <a:sym typeface="Instrument Sans"/>
                </a:rPr>
                <a:t>Process flow diagram </a:t>
              </a:r>
              <a:endParaRPr b="1" i="0" sz="1000" u="none" cap="none" strike="noStrike">
                <a:solidFill>
                  <a:srgbClr val="100D25"/>
                </a:solidFill>
                <a:latin typeface="Instrument Sans"/>
                <a:ea typeface="Instrument Sans"/>
                <a:cs typeface="Instrument Sans"/>
                <a:sym typeface="Instrument Sans"/>
              </a:endParaRPr>
            </a:p>
          </p:txBody>
        </p:sp>
        <p:sp>
          <p:nvSpPr>
            <p:cNvPr id="2388" name="Google Shape;2388;p86"/>
            <p:cNvSpPr/>
            <p:nvPr/>
          </p:nvSpPr>
          <p:spPr>
            <a:xfrm>
              <a:off x="1524477" y="4286444"/>
              <a:ext cx="3815856" cy="1949400"/>
            </a:xfrm>
            <a:custGeom>
              <a:rect b="b" l="l" r="r" t="t"/>
              <a:pathLst>
                <a:path extrusionOk="0" h="120000" w="21600">
                  <a:moveTo>
                    <a:pt x="0" y="0"/>
                  </a:moveTo>
                  <a:lnTo>
                    <a:pt x="21600" y="0"/>
                  </a:lnTo>
                  <a:lnTo>
                    <a:pt x="21600" y="0"/>
                  </a:lnTo>
                  <a:lnTo>
                    <a:pt x="0" y="0"/>
                  </a:lnTo>
                  <a:close/>
                </a:path>
              </a:pathLst>
            </a:custGeom>
            <a:solidFill>
              <a:srgbClr val="D13B5F"/>
            </a:solid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C8454C"/>
                </a:buClr>
                <a:buSzPts val="9000"/>
                <a:buFont typeface="Barlow SemiBold"/>
                <a:buNone/>
              </a:pPr>
              <a:r>
                <a:rPr b="1" i="0" lang="en-US" sz="9000" u="none" cap="none" strike="noStrike">
                  <a:solidFill>
                    <a:srgbClr val="D13B5F"/>
                  </a:solidFill>
                  <a:latin typeface="Sora"/>
                  <a:ea typeface="Sora"/>
                  <a:cs typeface="Sora"/>
                  <a:sym typeface="Sora"/>
                </a:rPr>
                <a:t>50% </a:t>
              </a:r>
              <a:endParaRPr b="1" i="0" sz="1000" u="none" cap="none" strike="noStrike">
                <a:solidFill>
                  <a:srgbClr val="D13B5F"/>
                </a:solidFill>
                <a:latin typeface="Sora"/>
                <a:ea typeface="Sora"/>
                <a:cs typeface="Sora"/>
                <a:sym typeface="Sora"/>
              </a:endParaRPr>
            </a:p>
          </p:txBody>
        </p:sp>
        <p:cxnSp>
          <p:nvCxnSpPr>
            <p:cNvPr id="2389" name="Google Shape;2389;p86"/>
            <p:cNvCxnSpPr/>
            <p:nvPr/>
          </p:nvCxnSpPr>
          <p:spPr>
            <a:xfrm>
              <a:off x="6581112" y="3910160"/>
              <a:ext cx="0" cy="7467600"/>
            </a:xfrm>
            <a:prstGeom prst="straightConnector1">
              <a:avLst/>
            </a:prstGeom>
            <a:noFill/>
            <a:ln cap="flat" cmpd="sng" w="19050">
              <a:solidFill>
                <a:srgbClr val="C6C4BE"/>
              </a:solidFill>
              <a:prstDash val="dash"/>
              <a:miter lim="400000"/>
              <a:headEnd len="sm" w="sm" type="none"/>
              <a:tailEnd len="sm" w="sm" type="none"/>
            </a:ln>
          </p:spPr>
        </p:cxnSp>
        <p:cxnSp>
          <p:nvCxnSpPr>
            <p:cNvPr id="2390" name="Google Shape;2390;p86"/>
            <p:cNvCxnSpPr/>
            <p:nvPr/>
          </p:nvCxnSpPr>
          <p:spPr>
            <a:xfrm>
              <a:off x="12170988" y="3910160"/>
              <a:ext cx="0" cy="7467600"/>
            </a:xfrm>
            <a:prstGeom prst="straightConnector1">
              <a:avLst/>
            </a:prstGeom>
            <a:noFill/>
            <a:ln cap="flat" cmpd="sng" w="19050">
              <a:solidFill>
                <a:srgbClr val="C6C4BE"/>
              </a:solidFill>
              <a:prstDash val="dash"/>
              <a:miter lim="400000"/>
              <a:headEnd len="sm" w="sm" type="none"/>
              <a:tailEnd len="sm" w="sm" type="none"/>
            </a:ln>
          </p:spPr>
        </p:cxnSp>
        <p:cxnSp>
          <p:nvCxnSpPr>
            <p:cNvPr id="2391" name="Google Shape;2391;p86"/>
            <p:cNvCxnSpPr/>
            <p:nvPr/>
          </p:nvCxnSpPr>
          <p:spPr>
            <a:xfrm>
              <a:off x="17758988" y="3910160"/>
              <a:ext cx="0" cy="7467600"/>
            </a:xfrm>
            <a:prstGeom prst="straightConnector1">
              <a:avLst/>
            </a:prstGeom>
            <a:noFill/>
            <a:ln cap="flat" cmpd="sng" w="19050">
              <a:solidFill>
                <a:srgbClr val="C6C4BE"/>
              </a:solidFill>
              <a:prstDash val="dash"/>
              <a:miter lim="400000"/>
              <a:headEnd len="sm" w="sm" type="none"/>
              <a:tailEnd len="sm" w="sm" type="none"/>
            </a:ln>
          </p:spPr>
        </p:cxnSp>
        <p:sp>
          <p:nvSpPr>
            <p:cNvPr id="2392" name="Google Shape;2392;p86"/>
            <p:cNvSpPr/>
            <p:nvPr/>
          </p:nvSpPr>
          <p:spPr>
            <a:xfrm>
              <a:off x="7134516" y="7152023"/>
              <a:ext cx="4668300" cy="3565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typesetting industry. Lorem Ipsum has been the industry's standard dummy text ever since the 1500s, when an unknown printer took a galley of type and scrambled it to make a type specimen book. It has survived not only five centuries, but also</a:t>
              </a:r>
              <a:endParaRPr i="0" sz="1000" u="none" cap="none" strike="noStrike">
                <a:solidFill>
                  <a:srgbClr val="100D25"/>
                </a:solidFill>
                <a:latin typeface="Instrument Sans"/>
                <a:ea typeface="Instrument Sans"/>
                <a:cs typeface="Instrument Sans"/>
                <a:sym typeface="Instrument Sans"/>
              </a:endParaRPr>
            </a:p>
          </p:txBody>
        </p:sp>
        <p:sp>
          <p:nvSpPr>
            <p:cNvPr id="2393" name="Google Shape;2393;p86"/>
            <p:cNvSpPr/>
            <p:nvPr/>
          </p:nvSpPr>
          <p:spPr>
            <a:xfrm>
              <a:off x="7123765" y="6493935"/>
              <a:ext cx="4147740"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Instrument Sans"/>
                  <a:ea typeface="Instrument Sans"/>
                  <a:cs typeface="Instrument Sans"/>
                  <a:sym typeface="Instrument Sans"/>
                </a:rPr>
                <a:t>Process flow diagram </a:t>
              </a:r>
              <a:endParaRPr b="1" i="0" sz="1000" u="none" cap="none" strike="noStrike">
                <a:solidFill>
                  <a:srgbClr val="100D25"/>
                </a:solidFill>
                <a:latin typeface="Instrument Sans"/>
                <a:ea typeface="Instrument Sans"/>
                <a:cs typeface="Instrument Sans"/>
                <a:sym typeface="Instrument Sans"/>
              </a:endParaRPr>
            </a:p>
          </p:txBody>
        </p:sp>
        <p:sp>
          <p:nvSpPr>
            <p:cNvPr id="2394" name="Google Shape;2394;p86"/>
            <p:cNvSpPr/>
            <p:nvPr/>
          </p:nvSpPr>
          <p:spPr>
            <a:xfrm>
              <a:off x="7123765" y="4286444"/>
              <a:ext cx="3815856" cy="19494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E28133"/>
                </a:buClr>
                <a:buSzPts val="9000"/>
                <a:buFont typeface="Barlow SemiBold"/>
                <a:buNone/>
              </a:pPr>
              <a:r>
                <a:rPr b="1" i="0" lang="en-US" sz="9000" u="none" cap="none" strike="noStrike">
                  <a:solidFill>
                    <a:srgbClr val="EC683E"/>
                  </a:solidFill>
                  <a:latin typeface="Sora"/>
                  <a:ea typeface="Sora"/>
                  <a:cs typeface="Sora"/>
                  <a:sym typeface="Sora"/>
                </a:rPr>
                <a:t>44% </a:t>
              </a:r>
              <a:endParaRPr b="1" i="0" sz="1000" u="none" cap="none" strike="noStrike">
                <a:solidFill>
                  <a:srgbClr val="EC683E"/>
                </a:solidFill>
                <a:latin typeface="Sora"/>
                <a:ea typeface="Sora"/>
                <a:cs typeface="Sora"/>
                <a:sym typeface="Sora"/>
              </a:endParaRPr>
            </a:p>
          </p:txBody>
        </p:sp>
        <p:sp>
          <p:nvSpPr>
            <p:cNvPr id="2395" name="Google Shape;2395;p86"/>
            <p:cNvSpPr/>
            <p:nvPr/>
          </p:nvSpPr>
          <p:spPr>
            <a:xfrm>
              <a:off x="12733806" y="7152023"/>
              <a:ext cx="4668300" cy="3565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typesetting industry. Lorem Ipsum has been the industry's standard dummy text ever since the 1500s, when an unknown printer took a galley of type and scrambled it to make a type specimen book. It has survived not only five centuries, but also</a:t>
              </a:r>
              <a:endParaRPr i="0" sz="1000" u="none" cap="none" strike="noStrike">
                <a:solidFill>
                  <a:srgbClr val="100D25"/>
                </a:solidFill>
                <a:latin typeface="Instrument Sans"/>
                <a:ea typeface="Instrument Sans"/>
                <a:cs typeface="Instrument Sans"/>
                <a:sym typeface="Instrument Sans"/>
              </a:endParaRPr>
            </a:p>
          </p:txBody>
        </p:sp>
        <p:sp>
          <p:nvSpPr>
            <p:cNvPr id="2396" name="Google Shape;2396;p86"/>
            <p:cNvSpPr/>
            <p:nvPr/>
          </p:nvSpPr>
          <p:spPr>
            <a:xfrm>
              <a:off x="12723055" y="6493935"/>
              <a:ext cx="4147740"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Instrument Sans"/>
                  <a:ea typeface="Instrument Sans"/>
                  <a:cs typeface="Instrument Sans"/>
                  <a:sym typeface="Instrument Sans"/>
                </a:rPr>
                <a:t>Process flow diagram </a:t>
              </a:r>
              <a:endParaRPr b="1" i="0" sz="1000" u="none" cap="none" strike="noStrike">
                <a:solidFill>
                  <a:srgbClr val="100D25"/>
                </a:solidFill>
                <a:latin typeface="Instrument Sans"/>
                <a:ea typeface="Instrument Sans"/>
                <a:cs typeface="Instrument Sans"/>
                <a:sym typeface="Instrument Sans"/>
              </a:endParaRPr>
            </a:p>
          </p:txBody>
        </p:sp>
        <p:sp>
          <p:nvSpPr>
            <p:cNvPr id="2397" name="Google Shape;2397;p86"/>
            <p:cNvSpPr/>
            <p:nvPr/>
          </p:nvSpPr>
          <p:spPr>
            <a:xfrm>
              <a:off x="12723055" y="4286444"/>
              <a:ext cx="3815856" cy="19494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439CD9"/>
                </a:buClr>
                <a:buSzPts val="9000"/>
                <a:buFont typeface="Barlow SemiBold"/>
                <a:buNone/>
              </a:pPr>
              <a:r>
                <a:rPr b="1" i="0" lang="en-US" sz="9000" u="none" cap="none" strike="noStrike">
                  <a:solidFill>
                    <a:srgbClr val="217BEE"/>
                  </a:solidFill>
                  <a:latin typeface="Sora"/>
                  <a:ea typeface="Sora"/>
                  <a:cs typeface="Sora"/>
                  <a:sym typeface="Sora"/>
                </a:rPr>
                <a:t>15% </a:t>
              </a:r>
              <a:endParaRPr b="1" i="0" sz="1000" u="none" cap="none" strike="noStrike">
                <a:solidFill>
                  <a:srgbClr val="217BEE"/>
                </a:solidFill>
                <a:latin typeface="Sora"/>
                <a:ea typeface="Sora"/>
                <a:cs typeface="Sora"/>
                <a:sym typeface="Sora"/>
              </a:endParaRPr>
            </a:p>
          </p:txBody>
        </p:sp>
        <p:sp>
          <p:nvSpPr>
            <p:cNvPr id="2398" name="Google Shape;2398;p86"/>
            <p:cNvSpPr/>
            <p:nvPr/>
          </p:nvSpPr>
          <p:spPr>
            <a:xfrm>
              <a:off x="18333094" y="7152023"/>
              <a:ext cx="4668300" cy="35652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15000"/>
                </a:lnSpc>
                <a:spcBef>
                  <a:spcPts val="0"/>
                </a:spcBef>
                <a:spcAft>
                  <a:spcPts val="0"/>
                </a:spcAft>
                <a:buClr>
                  <a:srgbClr val="110841"/>
                </a:buClr>
                <a:buSzPts val="1800"/>
                <a:buFont typeface="Barlow Medium"/>
                <a:buNone/>
              </a:pPr>
              <a:r>
                <a:rPr i="0" lang="en-US" sz="1800" u="none" cap="none" strike="noStrike">
                  <a:solidFill>
                    <a:srgbClr val="100D25"/>
                  </a:solidFill>
                  <a:latin typeface="Instrument Sans"/>
                  <a:ea typeface="Instrument Sans"/>
                  <a:cs typeface="Instrument Sans"/>
                  <a:sym typeface="Instrument Sans"/>
                </a:rPr>
                <a:t>Lorem Ipsum is simply dummy typesetting industry. Lorem Ipsum has been the industry's standard dummy text ever since the 1500s, when an unknown printer took a galley of type and scrambled it to make a type specimen book. It has survived not only five centuries, but also</a:t>
              </a:r>
              <a:endParaRPr i="0" sz="1000" u="none" cap="none" strike="noStrike">
                <a:solidFill>
                  <a:srgbClr val="100D25"/>
                </a:solidFill>
                <a:latin typeface="Instrument Sans"/>
                <a:ea typeface="Instrument Sans"/>
                <a:cs typeface="Instrument Sans"/>
                <a:sym typeface="Instrument Sans"/>
              </a:endParaRPr>
            </a:p>
          </p:txBody>
        </p:sp>
        <p:sp>
          <p:nvSpPr>
            <p:cNvPr id="2399" name="Google Shape;2399;p86"/>
            <p:cNvSpPr/>
            <p:nvPr/>
          </p:nvSpPr>
          <p:spPr>
            <a:xfrm>
              <a:off x="18322344" y="6493935"/>
              <a:ext cx="4147740" cy="5643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2200"/>
                <a:buFont typeface="Barlow"/>
                <a:buNone/>
              </a:pPr>
              <a:r>
                <a:rPr b="1" i="0" lang="en-US" sz="2200" u="none" cap="none" strike="noStrike">
                  <a:solidFill>
                    <a:srgbClr val="100D25"/>
                  </a:solidFill>
                  <a:latin typeface="Instrument Sans"/>
                  <a:ea typeface="Instrument Sans"/>
                  <a:cs typeface="Instrument Sans"/>
                  <a:sym typeface="Instrument Sans"/>
                </a:rPr>
                <a:t>Process flow diagram </a:t>
              </a:r>
              <a:endParaRPr b="1" i="0" sz="1000" u="none" cap="none" strike="noStrike">
                <a:solidFill>
                  <a:srgbClr val="100D25"/>
                </a:solidFill>
                <a:latin typeface="Instrument Sans"/>
                <a:ea typeface="Instrument Sans"/>
                <a:cs typeface="Instrument Sans"/>
                <a:sym typeface="Instrument Sans"/>
              </a:endParaRPr>
            </a:p>
          </p:txBody>
        </p:sp>
        <p:sp>
          <p:nvSpPr>
            <p:cNvPr id="2400" name="Google Shape;2400;p86"/>
            <p:cNvSpPr/>
            <p:nvPr/>
          </p:nvSpPr>
          <p:spPr>
            <a:xfrm>
              <a:off x="18322344" y="4286444"/>
              <a:ext cx="3815856" cy="194940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9000"/>
                <a:buFont typeface="Barlow SemiBold"/>
                <a:buNone/>
              </a:pPr>
              <a:r>
                <a:rPr b="1" i="0" lang="en-US" sz="9000" u="none" cap="none" strike="noStrike">
                  <a:solidFill>
                    <a:srgbClr val="100D25"/>
                  </a:solidFill>
                  <a:latin typeface="Sora"/>
                  <a:ea typeface="Sora"/>
                  <a:cs typeface="Sora"/>
                  <a:sym typeface="Sora"/>
                </a:rPr>
                <a:t>28% </a:t>
              </a:r>
              <a:endParaRPr b="1" i="0" sz="1000" u="none" cap="none" strike="noStrike">
                <a:solidFill>
                  <a:srgbClr val="100D25"/>
                </a:solidFill>
                <a:latin typeface="Sora"/>
                <a:ea typeface="Sora"/>
                <a:cs typeface="Sora"/>
                <a:sym typeface="Sora"/>
              </a:endParaRPr>
            </a:p>
          </p:txBody>
        </p:sp>
        <p:sp>
          <p:nvSpPr>
            <p:cNvPr id="2401" name="Google Shape;2401;p86"/>
            <p:cNvSpPr/>
            <p:nvPr/>
          </p:nvSpPr>
          <p:spPr>
            <a:xfrm>
              <a:off x="5101367" y="5047033"/>
              <a:ext cx="1954800" cy="422100"/>
            </a:xfrm>
            <a:prstGeom prst="rightArrow">
              <a:avLst>
                <a:gd fmla="val 60521" name="adj1"/>
                <a:gd fmla="val 88463" name="adj2"/>
              </a:avLst>
            </a:prstGeom>
            <a:gradFill>
              <a:gsLst>
                <a:gs pos="0">
                  <a:srgbClr val="BCB9CD"/>
                </a:gs>
                <a:gs pos="100000">
                  <a:schemeClr val="lt1"/>
                </a:gs>
              </a:gsLst>
              <a:lin ang="1080002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02" name="Google Shape;2402;p86"/>
            <p:cNvSpPr/>
            <p:nvPr/>
          </p:nvSpPr>
          <p:spPr>
            <a:xfrm>
              <a:off x="10714900" y="5047033"/>
              <a:ext cx="1954800" cy="422100"/>
            </a:xfrm>
            <a:prstGeom prst="rightArrow">
              <a:avLst>
                <a:gd fmla="val 60521" name="adj1"/>
                <a:gd fmla="val 88463" name="adj2"/>
              </a:avLst>
            </a:prstGeom>
            <a:gradFill>
              <a:gsLst>
                <a:gs pos="0">
                  <a:srgbClr val="BCB9CD"/>
                </a:gs>
                <a:gs pos="100000">
                  <a:schemeClr val="lt1"/>
                </a:gs>
              </a:gsLst>
              <a:lin ang="1080002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03" name="Google Shape;2403;p86"/>
            <p:cNvSpPr/>
            <p:nvPr/>
          </p:nvSpPr>
          <p:spPr>
            <a:xfrm>
              <a:off x="16107923" y="5047022"/>
              <a:ext cx="2183100" cy="422100"/>
            </a:xfrm>
            <a:prstGeom prst="rightArrow">
              <a:avLst>
                <a:gd fmla="val 60521" name="adj1"/>
                <a:gd fmla="val 88463" name="adj2"/>
              </a:avLst>
            </a:prstGeom>
            <a:gradFill>
              <a:gsLst>
                <a:gs pos="0">
                  <a:srgbClr val="BCB9CD"/>
                </a:gs>
                <a:gs pos="100000">
                  <a:schemeClr val="lt1"/>
                </a:gs>
              </a:gsLst>
              <a:lin ang="1080002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7" name="Shape 2407"/>
        <p:cNvGrpSpPr/>
        <p:nvPr/>
      </p:nvGrpSpPr>
      <p:grpSpPr>
        <a:xfrm>
          <a:off x="0" y="0"/>
          <a:ext cx="0" cy="0"/>
          <a:chOff x="0" y="0"/>
          <a:chExt cx="0" cy="0"/>
        </a:xfrm>
      </p:grpSpPr>
      <p:grpSp>
        <p:nvGrpSpPr>
          <p:cNvPr id="2408" name="Google Shape;2408;p87"/>
          <p:cNvGrpSpPr/>
          <p:nvPr/>
        </p:nvGrpSpPr>
        <p:grpSpPr>
          <a:xfrm>
            <a:off x="1169156" y="2796928"/>
            <a:ext cx="15870641" cy="5760683"/>
            <a:chOff x="1558875" y="3729238"/>
            <a:chExt cx="21160855" cy="7680910"/>
          </a:xfrm>
        </p:grpSpPr>
        <p:sp>
          <p:nvSpPr>
            <p:cNvPr id="2409" name="Google Shape;2409;p87"/>
            <p:cNvSpPr/>
            <p:nvPr/>
          </p:nvSpPr>
          <p:spPr>
            <a:xfrm>
              <a:off x="4823088" y="4442089"/>
              <a:ext cx="5873247" cy="5873488"/>
            </a:xfrm>
            <a:custGeom>
              <a:rect b="b" l="l" r="r" t="t"/>
              <a:pathLst>
                <a:path extrusionOk="0" h="20595" w="19679">
                  <a:moveTo>
                    <a:pt x="9839" y="0"/>
                  </a:moveTo>
                  <a:cubicBezTo>
                    <a:pt x="7321" y="0"/>
                    <a:pt x="4803" y="1005"/>
                    <a:pt x="2882" y="3016"/>
                  </a:cubicBezTo>
                  <a:cubicBezTo>
                    <a:pt x="-961" y="7037"/>
                    <a:pt x="-961" y="13557"/>
                    <a:pt x="2882" y="17579"/>
                  </a:cubicBezTo>
                  <a:cubicBezTo>
                    <a:pt x="6724" y="21600"/>
                    <a:pt x="12954" y="21600"/>
                    <a:pt x="16796" y="17579"/>
                  </a:cubicBezTo>
                  <a:cubicBezTo>
                    <a:pt x="20639" y="13557"/>
                    <a:pt x="20639" y="7037"/>
                    <a:pt x="16796" y="3016"/>
                  </a:cubicBezTo>
                  <a:cubicBezTo>
                    <a:pt x="14875" y="1005"/>
                    <a:pt x="12357" y="0"/>
                    <a:pt x="9839" y="0"/>
                  </a:cubicBezTo>
                  <a:close/>
                  <a:moveTo>
                    <a:pt x="9839" y="2080"/>
                  </a:moveTo>
                  <a:cubicBezTo>
                    <a:pt x="11848" y="2080"/>
                    <a:pt x="13858" y="2884"/>
                    <a:pt x="15391" y="4488"/>
                  </a:cubicBezTo>
                  <a:cubicBezTo>
                    <a:pt x="18457" y="7696"/>
                    <a:pt x="18457" y="12898"/>
                    <a:pt x="15391" y="16106"/>
                  </a:cubicBezTo>
                  <a:cubicBezTo>
                    <a:pt x="12325" y="19315"/>
                    <a:pt x="7353" y="19315"/>
                    <a:pt x="4287" y="16106"/>
                  </a:cubicBezTo>
                  <a:cubicBezTo>
                    <a:pt x="1221" y="12898"/>
                    <a:pt x="1221" y="7696"/>
                    <a:pt x="4287" y="4488"/>
                  </a:cubicBezTo>
                  <a:cubicBezTo>
                    <a:pt x="5820" y="2884"/>
                    <a:pt x="7830" y="2080"/>
                    <a:pt x="9839" y="2080"/>
                  </a:cubicBezTo>
                  <a:close/>
                </a:path>
              </a:pathLst>
            </a:custGeom>
            <a:solidFill>
              <a:srgbClr val="E9E9E9">
                <a:alpha val="4431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0" name="Google Shape;2410;p87"/>
            <p:cNvSpPr/>
            <p:nvPr/>
          </p:nvSpPr>
          <p:spPr>
            <a:xfrm>
              <a:off x="4810060" y="4442057"/>
              <a:ext cx="5873700" cy="5873700"/>
            </a:xfrm>
            <a:prstGeom prst="ellipse">
              <a:avLst/>
            </a:prstGeom>
            <a:noFill/>
            <a:ln cap="flat" cmpd="sng" w="19050">
              <a:solidFill>
                <a:srgbClr val="C6C4BE"/>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1" name="Google Shape;2411;p87"/>
            <p:cNvSpPr/>
            <p:nvPr/>
          </p:nvSpPr>
          <p:spPr>
            <a:xfrm>
              <a:off x="3312517" y="9007409"/>
              <a:ext cx="4014036" cy="1818340"/>
            </a:xfrm>
            <a:custGeom>
              <a:rect b="b" l="l" r="r" t="t"/>
              <a:pathLst>
                <a:path extrusionOk="0" h="21501" w="21600">
                  <a:moveTo>
                    <a:pt x="0" y="731"/>
                  </a:moveTo>
                  <a:cubicBezTo>
                    <a:pt x="696" y="12538"/>
                    <a:pt x="5250" y="21405"/>
                    <a:pt x="10668" y="21501"/>
                  </a:cubicBezTo>
                  <a:cubicBezTo>
                    <a:pt x="16289" y="21600"/>
                    <a:pt x="21024" y="12289"/>
                    <a:pt x="21600" y="0"/>
                  </a:cubicBezTo>
                </a:path>
              </a:pathLst>
            </a:custGeom>
            <a:noFill/>
            <a:ln cap="flat" cmpd="sng" w="19050">
              <a:solidFill>
                <a:srgbClr val="C6C4C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2" name="Google Shape;2412;p87"/>
            <p:cNvSpPr/>
            <p:nvPr/>
          </p:nvSpPr>
          <p:spPr>
            <a:xfrm>
              <a:off x="8324320" y="4958378"/>
              <a:ext cx="2892618" cy="1051102"/>
            </a:xfrm>
            <a:custGeom>
              <a:rect b="b" l="l" r="r" t="t"/>
              <a:pathLst>
                <a:path extrusionOk="0" h="20782" w="21600">
                  <a:moveTo>
                    <a:pt x="0" y="16488"/>
                  </a:moveTo>
                  <a:cubicBezTo>
                    <a:pt x="2218" y="5605"/>
                    <a:pt x="6643" y="-818"/>
                    <a:pt x="11301" y="84"/>
                  </a:cubicBezTo>
                  <a:cubicBezTo>
                    <a:pt x="15977" y="989"/>
                    <a:pt x="20013" y="9101"/>
                    <a:pt x="21600" y="20782"/>
                  </a:cubicBezTo>
                </a:path>
              </a:pathLst>
            </a:custGeom>
            <a:noFill/>
            <a:ln cap="flat" cmpd="sng" w="19050">
              <a:solidFill>
                <a:srgbClr val="C6C4C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3" name="Google Shape;2413;p87"/>
            <p:cNvSpPr/>
            <p:nvPr/>
          </p:nvSpPr>
          <p:spPr>
            <a:xfrm>
              <a:off x="12902406" y="8896415"/>
              <a:ext cx="3072168" cy="902084"/>
            </a:xfrm>
            <a:custGeom>
              <a:rect b="b" l="l" r="r" t="t"/>
              <a:pathLst>
                <a:path extrusionOk="0" h="20690" w="21600">
                  <a:moveTo>
                    <a:pt x="0" y="0"/>
                  </a:moveTo>
                  <a:cubicBezTo>
                    <a:pt x="2062" y="11959"/>
                    <a:pt x="5837" y="19709"/>
                    <a:pt x="10035" y="20603"/>
                  </a:cubicBezTo>
                  <a:cubicBezTo>
                    <a:pt x="14715" y="21600"/>
                    <a:pt x="19176" y="14001"/>
                    <a:pt x="21600" y="901"/>
                  </a:cubicBezTo>
                </a:path>
              </a:pathLst>
            </a:custGeom>
            <a:noFill/>
            <a:ln cap="flat" cmpd="sng" w="19050">
              <a:solidFill>
                <a:srgbClr val="C6C4C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4" name="Google Shape;2414;p87"/>
            <p:cNvSpPr/>
            <p:nvPr/>
          </p:nvSpPr>
          <p:spPr>
            <a:xfrm>
              <a:off x="16945769" y="4129090"/>
              <a:ext cx="4083210" cy="1646031"/>
            </a:xfrm>
            <a:custGeom>
              <a:rect b="b" l="l" r="r" t="t"/>
              <a:pathLst>
                <a:path extrusionOk="0" h="21432" w="21600">
                  <a:moveTo>
                    <a:pt x="0" y="21432"/>
                  </a:moveTo>
                  <a:cubicBezTo>
                    <a:pt x="1151" y="8773"/>
                    <a:pt x="5749" y="-168"/>
                    <a:pt x="11019" y="3"/>
                  </a:cubicBezTo>
                  <a:cubicBezTo>
                    <a:pt x="16025" y="165"/>
                    <a:pt x="20363" y="8575"/>
                    <a:pt x="21600" y="20515"/>
                  </a:cubicBezTo>
                </a:path>
              </a:pathLst>
            </a:custGeom>
            <a:noFill/>
            <a:ln cap="flat" cmpd="sng" w="19050">
              <a:solidFill>
                <a:srgbClr val="C6C4C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5" name="Google Shape;2415;p87"/>
            <p:cNvSpPr/>
            <p:nvPr/>
          </p:nvSpPr>
          <p:spPr>
            <a:xfrm>
              <a:off x="1655861" y="5702928"/>
              <a:ext cx="3351600" cy="33516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6" name="Google Shape;2416;p87"/>
            <p:cNvSpPr/>
            <p:nvPr/>
          </p:nvSpPr>
          <p:spPr>
            <a:xfrm>
              <a:off x="6083928" y="5702928"/>
              <a:ext cx="3351600" cy="3351600"/>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7" name="Google Shape;2417;p87"/>
            <p:cNvSpPr/>
            <p:nvPr/>
          </p:nvSpPr>
          <p:spPr>
            <a:xfrm>
              <a:off x="10511995" y="5702928"/>
              <a:ext cx="3351600" cy="3351600"/>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8" name="Google Shape;2418;p87"/>
            <p:cNvSpPr/>
            <p:nvPr/>
          </p:nvSpPr>
          <p:spPr>
            <a:xfrm>
              <a:off x="14940061" y="5702928"/>
              <a:ext cx="3351600" cy="3351600"/>
            </a:xfrm>
            <a:prstGeom prst="ellipse">
              <a:avLst/>
            </a:prstGeom>
            <a:solidFill>
              <a:srgbClr val="100D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19" name="Google Shape;2419;p87"/>
            <p:cNvSpPr/>
            <p:nvPr/>
          </p:nvSpPr>
          <p:spPr>
            <a:xfrm>
              <a:off x="19368130" y="5702928"/>
              <a:ext cx="3351600" cy="3351600"/>
            </a:xfrm>
            <a:prstGeom prst="ellipse">
              <a:avLst/>
            </a:prstGeom>
            <a:solidFill>
              <a:srgbClr val="F4F4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sp>
          <p:nvSpPr>
            <p:cNvPr id="2420" name="Google Shape;2420;p87"/>
            <p:cNvSpPr txBox="1"/>
            <p:nvPr/>
          </p:nvSpPr>
          <p:spPr>
            <a:xfrm>
              <a:off x="2546487" y="6756400"/>
              <a:ext cx="1570200" cy="1244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b="1" i="0" lang="en-US" sz="1800" u="none" cap="none" strike="noStrike">
                  <a:solidFill>
                    <a:srgbClr val="FFFFFF"/>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2421" name="Google Shape;2421;p87"/>
            <p:cNvSpPr txBox="1"/>
            <p:nvPr/>
          </p:nvSpPr>
          <p:spPr>
            <a:xfrm>
              <a:off x="6974554" y="6756400"/>
              <a:ext cx="1570200" cy="1244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b="1" i="0" lang="en-US" sz="1800" u="none" cap="none" strike="noStrike">
                  <a:solidFill>
                    <a:srgbClr val="FFFFFF"/>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2422" name="Google Shape;2422;p87"/>
            <p:cNvSpPr txBox="1"/>
            <p:nvPr/>
          </p:nvSpPr>
          <p:spPr>
            <a:xfrm>
              <a:off x="11402621" y="6756400"/>
              <a:ext cx="1570200" cy="1244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b="1" i="0" lang="en-US" sz="1800" u="none" cap="none" strike="noStrike">
                  <a:solidFill>
                    <a:srgbClr val="FFFFFF"/>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2423" name="Google Shape;2423;p87"/>
            <p:cNvSpPr txBox="1"/>
            <p:nvPr/>
          </p:nvSpPr>
          <p:spPr>
            <a:xfrm>
              <a:off x="15830688" y="6756400"/>
              <a:ext cx="1570200" cy="1244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b="1" i="0" lang="en-US" sz="1800" u="none" cap="none" strike="noStrike">
                  <a:solidFill>
                    <a:srgbClr val="FFFFFF"/>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sp>
          <p:nvSpPr>
            <p:cNvPr id="2424" name="Google Shape;2424;p87"/>
            <p:cNvSpPr txBox="1"/>
            <p:nvPr/>
          </p:nvSpPr>
          <p:spPr>
            <a:xfrm>
              <a:off x="20258755" y="6756400"/>
              <a:ext cx="1570200" cy="1244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b="1" i="0" lang="en-US" sz="1800" u="none" cap="none" strike="noStrike">
                  <a:solidFill>
                    <a:srgbClr val="110841"/>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grpSp>
          <p:nvGrpSpPr>
            <p:cNvPr id="2425" name="Google Shape;2425;p87"/>
            <p:cNvGrpSpPr/>
            <p:nvPr/>
          </p:nvGrpSpPr>
          <p:grpSpPr>
            <a:xfrm>
              <a:off x="2927740" y="8725266"/>
              <a:ext cx="710700" cy="710700"/>
              <a:chOff x="0" y="0"/>
              <a:chExt cx="710700" cy="710700"/>
            </a:xfrm>
          </p:grpSpPr>
          <p:sp>
            <p:nvSpPr>
              <p:cNvPr id="2426" name="Google Shape;2426;p87"/>
              <p:cNvSpPr/>
              <p:nvPr/>
            </p:nvSpPr>
            <p:spPr>
              <a:xfrm>
                <a:off x="0" y="0"/>
                <a:ext cx="710700" cy="710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27" name="Google Shape;2427;p87"/>
              <p:cNvSpPr/>
              <p:nvPr/>
            </p:nvSpPr>
            <p:spPr>
              <a:xfrm>
                <a:off x="297199" y="208580"/>
                <a:ext cx="102163" cy="279405"/>
              </a:xfrm>
              <a:custGeom>
                <a:rect b="b" l="l" r="r" t="t"/>
                <a:pathLst>
                  <a:path extrusionOk="0" h="21584" w="21599">
                    <a:moveTo>
                      <a:pt x="0" y="1732"/>
                    </a:moveTo>
                    <a:cubicBezTo>
                      <a:pt x="-1" y="1616"/>
                      <a:pt x="100" y="1502"/>
                      <a:pt x="287" y="1407"/>
                    </a:cubicBezTo>
                    <a:cubicBezTo>
                      <a:pt x="489" y="1306"/>
                      <a:pt x="779" y="1232"/>
                      <a:pt x="1111" y="1198"/>
                    </a:cubicBezTo>
                    <a:lnTo>
                      <a:pt x="8348" y="207"/>
                    </a:lnTo>
                    <a:cubicBezTo>
                      <a:pt x="8705" y="144"/>
                      <a:pt x="9079" y="94"/>
                      <a:pt x="9464" y="60"/>
                    </a:cubicBezTo>
                    <a:cubicBezTo>
                      <a:pt x="9886" y="22"/>
                      <a:pt x="10318" y="2"/>
                      <a:pt x="10752" y="1"/>
                    </a:cubicBezTo>
                    <a:lnTo>
                      <a:pt x="20274" y="1"/>
                    </a:lnTo>
                    <a:cubicBezTo>
                      <a:pt x="20690" y="-10"/>
                      <a:pt x="21092" y="58"/>
                      <a:pt x="21339" y="180"/>
                    </a:cubicBezTo>
                    <a:cubicBezTo>
                      <a:pt x="21513" y="267"/>
                      <a:pt x="21593" y="374"/>
                      <a:pt x="21563" y="480"/>
                    </a:cubicBezTo>
                    <a:lnTo>
                      <a:pt x="21599" y="21163"/>
                    </a:lnTo>
                    <a:cubicBezTo>
                      <a:pt x="21587" y="21270"/>
                      <a:pt x="21469" y="21371"/>
                      <a:pt x="21266" y="21448"/>
                    </a:cubicBezTo>
                    <a:cubicBezTo>
                      <a:pt x="21024" y="21540"/>
                      <a:pt x="20684" y="21590"/>
                      <a:pt x="20334" y="21584"/>
                    </a:cubicBezTo>
                    <a:lnTo>
                      <a:pt x="11015" y="21584"/>
                    </a:lnTo>
                    <a:cubicBezTo>
                      <a:pt x="10657" y="21590"/>
                      <a:pt x="10311" y="21537"/>
                      <a:pt x="10072" y="21440"/>
                    </a:cubicBezTo>
                    <a:cubicBezTo>
                      <a:pt x="9891" y="21367"/>
                      <a:pt x="9785" y="21273"/>
                      <a:pt x="9771" y="21174"/>
                    </a:cubicBezTo>
                    <a:lnTo>
                      <a:pt x="9636" y="4253"/>
                    </a:lnTo>
                    <a:cubicBezTo>
                      <a:pt x="9639" y="4193"/>
                      <a:pt x="9570" y="4136"/>
                      <a:pt x="9447" y="4098"/>
                    </a:cubicBezTo>
                    <a:cubicBezTo>
                      <a:pt x="9286" y="4047"/>
                      <a:pt x="9059" y="4034"/>
                      <a:pt x="8864" y="4064"/>
                    </a:cubicBezTo>
                    <a:lnTo>
                      <a:pt x="1543" y="4572"/>
                    </a:lnTo>
                    <a:cubicBezTo>
                      <a:pt x="1228" y="4613"/>
                      <a:pt x="880" y="4601"/>
                      <a:pt x="591" y="4541"/>
                    </a:cubicBezTo>
                    <a:cubicBezTo>
                      <a:pt x="265" y="4472"/>
                      <a:pt x="51" y="4349"/>
                      <a:pt x="19" y="4212"/>
                    </a:cubicBezTo>
                    <a:lnTo>
                      <a:pt x="0" y="1732"/>
                    </a:lnTo>
                    <a:close/>
                  </a:path>
                </a:pathLst>
              </a:custGeom>
              <a:solidFill>
                <a:srgbClr val="F6F6F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Sora"/>
                  <a:ea typeface="Sora"/>
                  <a:cs typeface="Sora"/>
                  <a:sym typeface="Sora"/>
                </a:endParaRPr>
              </a:p>
            </p:txBody>
          </p:sp>
        </p:grpSp>
        <p:grpSp>
          <p:nvGrpSpPr>
            <p:cNvPr id="2428" name="Google Shape;2428;p87"/>
            <p:cNvGrpSpPr/>
            <p:nvPr/>
          </p:nvGrpSpPr>
          <p:grpSpPr>
            <a:xfrm>
              <a:off x="6977412" y="8606732"/>
              <a:ext cx="710700" cy="710700"/>
              <a:chOff x="0" y="0"/>
              <a:chExt cx="710700" cy="710700"/>
            </a:xfrm>
          </p:grpSpPr>
          <p:sp>
            <p:nvSpPr>
              <p:cNvPr id="2429" name="Google Shape;2429;p87"/>
              <p:cNvSpPr/>
              <p:nvPr/>
            </p:nvSpPr>
            <p:spPr>
              <a:xfrm>
                <a:off x="0" y="0"/>
                <a:ext cx="710700" cy="710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30" name="Google Shape;2430;p87"/>
              <p:cNvSpPr/>
              <p:nvPr/>
            </p:nvSpPr>
            <p:spPr>
              <a:xfrm>
                <a:off x="266728" y="192680"/>
                <a:ext cx="191557" cy="282794"/>
              </a:xfrm>
              <a:custGeom>
                <a:rect b="b" l="l" r="r" t="t"/>
                <a:pathLst>
                  <a:path extrusionOk="0" h="21538" w="21596">
                    <a:moveTo>
                      <a:pt x="6392" y="6090"/>
                    </a:moveTo>
                    <a:lnTo>
                      <a:pt x="6392" y="6882"/>
                    </a:lnTo>
                    <a:cubicBezTo>
                      <a:pt x="6396" y="6960"/>
                      <a:pt x="6364" y="7038"/>
                      <a:pt x="6299" y="7103"/>
                    </a:cubicBezTo>
                    <a:cubicBezTo>
                      <a:pt x="6199" y="7203"/>
                      <a:pt x="6036" y="7265"/>
                      <a:pt x="5859" y="7271"/>
                    </a:cubicBezTo>
                    <a:lnTo>
                      <a:pt x="664" y="7276"/>
                    </a:lnTo>
                    <a:cubicBezTo>
                      <a:pt x="513" y="7279"/>
                      <a:pt x="364" y="7246"/>
                      <a:pt x="246" y="7182"/>
                    </a:cubicBezTo>
                    <a:cubicBezTo>
                      <a:pt x="87" y="7096"/>
                      <a:pt x="-4" y="6966"/>
                      <a:pt x="0" y="6829"/>
                    </a:cubicBezTo>
                    <a:lnTo>
                      <a:pt x="0" y="5619"/>
                    </a:lnTo>
                    <a:cubicBezTo>
                      <a:pt x="70" y="4333"/>
                      <a:pt x="814" y="3104"/>
                      <a:pt x="2100" y="2154"/>
                    </a:cubicBezTo>
                    <a:cubicBezTo>
                      <a:pt x="3421" y="1178"/>
                      <a:pt x="5208" y="568"/>
                      <a:pt x="7110" y="255"/>
                    </a:cubicBezTo>
                    <a:cubicBezTo>
                      <a:pt x="8638" y="4"/>
                      <a:pt x="10219" y="-53"/>
                      <a:pt x="11785" y="45"/>
                    </a:cubicBezTo>
                    <a:cubicBezTo>
                      <a:pt x="13407" y="147"/>
                      <a:pt x="15006" y="416"/>
                      <a:pt x="16439" y="941"/>
                    </a:cubicBezTo>
                    <a:cubicBezTo>
                      <a:pt x="17732" y="1414"/>
                      <a:pt x="18850" y="2083"/>
                      <a:pt x="19663" y="2911"/>
                    </a:cubicBezTo>
                    <a:cubicBezTo>
                      <a:pt x="20479" y="3743"/>
                      <a:pt x="20958" y="4708"/>
                      <a:pt x="20995" y="5706"/>
                    </a:cubicBezTo>
                    <a:cubicBezTo>
                      <a:pt x="21032" y="6696"/>
                      <a:pt x="20633" y="7663"/>
                      <a:pt x="20034" y="8566"/>
                    </a:cubicBezTo>
                    <a:cubicBezTo>
                      <a:pt x="19352" y="9594"/>
                      <a:pt x="18420" y="10534"/>
                      <a:pt x="17385" y="11416"/>
                    </a:cubicBezTo>
                    <a:cubicBezTo>
                      <a:pt x="16088" y="12522"/>
                      <a:pt x="14633" y="13536"/>
                      <a:pt x="13193" y="14557"/>
                    </a:cubicBezTo>
                    <a:cubicBezTo>
                      <a:pt x="11732" y="15593"/>
                      <a:pt x="10284" y="16637"/>
                      <a:pt x="8849" y="17689"/>
                    </a:cubicBezTo>
                    <a:cubicBezTo>
                      <a:pt x="8783" y="17718"/>
                      <a:pt x="8752" y="17772"/>
                      <a:pt x="8771" y="17824"/>
                    </a:cubicBezTo>
                    <a:cubicBezTo>
                      <a:pt x="8792" y="17880"/>
                      <a:pt x="8867" y="17919"/>
                      <a:pt x="8953" y="17919"/>
                    </a:cubicBezTo>
                    <a:lnTo>
                      <a:pt x="20829" y="17919"/>
                    </a:lnTo>
                    <a:cubicBezTo>
                      <a:pt x="21022" y="17905"/>
                      <a:pt x="21215" y="17947"/>
                      <a:pt x="21361" y="18034"/>
                    </a:cubicBezTo>
                    <a:cubicBezTo>
                      <a:pt x="21510" y="18123"/>
                      <a:pt x="21595" y="18250"/>
                      <a:pt x="21596" y="18384"/>
                    </a:cubicBezTo>
                    <a:lnTo>
                      <a:pt x="21596" y="21136"/>
                    </a:lnTo>
                    <a:cubicBezTo>
                      <a:pt x="21581" y="21230"/>
                      <a:pt x="21522" y="21318"/>
                      <a:pt x="21429" y="21387"/>
                    </a:cubicBezTo>
                    <a:cubicBezTo>
                      <a:pt x="21320" y="21470"/>
                      <a:pt x="21169" y="21522"/>
                      <a:pt x="21007" y="21534"/>
                    </a:cubicBezTo>
                    <a:lnTo>
                      <a:pt x="979" y="21534"/>
                    </a:lnTo>
                    <a:cubicBezTo>
                      <a:pt x="819" y="21547"/>
                      <a:pt x="657" y="21521"/>
                      <a:pt x="522" y="21461"/>
                    </a:cubicBezTo>
                    <a:cubicBezTo>
                      <a:pt x="361" y="21389"/>
                      <a:pt x="252" y="21274"/>
                      <a:pt x="222" y="21146"/>
                    </a:cubicBezTo>
                    <a:lnTo>
                      <a:pt x="189" y="18578"/>
                    </a:lnTo>
                    <a:cubicBezTo>
                      <a:pt x="178" y="18441"/>
                      <a:pt x="210" y="18305"/>
                      <a:pt x="282" y="18177"/>
                    </a:cubicBezTo>
                    <a:cubicBezTo>
                      <a:pt x="350" y="18057"/>
                      <a:pt x="453" y="17948"/>
                      <a:pt x="584" y="17855"/>
                    </a:cubicBezTo>
                    <a:lnTo>
                      <a:pt x="11394" y="10005"/>
                    </a:lnTo>
                    <a:cubicBezTo>
                      <a:pt x="11963" y="9497"/>
                      <a:pt x="12527" y="8986"/>
                      <a:pt x="13086" y="8472"/>
                    </a:cubicBezTo>
                    <a:cubicBezTo>
                      <a:pt x="13627" y="7974"/>
                      <a:pt x="14170" y="7464"/>
                      <a:pt x="14420" y="6868"/>
                    </a:cubicBezTo>
                    <a:cubicBezTo>
                      <a:pt x="14709" y="6181"/>
                      <a:pt x="14575" y="5464"/>
                      <a:pt x="14044" y="4885"/>
                    </a:cubicBezTo>
                    <a:cubicBezTo>
                      <a:pt x="13593" y="4393"/>
                      <a:pt x="12875" y="4026"/>
                      <a:pt x="12023" y="3825"/>
                    </a:cubicBezTo>
                    <a:cubicBezTo>
                      <a:pt x="10659" y="3503"/>
                      <a:pt x="9231" y="3631"/>
                      <a:pt x="8076" y="4087"/>
                    </a:cubicBezTo>
                    <a:cubicBezTo>
                      <a:pt x="7569" y="4288"/>
                      <a:pt x="7113" y="4553"/>
                      <a:pt x="6802" y="4894"/>
                    </a:cubicBezTo>
                    <a:cubicBezTo>
                      <a:pt x="6487" y="5241"/>
                      <a:pt x="6333" y="5657"/>
                      <a:pt x="6392" y="6090"/>
                    </a:cubicBezTo>
                    <a:close/>
                  </a:path>
                </a:pathLst>
              </a:custGeom>
              <a:solidFill>
                <a:srgbClr val="F6F6F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Sora"/>
                  <a:ea typeface="Sora"/>
                  <a:cs typeface="Sora"/>
                  <a:sym typeface="Sora"/>
                </a:endParaRPr>
              </a:p>
            </p:txBody>
          </p:sp>
        </p:grpSp>
        <p:grpSp>
          <p:nvGrpSpPr>
            <p:cNvPr id="2431" name="Google Shape;2431;p87"/>
            <p:cNvGrpSpPr/>
            <p:nvPr/>
          </p:nvGrpSpPr>
          <p:grpSpPr>
            <a:xfrm>
              <a:off x="10891615" y="5643399"/>
              <a:ext cx="710700" cy="710700"/>
              <a:chOff x="0" y="0"/>
              <a:chExt cx="710700" cy="710700"/>
            </a:xfrm>
          </p:grpSpPr>
          <p:sp>
            <p:nvSpPr>
              <p:cNvPr id="2432" name="Google Shape;2432;p87"/>
              <p:cNvSpPr/>
              <p:nvPr/>
            </p:nvSpPr>
            <p:spPr>
              <a:xfrm>
                <a:off x="0" y="0"/>
                <a:ext cx="710700" cy="710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33" name="Google Shape;2433;p87"/>
              <p:cNvSpPr/>
              <p:nvPr/>
            </p:nvSpPr>
            <p:spPr>
              <a:xfrm>
                <a:off x="269842" y="213527"/>
                <a:ext cx="185334" cy="283760"/>
              </a:xfrm>
              <a:custGeom>
                <a:rect b="b" l="l" r="r" t="t"/>
                <a:pathLst>
                  <a:path extrusionOk="0" h="21591" w="21513">
                    <a:moveTo>
                      <a:pt x="12133" y="3705"/>
                    </a:moveTo>
                    <a:lnTo>
                      <a:pt x="1263" y="3705"/>
                    </a:lnTo>
                    <a:cubicBezTo>
                      <a:pt x="1093" y="3705"/>
                      <a:pt x="928" y="3666"/>
                      <a:pt x="798" y="3594"/>
                    </a:cubicBezTo>
                    <a:cubicBezTo>
                      <a:pt x="678" y="3528"/>
                      <a:pt x="594" y="3438"/>
                      <a:pt x="560" y="3337"/>
                    </a:cubicBezTo>
                    <a:lnTo>
                      <a:pt x="560" y="514"/>
                    </a:lnTo>
                    <a:cubicBezTo>
                      <a:pt x="555" y="373"/>
                      <a:pt x="640" y="238"/>
                      <a:pt x="793" y="140"/>
                    </a:cubicBezTo>
                    <a:cubicBezTo>
                      <a:pt x="918" y="60"/>
                      <a:pt x="1081" y="11"/>
                      <a:pt x="1254" y="0"/>
                    </a:cubicBezTo>
                    <a:lnTo>
                      <a:pt x="20447" y="0"/>
                    </a:lnTo>
                    <a:cubicBezTo>
                      <a:pt x="20614" y="-2"/>
                      <a:pt x="20776" y="39"/>
                      <a:pt x="20896" y="115"/>
                    </a:cubicBezTo>
                    <a:cubicBezTo>
                      <a:pt x="21022" y="193"/>
                      <a:pt x="21092" y="302"/>
                      <a:pt x="21092" y="415"/>
                    </a:cubicBezTo>
                    <a:lnTo>
                      <a:pt x="21092" y="3562"/>
                    </a:lnTo>
                    <a:cubicBezTo>
                      <a:pt x="21087" y="3658"/>
                      <a:pt x="21056" y="3753"/>
                      <a:pt x="21000" y="3842"/>
                    </a:cubicBezTo>
                    <a:cubicBezTo>
                      <a:pt x="20947" y="3928"/>
                      <a:pt x="20871" y="4008"/>
                      <a:pt x="20776" y="4078"/>
                    </a:cubicBezTo>
                    <a:lnTo>
                      <a:pt x="14615" y="7758"/>
                    </a:lnTo>
                    <a:cubicBezTo>
                      <a:pt x="14538" y="7808"/>
                      <a:pt x="14510" y="7882"/>
                      <a:pt x="14542" y="7950"/>
                    </a:cubicBezTo>
                    <a:cubicBezTo>
                      <a:pt x="14567" y="8001"/>
                      <a:pt x="14623" y="8042"/>
                      <a:pt x="14697" y="8064"/>
                    </a:cubicBezTo>
                    <a:cubicBezTo>
                      <a:pt x="15727" y="8167"/>
                      <a:pt x="16712" y="8411"/>
                      <a:pt x="17589" y="8779"/>
                    </a:cubicBezTo>
                    <a:cubicBezTo>
                      <a:pt x="18597" y="9202"/>
                      <a:pt x="19434" y="9776"/>
                      <a:pt x="20059" y="10445"/>
                    </a:cubicBezTo>
                    <a:cubicBezTo>
                      <a:pt x="20822" y="11262"/>
                      <a:pt x="21235" y="12169"/>
                      <a:pt x="21412" y="13104"/>
                    </a:cubicBezTo>
                    <a:cubicBezTo>
                      <a:pt x="21588" y="14039"/>
                      <a:pt x="21528" y="15007"/>
                      <a:pt x="21273" y="15951"/>
                    </a:cubicBezTo>
                    <a:cubicBezTo>
                      <a:pt x="21068" y="16709"/>
                      <a:pt x="20740" y="17451"/>
                      <a:pt x="20211" y="18132"/>
                    </a:cubicBezTo>
                    <a:cubicBezTo>
                      <a:pt x="19696" y="18796"/>
                      <a:pt x="18997" y="19394"/>
                      <a:pt x="18143" y="19891"/>
                    </a:cubicBezTo>
                    <a:cubicBezTo>
                      <a:pt x="16120" y="21069"/>
                      <a:pt x="13441" y="21598"/>
                      <a:pt x="10734" y="21591"/>
                    </a:cubicBezTo>
                    <a:cubicBezTo>
                      <a:pt x="9081" y="21587"/>
                      <a:pt x="7448" y="21385"/>
                      <a:pt x="5977" y="20953"/>
                    </a:cubicBezTo>
                    <a:cubicBezTo>
                      <a:pt x="4452" y="20506"/>
                      <a:pt x="3115" y="19817"/>
                      <a:pt x="2073" y="18929"/>
                    </a:cubicBezTo>
                    <a:cubicBezTo>
                      <a:pt x="862" y="17895"/>
                      <a:pt x="145" y="16650"/>
                      <a:pt x="13" y="15350"/>
                    </a:cubicBezTo>
                    <a:lnTo>
                      <a:pt x="2" y="14852"/>
                    </a:lnTo>
                    <a:cubicBezTo>
                      <a:pt x="-12" y="14739"/>
                      <a:pt x="49" y="14627"/>
                      <a:pt x="170" y="14546"/>
                    </a:cubicBezTo>
                    <a:cubicBezTo>
                      <a:pt x="295" y="14462"/>
                      <a:pt x="469" y="14420"/>
                      <a:pt x="646" y="14429"/>
                    </a:cubicBezTo>
                    <a:lnTo>
                      <a:pt x="5990" y="14429"/>
                    </a:lnTo>
                    <a:cubicBezTo>
                      <a:pt x="6127" y="14434"/>
                      <a:pt x="6257" y="14472"/>
                      <a:pt x="6355" y="14535"/>
                    </a:cubicBezTo>
                    <a:cubicBezTo>
                      <a:pt x="6460" y="14603"/>
                      <a:pt x="6522" y="14695"/>
                      <a:pt x="6526" y="14791"/>
                    </a:cubicBezTo>
                    <a:cubicBezTo>
                      <a:pt x="6610" y="15121"/>
                      <a:pt x="6718" y="15448"/>
                      <a:pt x="6850" y="15771"/>
                    </a:cubicBezTo>
                    <a:cubicBezTo>
                      <a:pt x="6942" y="15998"/>
                      <a:pt x="7046" y="16223"/>
                      <a:pt x="7161" y="16445"/>
                    </a:cubicBezTo>
                    <a:cubicBezTo>
                      <a:pt x="7666" y="17125"/>
                      <a:pt x="8547" y="17608"/>
                      <a:pt x="9568" y="17834"/>
                    </a:cubicBezTo>
                    <a:cubicBezTo>
                      <a:pt x="10568" y="18055"/>
                      <a:pt x="11702" y="18029"/>
                      <a:pt x="12693" y="17662"/>
                    </a:cubicBezTo>
                    <a:cubicBezTo>
                      <a:pt x="14380" y="17037"/>
                      <a:pt x="14922" y="15695"/>
                      <a:pt x="14955" y="14403"/>
                    </a:cubicBezTo>
                    <a:cubicBezTo>
                      <a:pt x="14994" y="12890"/>
                      <a:pt x="14322" y="11313"/>
                      <a:pt x="12282" y="10703"/>
                    </a:cubicBezTo>
                    <a:cubicBezTo>
                      <a:pt x="11786" y="10554"/>
                      <a:pt x="11242" y="10487"/>
                      <a:pt x="10698" y="10509"/>
                    </a:cubicBezTo>
                    <a:cubicBezTo>
                      <a:pt x="10298" y="10525"/>
                      <a:pt x="9905" y="10589"/>
                      <a:pt x="9540" y="10698"/>
                    </a:cubicBezTo>
                    <a:lnTo>
                      <a:pt x="8545" y="11086"/>
                    </a:lnTo>
                    <a:cubicBezTo>
                      <a:pt x="8397" y="11157"/>
                      <a:pt x="8216" y="11191"/>
                      <a:pt x="8034" y="11182"/>
                    </a:cubicBezTo>
                    <a:cubicBezTo>
                      <a:pt x="7838" y="11172"/>
                      <a:pt x="7656" y="11114"/>
                      <a:pt x="7523" y="11019"/>
                    </a:cubicBezTo>
                    <a:lnTo>
                      <a:pt x="4907" y="8740"/>
                    </a:lnTo>
                    <a:cubicBezTo>
                      <a:pt x="4780" y="8645"/>
                      <a:pt x="4719" y="8520"/>
                      <a:pt x="4739" y="8394"/>
                    </a:cubicBezTo>
                    <a:cubicBezTo>
                      <a:pt x="4758" y="8276"/>
                      <a:pt x="4847" y="8168"/>
                      <a:pt x="4987" y="8092"/>
                    </a:cubicBezTo>
                    <a:lnTo>
                      <a:pt x="12302" y="3940"/>
                    </a:lnTo>
                    <a:cubicBezTo>
                      <a:pt x="12347" y="3901"/>
                      <a:pt x="12360" y="3851"/>
                      <a:pt x="12336" y="3805"/>
                    </a:cubicBezTo>
                    <a:cubicBezTo>
                      <a:pt x="12306" y="3747"/>
                      <a:pt x="12226" y="3707"/>
                      <a:pt x="12133" y="3705"/>
                    </a:cubicBezTo>
                    <a:close/>
                  </a:path>
                </a:pathLst>
              </a:custGeom>
              <a:solidFill>
                <a:srgbClr val="F6F6F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Sora"/>
                  <a:ea typeface="Sora"/>
                  <a:cs typeface="Sora"/>
                  <a:sym typeface="Sora"/>
                </a:endParaRPr>
              </a:p>
            </p:txBody>
          </p:sp>
        </p:grpSp>
        <p:grpSp>
          <p:nvGrpSpPr>
            <p:cNvPr id="2434" name="Google Shape;2434;p87"/>
            <p:cNvGrpSpPr/>
            <p:nvPr/>
          </p:nvGrpSpPr>
          <p:grpSpPr>
            <a:xfrm>
              <a:off x="15652486" y="8555932"/>
              <a:ext cx="710700" cy="710700"/>
              <a:chOff x="0" y="0"/>
              <a:chExt cx="710700" cy="710700"/>
            </a:xfrm>
          </p:grpSpPr>
          <p:sp>
            <p:nvSpPr>
              <p:cNvPr id="2435" name="Google Shape;2435;p87"/>
              <p:cNvSpPr/>
              <p:nvPr/>
            </p:nvSpPr>
            <p:spPr>
              <a:xfrm>
                <a:off x="0" y="0"/>
                <a:ext cx="710700" cy="710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36" name="Google Shape;2436;p87"/>
              <p:cNvSpPr/>
              <p:nvPr/>
            </p:nvSpPr>
            <p:spPr>
              <a:xfrm>
                <a:off x="252512" y="200830"/>
                <a:ext cx="209865" cy="280726"/>
              </a:xfrm>
              <a:custGeom>
                <a:rect b="b" l="l" r="r" t="t"/>
                <a:pathLst>
                  <a:path extrusionOk="0" h="21586" w="21591">
                    <a:moveTo>
                      <a:pt x="13613" y="470"/>
                    </a:moveTo>
                    <a:cubicBezTo>
                      <a:pt x="13665" y="361"/>
                      <a:pt x="13642" y="239"/>
                      <a:pt x="13550" y="145"/>
                    </a:cubicBezTo>
                    <a:cubicBezTo>
                      <a:pt x="13448" y="41"/>
                      <a:pt x="13277" y="-14"/>
                      <a:pt x="13105" y="3"/>
                    </a:cubicBezTo>
                    <a:lnTo>
                      <a:pt x="8290" y="3"/>
                    </a:lnTo>
                    <a:cubicBezTo>
                      <a:pt x="8122" y="0"/>
                      <a:pt x="7957" y="32"/>
                      <a:pt x="7811" y="95"/>
                    </a:cubicBezTo>
                    <a:cubicBezTo>
                      <a:pt x="7666" y="158"/>
                      <a:pt x="7546" y="251"/>
                      <a:pt x="7468" y="363"/>
                    </a:cubicBezTo>
                    <a:lnTo>
                      <a:pt x="259" y="12493"/>
                    </a:lnTo>
                    <a:cubicBezTo>
                      <a:pt x="159" y="12622"/>
                      <a:pt x="87" y="12762"/>
                      <a:pt x="44" y="12907"/>
                    </a:cubicBezTo>
                    <a:cubicBezTo>
                      <a:pt x="5" y="13039"/>
                      <a:pt x="-8" y="13175"/>
                      <a:pt x="4" y="13309"/>
                    </a:cubicBezTo>
                    <a:lnTo>
                      <a:pt x="4" y="15558"/>
                    </a:lnTo>
                    <a:cubicBezTo>
                      <a:pt x="6" y="15682"/>
                      <a:pt x="72" y="15801"/>
                      <a:pt x="190" y="15888"/>
                    </a:cubicBezTo>
                    <a:cubicBezTo>
                      <a:pt x="307" y="15976"/>
                      <a:pt x="465" y="16026"/>
                      <a:pt x="631" y="16027"/>
                    </a:cubicBezTo>
                    <a:lnTo>
                      <a:pt x="13137" y="16027"/>
                    </a:lnTo>
                    <a:cubicBezTo>
                      <a:pt x="13235" y="16020"/>
                      <a:pt x="13328" y="16058"/>
                      <a:pt x="13373" y="16123"/>
                    </a:cubicBezTo>
                    <a:cubicBezTo>
                      <a:pt x="13393" y="16151"/>
                      <a:pt x="13402" y="16183"/>
                      <a:pt x="13399" y="16215"/>
                    </a:cubicBezTo>
                    <a:lnTo>
                      <a:pt x="13399" y="21194"/>
                    </a:lnTo>
                    <a:cubicBezTo>
                      <a:pt x="13407" y="21292"/>
                      <a:pt x="13461" y="21384"/>
                      <a:pt x="13552" y="21455"/>
                    </a:cubicBezTo>
                    <a:cubicBezTo>
                      <a:pt x="13657" y="21538"/>
                      <a:pt x="13802" y="21585"/>
                      <a:pt x="13954" y="21586"/>
                    </a:cubicBezTo>
                    <a:lnTo>
                      <a:pt x="18605" y="21586"/>
                    </a:lnTo>
                    <a:cubicBezTo>
                      <a:pt x="18737" y="21575"/>
                      <a:pt x="18860" y="21532"/>
                      <a:pt x="18957" y="21465"/>
                    </a:cubicBezTo>
                    <a:cubicBezTo>
                      <a:pt x="19071" y="21386"/>
                      <a:pt x="19141" y="21278"/>
                      <a:pt x="19154" y="21162"/>
                    </a:cubicBezTo>
                    <a:lnTo>
                      <a:pt x="19154" y="16255"/>
                    </a:lnTo>
                    <a:cubicBezTo>
                      <a:pt x="19164" y="16198"/>
                      <a:pt x="19199" y="16146"/>
                      <a:pt x="19254" y="16107"/>
                    </a:cubicBezTo>
                    <a:cubicBezTo>
                      <a:pt x="19328" y="16054"/>
                      <a:pt x="19431" y="16029"/>
                      <a:pt x="19533" y="16039"/>
                    </a:cubicBezTo>
                    <a:lnTo>
                      <a:pt x="21016" y="16039"/>
                    </a:lnTo>
                    <a:cubicBezTo>
                      <a:pt x="21173" y="16029"/>
                      <a:pt x="21320" y="15975"/>
                      <a:pt x="21426" y="15889"/>
                    </a:cubicBezTo>
                    <a:cubicBezTo>
                      <a:pt x="21529" y="15805"/>
                      <a:pt x="21588" y="15696"/>
                      <a:pt x="21591" y="15582"/>
                    </a:cubicBezTo>
                    <a:lnTo>
                      <a:pt x="21591" y="12528"/>
                    </a:lnTo>
                    <a:cubicBezTo>
                      <a:pt x="21592" y="12453"/>
                      <a:pt x="21556" y="12380"/>
                      <a:pt x="21489" y="12323"/>
                    </a:cubicBezTo>
                    <a:cubicBezTo>
                      <a:pt x="21394" y="12242"/>
                      <a:pt x="21250" y="12203"/>
                      <a:pt x="21108" y="12221"/>
                    </a:cubicBezTo>
                    <a:lnTo>
                      <a:pt x="19582" y="12221"/>
                    </a:lnTo>
                    <a:cubicBezTo>
                      <a:pt x="19493" y="12236"/>
                      <a:pt x="19399" y="12223"/>
                      <a:pt x="19323" y="12185"/>
                    </a:cubicBezTo>
                    <a:cubicBezTo>
                      <a:pt x="19250" y="12148"/>
                      <a:pt x="19200" y="12091"/>
                      <a:pt x="19183" y="12026"/>
                    </a:cubicBezTo>
                    <a:lnTo>
                      <a:pt x="19183" y="8346"/>
                    </a:lnTo>
                    <a:cubicBezTo>
                      <a:pt x="19204" y="8201"/>
                      <a:pt x="19129" y="8056"/>
                      <a:pt x="18983" y="7959"/>
                    </a:cubicBezTo>
                    <a:cubicBezTo>
                      <a:pt x="18855" y="7873"/>
                      <a:pt x="18684" y="7832"/>
                      <a:pt x="18514" y="7846"/>
                    </a:cubicBezTo>
                    <a:lnTo>
                      <a:pt x="14014" y="7846"/>
                    </a:lnTo>
                    <a:cubicBezTo>
                      <a:pt x="13824" y="7844"/>
                      <a:pt x="13643" y="7903"/>
                      <a:pt x="13517" y="8008"/>
                    </a:cubicBezTo>
                    <a:cubicBezTo>
                      <a:pt x="13409" y="8099"/>
                      <a:pt x="13350" y="8218"/>
                      <a:pt x="13353" y="8340"/>
                    </a:cubicBezTo>
                    <a:lnTo>
                      <a:pt x="13353" y="11989"/>
                    </a:lnTo>
                    <a:cubicBezTo>
                      <a:pt x="13360" y="12034"/>
                      <a:pt x="13339" y="12078"/>
                      <a:pt x="13297" y="12110"/>
                    </a:cubicBezTo>
                    <a:cubicBezTo>
                      <a:pt x="13254" y="12142"/>
                      <a:pt x="13194" y="12157"/>
                      <a:pt x="13135" y="12152"/>
                    </a:cubicBezTo>
                    <a:lnTo>
                      <a:pt x="6897" y="12152"/>
                    </a:lnTo>
                    <a:cubicBezTo>
                      <a:pt x="6846" y="12154"/>
                      <a:pt x="6798" y="12138"/>
                      <a:pt x="6766" y="12108"/>
                    </a:cubicBezTo>
                    <a:cubicBezTo>
                      <a:pt x="6723" y="12068"/>
                      <a:pt x="6720" y="12012"/>
                      <a:pt x="6758" y="11969"/>
                    </a:cubicBezTo>
                    <a:lnTo>
                      <a:pt x="13613" y="470"/>
                    </a:lnTo>
                    <a:close/>
                  </a:path>
                </a:pathLst>
              </a:custGeom>
              <a:solidFill>
                <a:srgbClr val="F6F6F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Sora"/>
                  <a:ea typeface="Sora"/>
                  <a:cs typeface="Sora"/>
                  <a:sym typeface="Sora"/>
                </a:endParaRPr>
              </a:p>
            </p:txBody>
          </p:sp>
        </p:grpSp>
        <p:grpSp>
          <p:nvGrpSpPr>
            <p:cNvPr id="2437" name="Google Shape;2437;p87"/>
            <p:cNvGrpSpPr/>
            <p:nvPr/>
          </p:nvGrpSpPr>
          <p:grpSpPr>
            <a:xfrm>
              <a:off x="20565758" y="5355532"/>
              <a:ext cx="710700" cy="710700"/>
              <a:chOff x="0" y="0"/>
              <a:chExt cx="710700" cy="710700"/>
            </a:xfrm>
          </p:grpSpPr>
          <p:sp>
            <p:nvSpPr>
              <p:cNvPr id="2438" name="Google Shape;2438;p87"/>
              <p:cNvSpPr/>
              <p:nvPr/>
            </p:nvSpPr>
            <p:spPr>
              <a:xfrm>
                <a:off x="0" y="0"/>
                <a:ext cx="710700" cy="710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39" name="Google Shape;2439;p87"/>
              <p:cNvSpPr/>
              <p:nvPr/>
            </p:nvSpPr>
            <p:spPr>
              <a:xfrm>
                <a:off x="277465" y="206360"/>
                <a:ext cx="184287" cy="283873"/>
              </a:xfrm>
              <a:custGeom>
                <a:rect b="b" l="l" r="r" t="t"/>
                <a:pathLst>
                  <a:path extrusionOk="0" h="21530" w="21510">
                    <a:moveTo>
                      <a:pt x="665" y="0"/>
                    </a:moveTo>
                    <a:lnTo>
                      <a:pt x="19757" y="0"/>
                    </a:lnTo>
                    <a:cubicBezTo>
                      <a:pt x="19935" y="5"/>
                      <a:pt x="20102" y="55"/>
                      <a:pt x="20224" y="138"/>
                    </a:cubicBezTo>
                    <a:cubicBezTo>
                      <a:pt x="20338" y="216"/>
                      <a:pt x="20405" y="318"/>
                      <a:pt x="20412" y="425"/>
                    </a:cubicBezTo>
                    <a:lnTo>
                      <a:pt x="20412" y="3234"/>
                    </a:lnTo>
                    <a:cubicBezTo>
                      <a:pt x="20404" y="3356"/>
                      <a:pt x="20323" y="3471"/>
                      <a:pt x="20188" y="3556"/>
                    </a:cubicBezTo>
                    <a:cubicBezTo>
                      <a:pt x="20059" y="3637"/>
                      <a:pt x="19890" y="3684"/>
                      <a:pt x="19711" y="3689"/>
                    </a:cubicBezTo>
                    <a:lnTo>
                      <a:pt x="6815" y="3689"/>
                    </a:lnTo>
                    <a:cubicBezTo>
                      <a:pt x="6714" y="3690"/>
                      <a:pt x="6618" y="3719"/>
                      <a:pt x="6551" y="3769"/>
                    </a:cubicBezTo>
                    <a:cubicBezTo>
                      <a:pt x="6495" y="3810"/>
                      <a:pt x="6463" y="3864"/>
                      <a:pt x="6462" y="3919"/>
                    </a:cubicBezTo>
                    <a:lnTo>
                      <a:pt x="6462" y="8251"/>
                    </a:lnTo>
                    <a:cubicBezTo>
                      <a:pt x="6430" y="8318"/>
                      <a:pt x="6473" y="8391"/>
                      <a:pt x="6566" y="8427"/>
                    </a:cubicBezTo>
                    <a:cubicBezTo>
                      <a:pt x="6623" y="8450"/>
                      <a:pt x="6692" y="8455"/>
                      <a:pt x="6755" y="8441"/>
                    </a:cubicBezTo>
                    <a:cubicBezTo>
                      <a:pt x="7650" y="8100"/>
                      <a:pt x="8624" y="7855"/>
                      <a:pt x="9640" y="7716"/>
                    </a:cubicBezTo>
                    <a:cubicBezTo>
                      <a:pt x="10816" y="7554"/>
                      <a:pt x="12026" y="7536"/>
                      <a:pt x="13216" y="7647"/>
                    </a:cubicBezTo>
                    <a:cubicBezTo>
                      <a:pt x="14686" y="7782"/>
                      <a:pt x="16101" y="8111"/>
                      <a:pt x="17339" y="8643"/>
                    </a:cubicBezTo>
                    <a:cubicBezTo>
                      <a:pt x="18521" y="9151"/>
                      <a:pt x="19507" y="9829"/>
                      <a:pt x="20192" y="10635"/>
                    </a:cubicBezTo>
                    <a:cubicBezTo>
                      <a:pt x="21024" y="11612"/>
                      <a:pt x="21371" y="12722"/>
                      <a:pt x="21476" y="13836"/>
                    </a:cubicBezTo>
                    <a:cubicBezTo>
                      <a:pt x="21577" y="14902"/>
                      <a:pt x="21459" y="15978"/>
                      <a:pt x="20945" y="16993"/>
                    </a:cubicBezTo>
                    <a:cubicBezTo>
                      <a:pt x="20345" y="18177"/>
                      <a:pt x="19234" y="19224"/>
                      <a:pt x="17741" y="20007"/>
                    </a:cubicBezTo>
                    <a:cubicBezTo>
                      <a:pt x="16253" y="20788"/>
                      <a:pt x="14453" y="21272"/>
                      <a:pt x="12560" y="21451"/>
                    </a:cubicBezTo>
                    <a:cubicBezTo>
                      <a:pt x="10980" y="21600"/>
                      <a:pt x="9372" y="21534"/>
                      <a:pt x="7817" y="21299"/>
                    </a:cubicBezTo>
                    <a:cubicBezTo>
                      <a:pt x="6239" y="21061"/>
                      <a:pt x="4722" y="20649"/>
                      <a:pt x="3474" y="19975"/>
                    </a:cubicBezTo>
                    <a:cubicBezTo>
                      <a:pt x="2556" y="19479"/>
                      <a:pt x="1820" y="18859"/>
                      <a:pt x="1246" y="18179"/>
                    </a:cubicBezTo>
                    <a:cubicBezTo>
                      <a:pt x="748" y="17588"/>
                      <a:pt x="375" y="16956"/>
                      <a:pt x="138" y="16301"/>
                    </a:cubicBezTo>
                    <a:lnTo>
                      <a:pt x="14" y="15781"/>
                    </a:lnTo>
                    <a:cubicBezTo>
                      <a:pt x="-23" y="15679"/>
                      <a:pt x="11" y="15571"/>
                      <a:pt x="107" y="15486"/>
                    </a:cubicBezTo>
                    <a:cubicBezTo>
                      <a:pt x="210" y="15396"/>
                      <a:pt x="372" y="15342"/>
                      <a:pt x="546" y="15341"/>
                    </a:cubicBezTo>
                    <a:lnTo>
                      <a:pt x="6027" y="15308"/>
                    </a:lnTo>
                    <a:cubicBezTo>
                      <a:pt x="6179" y="15311"/>
                      <a:pt x="6327" y="15341"/>
                      <a:pt x="6454" y="15395"/>
                    </a:cubicBezTo>
                    <a:cubicBezTo>
                      <a:pt x="6639" y="15473"/>
                      <a:pt x="6768" y="15596"/>
                      <a:pt x="6814" y="15736"/>
                    </a:cubicBezTo>
                    <a:cubicBezTo>
                      <a:pt x="6876" y="15903"/>
                      <a:pt x="6955" y="16067"/>
                      <a:pt x="7049" y="16227"/>
                    </a:cubicBezTo>
                    <a:cubicBezTo>
                      <a:pt x="7143" y="16386"/>
                      <a:pt x="7253" y="16542"/>
                      <a:pt x="7378" y="16692"/>
                    </a:cubicBezTo>
                    <a:cubicBezTo>
                      <a:pt x="7780" y="17084"/>
                      <a:pt x="8340" y="17397"/>
                      <a:pt x="8998" y="17596"/>
                    </a:cubicBezTo>
                    <a:cubicBezTo>
                      <a:pt x="9736" y="17819"/>
                      <a:pt x="10562" y="17888"/>
                      <a:pt x="11362" y="17793"/>
                    </a:cubicBezTo>
                    <a:cubicBezTo>
                      <a:pt x="12107" y="17677"/>
                      <a:pt x="12792" y="17435"/>
                      <a:pt x="13348" y="17091"/>
                    </a:cubicBezTo>
                    <a:cubicBezTo>
                      <a:pt x="13995" y="16691"/>
                      <a:pt x="14436" y="16174"/>
                      <a:pt x="14667" y="15613"/>
                    </a:cubicBezTo>
                    <a:cubicBezTo>
                      <a:pt x="14910" y="15022"/>
                      <a:pt x="14915" y="14405"/>
                      <a:pt x="14791" y="13800"/>
                    </a:cubicBezTo>
                    <a:cubicBezTo>
                      <a:pt x="14668" y="13198"/>
                      <a:pt x="14410" y="12598"/>
                      <a:pt x="13811" y="12132"/>
                    </a:cubicBezTo>
                    <a:cubicBezTo>
                      <a:pt x="13357" y="11778"/>
                      <a:pt x="12741" y="11532"/>
                      <a:pt x="12065" y="11394"/>
                    </a:cubicBezTo>
                    <a:cubicBezTo>
                      <a:pt x="11424" y="11264"/>
                      <a:pt x="10745" y="11234"/>
                      <a:pt x="10083" y="11306"/>
                    </a:cubicBezTo>
                    <a:cubicBezTo>
                      <a:pt x="9487" y="11315"/>
                      <a:pt x="8903" y="11418"/>
                      <a:pt x="8380" y="11605"/>
                    </a:cubicBezTo>
                    <a:cubicBezTo>
                      <a:pt x="7935" y="11764"/>
                      <a:pt x="7544" y="11981"/>
                      <a:pt x="7233" y="12243"/>
                    </a:cubicBezTo>
                    <a:cubicBezTo>
                      <a:pt x="7171" y="12301"/>
                      <a:pt x="7110" y="12359"/>
                      <a:pt x="7051" y="12418"/>
                    </a:cubicBezTo>
                    <a:cubicBezTo>
                      <a:pt x="6992" y="12477"/>
                      <a:pt x="6934" y="12536"/>
                      <a:pt x="6859" y="12586"/>
                    </a:cubicBezTo>
                    <a:cubicBezTo>
                      <a:pt x="6697" y="12694"/>
                      <a:pt x="6469" y="12749"/>
                      <a:pt x="6238" y="12738"/>
                    </a:cubicBezTo>
                    <a:lnTo>
                      <a:pt x="663" y="12738"/>
                    </a:lnTo>
                    <a:cubicBezTo>
                      <a:pt x="495" y="12752"/>
                      <a:pt x="326" y="12714"/>
                      <a:pt x="207" y="12635"/>
                    </a:cubicBezTo>
                    <a:cubicBezTo>
                      <a:pt x="91" y="12558"/>
                      <a:pt x="35" y="12451"/>
                      <a:pt x="56" y="12344"/>
                    </a:cubicBezTo>
                    <a:lnTo>
                      <a:pt x="56" y="443"/>
                    </a:lnTo>
                    <a:cubicBezTo>
                      <a:pt x="40" y="342"/>
                      <a:pt x="84" y="241"/>
                      <a:pt x="179" y="160"/>
                    </a:cubicBezTo>
                    <a:cubicBezTo>
                      <a:pt x="294" y="61"/>
                      <a:pt x="474" y="2"/>
                      <a:pt x="665" y="0"/>
                    </a:cubicBezTo>
                    <a:close/>
                  </a:path>
                </a:pathLst>
              </a:cu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Sora"/>
                  <a:ea typeface="Sora"/>
                  <a:cs typeface="Sora"/>
                  <a:sym typeface="Sora"/>
                </a:endParaRPr>
              </a:p>
            </p:txBody>
          </p:sp>
        </p:grpSp>
        <p:sp>
          <p:nvSpPr>
            <p:cNvPr id="2440" name="Google Shape;2440;p87"/>
            <p:cNvSpPr/>
            <p:nvPr/>
          </p:nvSpPr>
          <p:spPr>
            <a:xfrm>
              <a:off x="8161866" y="5660760"/>
              <a:ext cx="299700" cy="299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41" name="Google Shape;2441;p87"/>
            <p:cNvSpPr/>
            <p:nvPr/>
          </p:nvSpPr>
          <p:spPr>
            <a:xfrm>
              <a:off x="12742333" y="8717227"/>
              <a:ext cx="299700" cy="299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chemeClr val="lt1"/>
                </a:solidFill>
                <a:latin typeface="Ubuntu"/>
                <a:ea typeface="Ubuntu"/>
                <a:cs typeface="Ubuntu"/>
                <a:sym typeface="Ubuntu"/>
              </a:endParaRPr>
            </a:p>
          </p:txBody>
        </p:sp>
        <p:sp>
          <p:nvSpPr>
            <p:cNvPr id="2442" name="Google Shape;2442;p87"/>
            <p:cNvSpPr/>
            <p:nvPr/>
          </p:nvSpPr>
          <p:spPr>
            <a:xfrm>
              <a:off x="16797867" y="5626893"/>
              <a:ext cx="299700" cy="299700"/>
            </a:xfrm>
            <a:prstGeom prst="ellipse">
              <a:avLst/>
            </a:prstGeom>
            <a:solidFill>
              <a:srgbClr val="11084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Ubuntu"/>
                <a:ea typeface="Ubuntu"/>
                <a:cs typeface="Ubuntu"/>
                <a:sym typeface="Ubuntu"/>
              </a:endParaRPr>
            </a:p>
          </p:txBody>
        </p:sp>
        <p:grpSp>
          <p:nvGrpSpPr>
            <p:cNvPr id="2443" name="Google Shape;2443;p87"/>
            <p:cNvGrpSpPr/>
            <p:nvPr/>
          </p:nvGrpSpPr>
          <p:grpSpPr>
            <a:xfrm>
              <a:off x="1558875" y="3729238"/>
              <a:ext cx="3448500" cy="1449443"/>
              <a:chOff x="-227925" y="0"/>
              <a:chExt cx="3448500" cy="1449443"/>
            </a:xfrm>
          </p:grpSpPr>
          <p:sp>
            <p:nvSpPr>
              <p:cNvPr id="2444" name="Google Shape;2444;p87"/>
              <p:cNvSpPr txBox="1"/>
              <p:nvPr/>
            </p:nvSpPr>
            <p:spPr>
              <a:xfrm>
                <a:off x="-227925" y="620543"/>
                <a:ext cx="3448500" cy="8289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a:t>
                </a:r>
                <a:endParaRPr i="0" sz="1000" u="none" cap="none" strike="noStrike">
                  <a:solidFill>
                    <a:srgbClr val="000000"/>
                  </a:solidFill>
                  <a:latin typeface="Instrument Sans"/>
                  <a:ea typeface="Instrument Sans"/>
                  <a:cs typeface="Instrument Sans"/>
                  <a:sym typeface="Instrument Sans"/>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Insert your text here.</a:t>
                </a:r>
                <a:endParaRPr i="0" sz="1000" u="none" cap="none" strike="noStrike">
                  <a:solidFill>
                    <a:srgbClr val="000000"/>
                  </a:solidFill>
                  <a:latin typeface="Instrument Sans"/>
                  <a:ea typeface="Instrument Sans"/>
                  <a:cs typeface="Instrument Sans"/>
                  <a:sym typeface="Instrument Sans"/>
                </a:endParaRPr>
              </a:p>
            </p:txBody>
          </p:sp>
          <p:sp>
            <p:nvSpPr>
              <p:cNvPr id="2445" name="Google Shape;2445;p87"/>
              <p:cNvSpPr txBox="1"/>
              <p:nvPr/>
            </p:nvSpPr>
            <p:spPr>
              <a:xfrm>
                <a:off x="0" y="0"/>
                <a:ext cx="2992800" cy="515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b="1" i="0" lang="en-US" sz="1800" u="none" cap="none" strike="noStrike">
                    <a:solidFill>
                      <a:srgbClr val="110841"/>
                    </a:solidFill>
                    <a:latin typeface="Instrument Sans"/>
                    <a:ea typeface="Instrument Sans"/>
                    <a:cs typeface="Instrument Sans"/>
                    <a:sym typeface="Instrument Sans"/>
                  </a:rPr>
                  <a:t>This is a text. </a:t>
                </a:r>
                <a:endParaRPr b="1" i="0" sz="1000" u="none" cap="none" strike="noStrike">
                  <a:solidFill>
                    <a:srgbClr val="000000"/>
                  </a:solidFill>
                  <a:latin typeface="Instrument Sans"/>
                  <a:ea typeface="Instrument Sans"/>
                  <a:cs typeface="Instrument Sans"/>
                  <a:sym typeface="Instrument Sans"/>
                </a:endParaRPr>
              </a:p>
            </p:txBody>
          </p:sp>
        </p:grpSp>
        <p:grpSp>
          <p:nvGrpSpPr>
            <p:cNvPr id="2446" name="Google Shape;2446;p87"/>
            <p:cNvGrpSpPr/>
            <p:nvPr/>
          </p:nvGrpSpPr>
          <p:grpSpPr>
            <a:xfrm>
              <a:off x="10520463" y="9960705"/>
              <a:ext cx="3343200" cy="1449443"/>
              <a:chOff x="-175198" y="0"/>
              <a:chExt cx="3343200" cy="1449443"/>
            </a:xfrm>
          </p:grpSpPr>
          <p:sp>
            <p:nvSpPr>
              <p:cNvPr id="2447" name="Google Shape;2447;p87"/>
              <p:cNvSpPr txBox="1"/>
              <p:nvPr/>
            </p:nvSpPr>
            <p:spPr>
              <a:xfrm>
                <a:off x="-175198" y="620543"/>
                <a:ext cx="3343200" cy="8289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a:t>
                </a:r>
                <a:endParaRPr i="0" sz="1000" u="none" cap="none" strike="noStrike">
                  <a:solidFill>
                    <a:srgbClr val="000000"/>
                  </a:solidFill>
                  <a:latin typeface="Instrument Sans"/>
                  <a:ea typeface="Instrument Sans"/>
                  <a:cs typeface="Instrument Sans"/>
                  <a:sym typeface="Instrument Sans"/>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Insert your text here.</a:t>
                </a:r>
                <a:endParaRPr i="0" sz="1000" u="none" cap="none" strike="noStrike">
                  <a:solidFill>
                    <a:srgbClr val="000000"/>
                  </a:solidFill>
                  <a:latin typeface="Instrument Sans"/>
                  <a:ea typeface="Instrument Sans"/>
                  <a:cs typeface="Instrument Sans"/>
                  <a:sym typeface="Instrument Sans"/>
                </a:endParaRPr>
              </a:p>
            </p:txBody>
          </p:sp>
          <p:sp>
            <p:nvSpPr>
              <p:cNvPr id="2448" name="Google Shape;2448;p87"/>
              <p:cNvSpPr txBox="1"/>
              <p:nvPr/>
            </p:nvSpPr>
            <p:spPr>
              <a:xfrm>
                <a:off x="0" y="0"/>
                <a:ext cx="2992800" cy="515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b="1" i="0" lang="en-US" sz="1800" u="none" cap="none" strike="noStrike">
                    <a:solidFill>
                      <a:srgbClr val="110841"/>
                    </a:solidFill>
                    <a:latin typeface="Instrument Sans"/>
                    <a:ea typeface="Instrument Sans"/>
                    <a:cs typeface="Instrument Sans"/>
                    <a:sym typeface="Instrument Sans"/>
                  </a:rPr>
                  <a:t>This is a text. </a:t>
                </a:r>
                <a:endParaRPr b="1" i="0" sz="1000" u="none" cap="none" strike="noStrike">
                  <a:solidFill>
                    <a:srgbClr val="000000"/>
                  </a:solidFill>
                  <a:latin typeface="Instrument Sans"/>
                  <a:ea typeface="Instrument Sans"/>
                  <a:cs typeface="Instrument Sans"/>
                  <a:sym typeface="Instrument Sans"/>
                </a:endParaRPr>
              </a:p>
            </p:txBody>
          </p:sp>
        </p:grpSp>
        <p:grpSp>
          <p:nvGrpSpPr>
            <p:cNvPr id="2449" name="Google Shape;2449;p87"/>
            <p:cNvGrpSpPr/>
            <p:nvPr/>
          </p:nvGrpSpPr>
          <p:grpSpPr>
            <a:xfrm>
              <a:off x="15128969" y="9960705"/>
              <a:ext cx="3162600" cy="1449443"/>
              <a:chOff x="-84978" y="0"/>
              <a:chExt cx="3162600" cy="1449443"/>
            </a:xfrm>
          </p:grpSpPr>
          <p:sp>
            <p:nvSpPr>
              <p:cNvPr id="2450" name="Google Shape;2450;p87"/>
              <p:cNvSpPr txBox="1"/>
              <p:nvPr/>
            </p:nvSpPr>
            <p:spPr>
              <a:xfrm>
                <a:off x="-84978" y="620543"/>
                <a:ext cx="3162600" cy="8289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a:t>
                </a:r>
                <a:endParaRPr i="0" sz="1000" u="none" cap="none" strike="noStrike">
                  <a:solidFill>
                    <a:srgbClr val="000000"/>
                  </a:solidFill>
                  <a:latin typeface="Instrument Sans"/>
                  <a:ea typeface="Instrument Sans"/>
                  <a:cs typeface="Instrument Sans"/>
                  <a:sym typeface="Instrument Sans"/>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Insert your text here.</a:t>
                </a:r>
                <a:endParaRPr i="0" sz="1000" u="none" cap="none" strike="noStrike">
                  <a:solidFill>
                    <a:srgbClr val="000000"/>
                  </a:solidFill>
                  <a:latin typeface="Instrument Sans"/>
                  <a:ea typeface="Instrument Sans"/>
                  <a:cs typeface="Instrument Sans"/>
                  <a:sym typeface="Instrument Sans"/>
                </a:endParaRPr>
              </a:p>
            </p:txBody>
          </p:sp>
          <p:sp>
            <p:nvSpPr>
              <p:cNvPr id="2451" name="Google Shape;2451;p87"/>
              <p:cNvSpPr txBox="1"/>
              <p:nvPr/>
            </p:nvSpPr>
            <p:spPr>
              <a:xfrm>
                <a:off x="0" y="0"/>
                <a:ext cx="2992800" cy="515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b="1" i="0" lang="en-US" sz="1800" u="none" cap="none" strike="noStrike">
                    <a:solidFill>
                      <a:srgbClr val="110841"/>
                    </a:solidFill>
                    <a:latin typeface="Instrument Sans"/>
                    <a:ea typeface="Instrument Sans"/>
                    <a:cs typeface="Instrument Sans"/>
                    <a:sym typeface="Instrument Sans"/>
                  </a:rPr>
                  <a:t>This is a text. </a:t>
                </a:r>
                <a:endParaRPr b="1" i="0" sz="1000" u="none" cap="none" strike="noStrike">
                  <a:solidFill>
                    <a:srgbClr val="000000"/>
                  </a:solidFill>
                  <a:latin typeface="Instrument Sans"/>
                  <a:ea typeface="Instrument Sans"/>
                  <a:cs typeface="Instrument Sans"/>
                  <a:sym typeface="Instrument Sans"/>
                </a:endParaRPr>
              </a:p>
            </p:txBody>
          </p:sp>
        </p:grpSp>
        <p:grpSp>
          <p:nvGrpSpPr>
            <p:cNvPr id="2452" name="Google Shape;2452;p87"/>
            <p:cNvGrpSpPr/>
            <p:nvPr/>
          </p:nvGrpSpPr>
          <p:grpSpPr>
            <a:xfrm>
              <a:off x="19368130" y="9960705"/>
              <a:ext cx="3351600" cy="1449443"/>
              <a:chOff x="-179431" y="0"/>
              <a:chExt cx="3351600" cy="1449443"/>
            </a:xfrm>
          </p:grpSpPr>
          <p:sp>
            <p:nvSpPr>
              <p:cNvPr id="2453" name="Google Shape;2453;p87"/>
              <p:cNvSpPr txBox="1"/>
              <p:nvPr/>
            </p:nvSpPr>
            <p:spPr>
              <a:xfrm>
                <a:off x="-179431" y="620543"/>
                <a:ext cx="3351600" cy="8289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This is a sample text. </a:t>
                </a:r>
                <a:endParaRPr i="0" sz="1000" u="none" cap="none" strike="noStrike">
                  <a:solidFill>
                    <a:srgbClr val="000000"/>
                  </a:solidFill>
                  <a:latin typeface="Instrument Sans"/>
                  <a:ea typeface="Instrument Sans"/>
                  <a:cs typeface="Instrument Sans"/>
                  <a:sym typeface="Instrument Sans"/>
                </a:endParaRPr>
              </a:p>
              <a:p>
                <a:pPr indent="0" lvl="0" marL="0" marR="0" rtl="0" algn="ctr">
                  <a:lnSpc>
                    <a:spcPct val="100000"/>
                  </a:lnSpc>
                  <a:spcBef>
                    <a:spcPts val="0"/>
                  </a:spcBef>
                  <a:spcAft>
                    <a:spcPts val="0"/>
                  </a:spcAft>
                  <a:buClr>
                    <a:srgbClr val="110841"/>
                  </a:buClr>
                  <a:buSzPts val="1800"/>
                  <a:buFont typeface="Barlow Medium"/>
                  <a:buNone/>
                </a:pPr>
                <a:r>
                  <a:rPr i="0" lang="en-US" sz="1800" u="none" cap="none" strike="noStrike">
                    <a:solidFill>
                      <a:srgbClr val="110841"/>
                    </a:solidFill>
                    <a:latin typeface="Instrument Sans"/>
                    <a:ea typeface="Instrument Sans"/>
                    <a:cs typeface="Instrument Sans"/>
                    <a:sym typeface="Instrument Sans"/>
                  </a:rPr>
                  <a:t>Insert your text here.</a:t>
                </a:r>
                <a:endParaRPr i="0" sz="1000" u="none" cap="none" strike="noStrike">
                  <a:solidFill>
                    <a:srgbClr val="000000"/>
                  </a:solidFill>
                  <a:latin typeface="Instrument Sans"/>
                  <a:ea typeface="Instrument Sans"/>
                  <a:cs typeface="Instrument Sans"/>
                  <a:sym typeface="Instrument Sans"/>
                </a:endParaRPr>
              </a:p>
            </p:txBody>
          </p:sp>
          <p:sp>
            <p:nvSpPr>
              <p:cNvPr id="2454" name="Google Shape;2454;p87"/>
              <p:cNvSpPr txBox="1"/>
              <p:nvPr/>
            </p:nvSpPr>
            <p:spPr>
              <a:xfrm>
                <a:off x="0" y="0"/>
                <a:ext cx="2992800" cy="5157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110841"/>
                  </a:buClr>
                  <a:buSzPts val="1800"/>
                  <a:buFont typeface="Barlow"/>
                  <a:buNone/>
                </a:pPr>
                <a:r>
                  <a:rPr b="1" i="0" lang="en-US" sz="1800" u="none" cap="none" strike="noStrike">
                    <a:solidFill>
                      <a:srgbClr val="110841"/>
                    </a:solidFill>
                    <a:latin typeface="Instrument Sans"/>
                    <a:ea typeface="Instrument Sans"/>
                    <a:cs typeface="Instrument Sans"/>
                    <a:sym typeface="Instrument Sans"/>
                  </a:rPr>
                  <a:t>This is a text. </a:t>
                </a:r>
                <a:endParaRPr b="1" i="0" sz="1000" u="none" cap="none" strike="noStrike">
                  <a:solidFill>
                    <a:srgbClr val="000000"/>
                  </a:solidFill>
                  <a:latin typeface="Instrument Sans"/>
                  <a:ea typeface="Instrument Sans"/>
                  <a:cs typeface="Instrument Sans"/>
                  <a:sym typeface="Instrument Sans"/>
                </a:endParaRPr>
              </a:p>
            </p:txBody>
          </p:sp>
        </p:grpSp>
      </p:grpSp>
      <p:sp>
        <p:nvSpPr>
          <p:cNvPr id="2455" name="Google Shape;2455;p87"/>
          <p:cNvSpPr txBox="1"/>
          <p:nvPr/>
        </p:nvSpPr>
        <p:spPr>
          <a:xfrm>
            <a:off x="1176546" y="1140672"/>
            <a:ext cx="6390600" cy="607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10841"/>
                </a:solidFill>
                <a:latin typeface="Sora"/>
                <a:ea typeface="Sora"/>
                <a:cs typeface="Sora"/>
                <a:sym typeface="Sora"/>
              </a:rPr>
              <a:t>Process flow diagram</a:t>
            </a:r>
            <a:endParaRPr b="1" i="0" sz="1000" u="none" cap="none" strike="noStrike">
              <a:solidFill>
                <a:srgbClr val="000000"/>
              </a:solidFill>
              <a:latin typeface="Sora"/>
              <a:ea typeface="Sora"/>
              <a:cs typeface="Sora"/>
              <a:sym typeface="Sor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88"/>
          <p:cNvSpPr/>
          <p:nvPr/>
        </p:nvSpPr>
        <p:spPr>
          <a:xfrm>
            <a:off x="1682778" y="3346161"/>
            <a:ext cx="14921575" cy="4059558"/>
          </a:xfrm>
          <a:custGeom>
            <a:rect b="b" l="l" r="r" t="t"/>
            <a:pathLst>
              <a:path extrusionOk="0" h="21600" w="21599">
                <a:moveTo>
                  <a:pt x="2913" y="0"/>
                </a:moveTo>
                <a:cubicBezTo>
                  <a:pt x="2183" y="28"/>
                  <a:pt x="1482" y="1054"/>
                  <a:pt x="947" y="2877"/>
                </a:cubicBezTo>
                <a:cubicBezTo>
                  <a:pt x="345" y="4925"/>
                  <a:pt x="3" y="7798"/>
                  <a:pt x="0" y="10810"/>
                </a:cubicBezTo>
                <a:cubicBezTo>
                  <a:pt x="2" y="13618"/>
                  <a:pt x="301" y="16313"/>
                  <a:pt x="833" y="18326"/>
                </a:cubicBezTo>
                <a:cubicBezTo>
                  <a:pt x="1366" y="20339"/>
                  <a:pt x="2091" y="21512"/>
                  <a:pt x="2855" y="21596"/>
                </a:cubicBezTo>
                <a:lnTo>
                  <a:pt x="18710" y="21600"/>
                </a:lnTo>
                <a:cubicBezTo>
                  <a:pt x="19543" y="21523"/>
                  <a:pt x="20329" y="20163"/>
                  <a:pt x="20877" y="17852"/>
                </a:cubicBezTo>
                <a:cubicBezTo>
                  <a:pt x="21341" y="15892"/>
                  <a:pt x="21599" y="13382"/>
                  <a:pt x="21599" y="10783"/>
                </a:cubicBezTo>
                <a:cubicBezTo>
                  <a:pt x="21600" y="7984"/>
                  <a:pt x="21304" y="5295"/>
                  <a:pt x="20774" y="3286"/>
                </a:cubicBezTo>
                <a:cubicBezTo>
                  <a:pt x="20240" y="1262"/>
                  <a:pt x="19511" y="88"/>
                  <a:pt x="18745" y="16"/>
                </a:cubicBezTo>
                <a:lnTo>
                  <a:pt x="2913" y="0"/>
                </a:lnTo>
                <a:close/>
              </a:path>
            </a:pathLst>
          </a:custGeom>
          <a:noFill/>
          <a:ln cap="flat" cmpd="sng" w="19050">
            <a:solidFill>
              <a:srgbClr val="C6C4BE"/>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1" name="Google Shape;2461;p88"/>
          <p:cNvSpPr/>
          <p:nvPr/>
        </p:nvSpPr>
        <p:spPr>
          <a:xfrm>
            <a:off x="2760119" y="4428562"/>
            <a:ext cx="1894725" cy="1894725"/>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2" name="Google Shape;2462;p88"/>
          <p:cNvSpPr/>
          <p:nvPr/>
        </p:nvSpPr>
        <p:spPr>
          <a:xfrm>
            <a:off x="13632251" y="4428562"/>
            <a:ext cx="1894725" cy="1894725"/>
          </a:xfrm>
          <a:prstGeom prst="ellipse">
            <a:avLst/>
          </a:prstGeom>
          <a:solidFill>
            <a:srgbClr val="217B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3" name="Google Shape;2463;p88"/>
          <p:cNvSpPr/>
          <p:nvPr/>
        </p:nvSpPr>
        <p:spPr>
          <a:xfrm rot="5400000">
            <a:off x="7407711" y="5283691"/>
            <a:ext cx="342677" cy="184518"/>
          </a:xfrm>
          <a:custGeom>
            <a:rect b="b" l="l" r="r" t="t"/>
            <a:pathLst>
              <a:path extrusionOk="0" h="21600" w="21519">
                <a:moveTo>
                  <a:pt x="10759" y="21600"/>
                </a:moveTo>
                <a:cubicBezTo>
                  <a:pt x="10540" y="21600"/>
                  <a:pt x="10329" y="21437"/>
                  <a:pt x="10174" y="21148"/>
                </a:cubicBezTo>
                <a:lnTo>
                  <a:pt x="242" y="2634"/>
                </a:lnTo>
                <a:cubicBezTo>
                  <a:pt x="-81" y="2031"/>
                  <a:pt x="-81" y="1054"/>
                  <a:pt x="242" y="452"/>
                </a:cubicBezTo>
                <a:cubicBezTo>
                  <a:pt x="398" y="163"/>
                  <a:pt x="608" y="0"/>
                  <a:pt x="827" y="0"/>
                </a:cubicBezTo>
                <a:lnTo>
                  <a:pt x="20691" y="0"/>
                </a:lnTo>
                <a:cubicBezTo>
                  <a:pt x="21148" y="0"/>
                  <a:pt x="21519" y="691"/>
                  <a:pt x="21519" y="1543"/>
                </a:cubicBezTo>
                <a:cubicBezTo>
                  <a:pt x="21519" y="1952"/>
                  <a:pt x="21432" y="2344"/>
                  <a:pt x="21277" y="2634"/>
                </a:cubicBezTo>
                <a:lnTo>
                  <a:pt x="11345" y="21148"/>
                </a:lnTo>
                <a:cubicBezTo>
                  <a:pt x="11189" y="21437"/>
                  <a:pt x="10979" y="21600"/>
                  <a:pt x="10759" y="21600"/>
                </a:cubicBezTo>
                <a:close/>
              </a:path>
            </a:pathLst>
          </a:custGeom>
          <a:solidFill>
            <a:srgbClr val="E9E9E9"/>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4" name="Google Shape;2464;p88"/>
          <p:cNvSpPr/>
          <p:nvPr/>
        </p:nvSpPr>
        <p:spPr>
          <a:xfrm rot="-5400000">
            <a:off x="10517705" y="5277931"/>
            <a:ext cx="342677" cy="184518"/>
          </a:xfrm>
          <a:custGeom>
            <a:rect b="b" l="l" r="r" t="t"/>
            <a:pathLst>
              <a:path extrusionOk="0" h="21600" w="21519">
                <a:moveTo>
                  <a:pt x="10759" y="21600"/>
                </a:moveTo>
                <a:cubicBezTo>
                  <a:pt x="10540" y="21600"/>
                  <a:pt x="10329" y="21437"/>
                  <a:pt x="10174" y="21148"/>
                </a:cubicBezTo>
                <a:lnTo>
                  <a:pt x="242" y="2634"/>
                </a:lnTo>
                <a:cubicBezTo>
                  <a:pt x="-81" y="2031"/>
                  <a:pt x="-81" y="1054"/>
                  <a:pt x="242" y="452"/>
                </a:cubicBezTo>
                <a:cubicBezTo>
                  <a:pt x="398" y="163"/>
                  <a:pt x="608" y="0"/>
                  <a:pt x="827" y="0"/>
                </a:cubicBezTo>
                <a:lnTo>
                  <a:pt x="20691" y="0"/>
                </a:lnTo>
                <a:cubicBezTo>
                  <a:pt x="21148" y="0"/>
                  <a:pt x="21519" y="691"/>
                  <a:pt x="21519" y="1543"/>
                </a:cubicBezTo>
                <a:cubicBezTo>
                  <a:pt x="21519" y="1952"/>
                  <a:pt x="21432" y="2344"/>
                  <a:pt x="21277" y="2634"/>
                </a:cubicBezTo>
                <a:lnTo>
                  <a:pt x="11345" y="21148"/>
                </a:lnTo>
                <a:cubicBezTo>
                  <a:pt x="11189" y="21437"/>
                  <a:pt x="10979" y="21600"/>
                  <a:pt x="10759" y="21600"/>
                </a:cubicBezTo>
                <a:close/>
              </a:path>
            </a:pathLst>
          </a:custGeom>
          <a:solidFill>
            <a:srgbClr val="E9E9E9"/>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5" name="Google Shape;2465;p88"/>
          <p:cNvSpPr/>
          <p:nvPr/>
        </p:nvSpPr>
        <p:spPr>
          <a:xfrm>
            <a:off x="1683710" y="3342655"/>
            <a:ext cx="14921494" cy="4059720"/>
          </a:xfrm>
          <a:custGeom>
            <a:rect b="b" l="l" r="r" t="t"/>
            <a:pathLst>
              <a:path extrusionOk="0" h="21600" w="21599">
                <a:moveTo>
                  <a:pt x="2913" y="0"/>
                </a:moveTo>
                <a:cubicBezTo>
                  <a:pt x="2183" y="28"/>
                  <a:pt x="1482" y="1054"/>
                  <a:pt x="947" y="2878"/>
                </a:cubicBezTo>
                <a:cubicBezTo>
                  <a:pt x="345" y="4925"/>
                  <a:pt x="3" y="7798"/>
                  <a:pt x="0" y="10810"/>
                </a:cubicBezTo>
                <a:cubicBezTo>
                  <a:pt x="2" y="13618"/>
                  <a:pt x="301" y="16312"/>
                  <a:pt x="834" y="18325"/>
                </a:cubicBezTo>
                <a:cubicBezTo>
                  <a:pt x="1366" y="20338"/>
                  <a:pt x="2091" y="21511"/>
                  <a:pt x="2855" y="21595"/>
                </a:cubicBezTo>
                <a:lnTo>
                  <a:pt x="18710" y="21600"/>
                </a:lnTo>
                <a:cubicBezTo>
                  <a:pt x="19543" y="21523"/>
                  <a:pt x="20330" y="20162"/>
                  <a:pt x="20877" y="17851"/>
                </a:cubicBezTo>
                <a:cubicBezTo>
                  <a:pt x="21342" y="15891"/>
                  <a:pt x="21599" y="13383"/>
                  <a:pt x="21599" y="10783"/>
                </a:cubicBezTo>
                <a:cubicBezTo>
                  <a:pt x="21600" y="7985"/>
                  <a:pt x="21304" y="5295"/>
                  <a:pt x="20774" y="3286"/>
                </a:cubicBezTo>
                <a:cubicBezTo>
                  <a:pt x="20240" y="1262"/>
                  <a:pt x="19512" y="88"/>
                  <a:pt x="18745" y="16"/>
                </a:cubicBezTo>
                <a:lnTo>
                  <a:pt x="2913" y="0"/>
                </a:lnTo>
                <a:close/>
                <a:moveTo>
                  <a:pt x="18692" y="933"/>
                </a:moveTo>
                <a:cubicBezTo>
                  <a:pt x="19352" y="944"/>
                  <a:pt x="19987" y="1850"/>
                  <a:pt x="20475" y="3479"/>
                </a:cubicBezTo>
                <a:cubicBezTo>
                  <a:pt x="21035" y="5348"/>
                  <a:pt x="21355" y="7998"/>
                  <a:pt x="21355" y="10777"/>
                </a:cubicBezTo>
                <a:cubicBezTo>
                  <a:pt x="21355" y="13179"/>
                  <a:pt x="21115" y="15495"/>
                  <a:pt x="20683" y="17297"/>
                </a:cubicBezTo>
                <a:cubicBezTo>
                  <a:pt x="20181" y="19392"/>
                  <a:pt x="19463" y="20622"/>
                  <a:pt x="18704" y="20691"/>
                </a:cubicBezTo>
                <a:lnTo>
                  <a:pt x="2930" y="20691"/>
                </a:lnTo>
                <a:cubicBezTo>
                  <a:pt x="2206" y="20682"/>
                  <a:pt x="1512" y="19603"/>
                  <a:pt x="1006" y="17698"/>
                </a:cubicBezTo>
                <a:cubicBezTo>
                  <a:pt x="515" y="15852"/>
                  <a:pt x="239" y="13375"/>
                  <a:pt x="242" y="10794"/>
                </a:cubicBezTo>
                <a:cubicBezTo>
                  <a:pt x="245" y="7898"/>
                  <a:pt x="597" y="5158"/>
                  <a:pt x="1198" y="3286"/>
                </a:cubicBezTo>
                <a:cubicBezTo>
                  <a:pt x="1686" y="1768"/>
                  <a:pt x="2304" y="936"/>
                  <a:pt x="2943" y="938"/>
                </a:cubicBezTo>
                <a:lnTo>
                  <a:pt x="18692" y="933"/>
                </a:lnTo>
                <a:close/>
              </a:path>
            </a:pathLst>
          </a:custGeom>
          <a:solidFill>
            <a:srgbClr val="E9E9E9">
              <a:alpha val="749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6" name="Google Shape;2466;p88"/>
          <p:cNvSpPr/>
          <p:nvPr/>
        </p:nvSpPr>
        <p:spPr>
          <a:xfrm rot="-5400000">
            <a:off x="13073512" y="5283689"/>
            <a:ext cx="342677" cy="184518"/>
          </a:xfrm>
          <a:custGeom>
            <a:rect b="b" l="l" r="r" t="t"/>
            <a:pathLst>
              <a:path extrusionOk="0" h="21600" w="21519">
                <a:moveTo>
                  <a:pt x="10759" y="21600"/>
                </a:moveTo>
                <a:cubicBezTo>
                  <a:pt x="10540" y="21600"/>
                  <a:pt x="10329" y="21437"/>
                  <a:pt x="10174" y="21148"/>
                </a:cubicBezTo>
                <a:lnTo>
                  <a:pt x="242" y="2634"/>
                </a:lnTo>
                <a:cubicBezTo>
                  <a:pt x="-81" y="2031"/>
                  <a:pt x="-81" y="1054"/>
                  <a:pt x="242" y="452"/>
                </a:cubicBezTo>
                <a:cubicBezTo>
                  <a:pt x="398" y="163"/>
                  <a:pt x="608" y="0"/>
                  <a:pt x="827" y="0"/>
                </a:cubicBezTo>
                <a:lnTo>
                  <a:pt x="20691" y="0"/>
                </a:lnTo>
                <a:cubicBezTo>
                  <a:pt x="21148" y="0"/>
                  <a:pt x="21519" y="691"/>
                  <a:pt x="21519" y="1543"/>
                </a:cubicBezTo>
                <a:cubicBezTo>
                  <a:pt x="21519" y="1952"/>
                  <a:pt x="21432" y="2344"/>
                  <a:pt x="21277" y="2634"/>
                </a:cubicBezTo>
                <a:lnTo>
                  <a:pt x="11345" y="21148"/>
                </a:lnTo>
                <a:cubicBezTo>
                  <a:pt x="11189" y="21437"/>
                  <a:pt x="10979" y="21600"/>
                  <a:pt x="10759" y="21600"/>
                </a:cubicBezTo>
                <a:close/>
              </a:path>
            </a:pathLst>
          </a:custGeom>
          <a:solidFill>
            <a:srgbClr val="E9E9E9"/>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7" name="Google Shape;2467;p88"/>
          <p:cNvSpPr/>
          <p:nvPr/>
        </p:nvSpPr>
        <p:spPr>
          <a:xfrm rot="5400000">
            <a:off x="4902569" y="5283690"/>
            <a:ext cx="342677" cy="184518"/>
          </a:xfrm>
          <a:custGeom>
            <a:rect b="b" l="l" r="r" t="t"/>
            <a:pathLst>
              <a:path extrusionOk="0" h="21600" w="21519">
                <a:moveTo>
                  <a:pt x="10759" y="21600"/>
                </a:moveTo>
                <a:cubicBezTo>
                  <a:pt x="10540" y="21600"/>
                  <a:pt x="10329" y="21437"/>
                  <a:pt x="10174" y="21148"/>
                </a:cubicBezTo>
                <a:lnTo>
                  <a:pt x="242" y="2634"/>
                </a:lnTo>
                <a:cubicBezTo>
                  <a:pt x="-81" y="2031"/>
                  <a:pt x="-81" y="1054"/>
                  <a:pt x="242" y="452"/>
                </a:cubicBezTo>
                <a:cubicBezTo>
                  <a:pt x="398" y="163"/>
                  <a:pt x="608" y="0"/>
                  <a:pt x="827" y="0"/>
                </a:cubicBezTo>
                <a:lnTo>
                  <a:pt x="20691" y="0"/>
                </a:lnTo>
                <a:cubicBezTo>
                  <a:pt x="21148" y="0"/>
                  <a:pt x="21519" y="691"/>
                  <a:pt x="21519" y="1543"/>
                </a:cubicBezTo>
                <a:cubicBezTo>
                  <a:pt x="21519" y="1952"/>
                  <a:pt x="21432" y="2344"/>
                  <a:pt x="21277" y="2634"/>
                </a:cubicBezTo>
                <a:lnTo>
                  <a:pt x="11345" y="21148"/>
                </a:lnTo>
                <a:cubicBezTo>
                  <a:pt x="11189" y="21437"/>
                  <a:pt x="10979" y="21600"/>
                  <a:pt x="10759" y="21600"/>
                </a:cubicBezTo>
                <a:close/>
              </a:path>
            </a:pathLst>
          </a:custGeom>
          <a:solidFill>
            <a:srgbClr val="E9E9E9"/>
          </a:solidFill>
          <a:ln>
            <a:noFill/>
          </a:ln>
        </p:spPr>
        <p:txBody>
          <a:bodyPr anchorCtr="0" anchor="ctr" bIns="34300" lIns="34300" spcFirstLastPara="1" rIns="34300" wrap="square" tIns="3430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8" name="Google Shape;2468;p88"/>
          <p:cNvSpPr/>
          <p:nvPr/>
        </p:nvSpPr>
        <p:spPr>
          <a:xfrm>
            <a:off x="6562771" y="2804674"/>
            <a:ext cx="5142600" cy="5142600"/>
          </a:xfrm>
          <a:prstGeom prst="ellipse">
            <a:avLst/>
          </a:prstGeom>
          <a:noFill/>
          <a:ln cap="flat" cmpd="sng" w="19050">
            <a:solidFill>
              <a:srgbClr val="C6C4C0"/>
            </a:solidFill>
            <a:prstDash val="dash"/>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69" name="Google Shape;2469;p88"/>
          <p:cNvSpPr/>
          <p:nvPr/>
        </p:nvSpPr>
        <p:spPr>
          <a:xfrm>
            <a:off x="5478152" y="4428562"/>
            <a:ext cx="1894725" cy="1894725"/>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70" name="Google Shape;2470;p88"/>
          <p:cNvSpPr/>
          <p:nvPr/>
        </p:nvSpPr>
        <p:spPr>
          <a:xfrm>
            <a:off x="7823270" y="4055649"/>
            <a:ext cx="2640600" cy="26406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71" name="Google Shape;2471;p88"/>
          <p:cNvSpPr/>
          <p:nvPr/>
        </p:nvSpPr>
        <p:spPr>
          <a:xfrm>
            <a:off x="10914217" y="4428562"/>
            <a:ext cx="1894725" cy="1894725"/>
          </a:xfrm>
          <a:prstGeom prst="ellipse">
            <a:avLst/>
          </a:prstGeom>
          <a:solidFill>
            <a:srgbClr val="EC68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72" name="Google Shape;2472;p88"/>
          <p:cNvSpPr/>
          <p:nvPr/>
        </p:nvSpPr>
        <p:spPr>
          <a:xfrm>
            <a:off x="3733848" y="3716980"/>
            <a:ext cx="1637325" cy="316575"/>
          </a:xfrm>
          <a:prstGeom prst="rightArrow">
            <a:avLst>
              <a:gd fmla="val 60521" name="adj1"/>
              <a:gd fmla="val 88463" name="adj2"/>
            </a:avLst>
          </a:prstGeom>
          <a:gradFill>
            <a:gsLst>
              <a:gs pos="0">
                <a:srgbClr val="BCB9CD"/>
              </a:gs>
              <a:gs pos="100000">
                <a:schemeClr val="lt1"/>
              </a:gs>
            </a:gsLst>
            <a:lin ang="1080002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73" name="Google Shape;2473;p88"/>
          <p:cNvSpPr/>
          <p:nvPr/>
        </p:nvSpPr>
        <p:spPr>
          <a:xfrm rot="10800000">
            <a:off x="12950779" y="6720554"/>
            <a:ext cx="1637325" cy="316575"/>
          </a:xfrm>
          <a:prstGeom prst="rightArrow">
            <a:avLst>
              <a:gd fmla="val 60521" name="adj1"/>
              <a:gd fmla="val 88463" name="adj2"/>
            </a:avLst>
          </a:prstGeom>
          <a:gradFill>
            <a:gsLst>
              <a:gs pos="0">
                <a:srgbClr val="BCB9CD"/>
              </a:gs>
              <a:gs pos="100000">
                <a:schemeClr val="lt1"/>
              </a:gs>
            </a:gsLst>
            <a:lin ang="1080002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74" name="Google Shape;2474;p88"/>
          <p:cNvSpPr txBox="1"/>
          <p:nvPr/>
        </p:nvSpPr>
        <p:spPr>
          <a:xfrm>
            <a:off x="3118646" y="4903465"/>
            <a:ext cx="1177650" cy="933525"/>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475" name="Google Shape;2475;p88"/>
          <p:cNvSpPr txBox="1"/>
          <p:nvPr/>
        </p:nvSpPr>
        <p:spPr>
          <a:xfrm>
            <a:off x="5836679" y="4909224"/>
            <a:ext cx="1177650" cy="933525"/>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476" name="Google Shape;2476;p88"/>
          <p:cNvSpPr txBox="1"/>
          <p:nvPr/>
        </p:nvSpPr>
        <p:spPr>
          <a:xfrm>
            <a:off x="11272745" y="4903465"/>
            <a:ext cx="1177650" cy="933525"/>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477" name="Google Shape;2477;p88"/>
          <p:cNvSpPr txBox="1"/>
          <p:nvPr/>
        </p:nvSpPr>
        <p:spPr>
          <a:xfrm>
            <a:off x="13990778" y="4909224"/>
            <a:ext cx="1177650" cy="933525"/>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1800"/>
              <a:buFont typeface="Barlow Medium"/>
              <a:buNone/>
            </a:pPr>
            <a:r>
              <a:rPr i="0" lang="en-US" sz="1800" u="none" cap="none" strike="noStrike">
                <a:solidFill>
                  <a:srgbClr val="FFFFFF"/>
                </a:solidFill>
                <a:latin typeface="Instrument Sans Medium"/>
                <a:ea typeface="Instrument Sans Medium"/>
                <a:cs typeface="Instrument Sans Medium"/>
                <a:sym typeface="Instrument Sans Medium"/>
              </a:rPr>
              <a:t>This is a sample text</a:t>
            </a:r>
            <a:endParaRPr i="0" sz="1000" u="none" cap="none" strike="noStrike">
              <a:solidFill>
                <a:srgbClr val="000000"/>
              </a:solidFill>
              <a:latin typeface="Instrument Sans Medium"/>
              <a:ea typeface="Instrument Sans Medium"/>
              <a:cs typeface="Instrument Sans Medium"/>
              <a:sym typeface="Instrument Sans Medium"/>
            </a:endParaRPr>
          </a:p>
        </p:txBody>
      </p:sp>
      <p:sp>
        <p:nvSpPr>
          <p:cNvPr id="2478" name="Google Shape;2478;p88"/>
          <p:cNvSpPr txBox="1"/>
          <p:nvPr/>
        </p:nvSpPr>
        <p:spPr>
          <a:xfrm>
            <a:off x="8077325" y="4783550"/>
            <a:ext cx="2113425" cy="118485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2400"/>
              <a:buFont typeface="Barlow"/>
              <a:buNone/>
            </a:pPr>
            <a:r>
              <a:rPr b="1" i="0" lang="en-US" sz="2400" u="none" cap="none" strike="noStrike">
                <a:solidFill>
                  <a:srgbClr val="FFFFFF"/>
                </a:solidFill>
                <a:latin typeface="Instrument Sans"/>
                <a:ea typeface="Instrument Sans"/>
                <a:cs typeface="Instrument Sans"/>
                <a:sym typeface="Instrument Sans"/>
              </a:rPr>
              <a:t>This is a sample text</a:t>
            </a:r>
            <a:endParaRPr b="1" i="0" sz="1000" u="none" cap="none" strike="noStrike">
              <a:solidFill>
                <a:srgbClr val="000000"/>
              </a:solidFill>
              <a:latin typeface="Instrument Sans"/>
              <a:ea typeface="Instrument Sans"/>
              <a:cs typeface="Instrument Sans"/>
              <a:sym typeface="Instrument Sans"/>
            </a:endParaRPr>
          </a:p>
        </p:txBody>
      </p:sp>
      <p:grpSp>
        <p:nvGrpSpPr>
          <p:cNvPr id="2479" name="Google Shape;2479;p88"/>
          <p:cNvGrpSpPr/>
          <p:nvPr/>
        </p:nvGrpSpPr>
        <p:grpSpPr>
          <a:xfrm>
            <a:off x="8859670" y="6415109"/>
            <a:ext cx="567900" cy="568017"/>
            <a:chOff x="0" y="0"/>
            <a:chExt cx="757200" cy="757356"/>
          </a:xfrm>
        </p:grpSpPr>
        <p:sp>
          <p:nvSpPr>
            <p:cNvPr id="2480" name="Google Shape;2480;p88"/>
            <p:cNvSpPr/>
            <p:nvPr/>
          </p:nvSpPr>
          <p:spPr>
            <a:xfrm>
              <a:off x="0" y="0"/>
              <a:ext cx="757200" cy="757200"/>
            </a:xfrm>
            <a:prstGeom prst="ellipse">
              <a:avLst/>
            </a:pr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81" name="Google Shape;2481;p88"/>
            <p:cNvSpPr/>
            <p:nvPr/>
          </p:nvSpPr>
          <p:spPr>
            <a:xfrm>
              <a:off x="186273" y="208446"/>
              <a:ext cx="569268" cy="548910"/>
            </a:xfrm>
            <a:custGeom>
              <a:rect b="b" l="l" r="r" t="t"/>
              <a:pathLst>
                <a:path extrusionOk="0" h="21600" w="21600">
                  <a:moveTo>
                    <a:pt x="21600" y="7597"/>
                  </a:moveTo>
                  <a:lnTo>
                    <a:pt x="14275" y="0"/>
                  </a:lnTo>
                  <a:lnTo>
                    <a:pt x="5530" y="166"/>
                  </a:lnTo>
                  <a:lnTo>
                    <a:pt x="0" y="4773"/>
                  </a:lnTo>
                  <a:lnTo>
                    <a:pt x="95" y="13176"/>
                  </a:lnTo>
                  <a:lnTo>
                    <a:pt x="8038" y="21600"/>
                  </a:lnTo>
                  <a:cubicBezTo>
                    <a:pt x="11696" y="21383"/>
                    <a:pt x="15137" y="19731"/>
                    <a:pt x="17663" y="16979"/>
                  </a:cubicBezTo>
                  <a:cubicBezTo>
                    <a:pt x="20001" y="14431"/>
                    <a:pt x="21396" y="11108"/>
                    <a:pt x="21600" y="7597"/>
                  </a:cubicBezTo>
                  <a:close/>
                </a:path>
              </a:pathLst>
            </a:custGeom>
            <a:solidFill>
              <a:srgbClr val="D13B5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Helvetica Neue"/>
                <a:buNone/>
              </a:pPr>
              <a:r>
                <a:t/>
              </a:r>
              <a:endParaRPr b="1" i="0" sz="2200" u="none" cap="none" strike="noStrike">
                <a:solidFill>
                  <a:srgbClr val="000000"/>
                </a:solidFill>
                <a:latin typeface="Helvetica Neue"/>
                <a:ea typeface="Helvetica Neue"/>
                <a:cs typeface="Helvetica Neue"/>
                <a:sym typeface="Helvetica Neue"/>
              </a:endParaRPr>
            </a:p>
          </p:txBody>
        </p:sp>
        <p:sp>
          <p:nvSpPr>
            <p:cNvPr id="2482" name="Google Shape;2482;p88"/>
            <p:cNvSpPr/>
            <p:nvPr/>
          </p:nvSpPr>
          <p:spPr>
            <a:xfrm>
              <a:off x="127361" y="127362"/>
              <a:ext cx="502362" cy="502362"/>
            </a:xfrm>
            <a:custGeom>
              <a:rect b="b" l="l" r="r" t="t"/>
              <a:pathLst>
                <a:path extrusionOk="0" h="21600" w="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229" y="15269"/>
                  </a:moveTo>
                  <a:lnTo>
                    <a:pt x="17069" y="8429"/>
                  </a:lnTo>
                  <a:cubicBezTo>
                    <a:pt x="17345" y="8143"/>
                    <a:pt x="17337" y="7687"/>
                    <a:pt x="17051" y="7411"/>
                  </a:cubicBezTo>
                  <a:cubicBezTo>
                    <a:pt x="16772" y="7141"/>
                    <a:pt x="16330" y="7141"/>
                    <a:pt x="16051" y="7411"/>
                  </a:cubicBezTo>
                  <a:lnTo>
                    <a:pt x="9720" y="13742"/>
                  </a:lnTo>
                  <a:lnTo>
                    <a:pt x="5549" y="9571"/>
                  </a:lnTo>
                  <a:cubicBezTo>
                    <a:pt x="5273" y="9285"/>
                    <a:pt x="4817" y="9277"/>
                    <a:pt x="4531" y="9553"/>
                  </a:cubicBezTo>
                  <a:cubicBezTo>
                    <a:pt x="4245" y="9829"/>
                    <a:pt x="4237" y="10285"/>
                    <a:pt x="4513" y="10571"/>
                  </a:cubicBezTo>
                  <a:cubicBezTo>
                    <a:pt x="4519" y="10577"/>
                    <a:pt x="4525" y="10583"/>
                    <a:pt x="4531" y="10589"/>
                  </a:cubicBezTo>
                  <a:lnTo>
                    <a:pt x="9211" y="15269"/>
                  </a:lnTo>
                  <a:cubicBezTo>
                    <a:pt x="9492" y="15550"/>
                    <a:pt x="9948" y="15550"/>
                    <a:pt x="10229" y="15269"/>
                  </a:cubicBezTo>
                  <a:close/>
                </a:path>
              </a:pathLst>
            </a:custGeom>
            <a:solidFill>
              <a:schemeClr val="lt1"/>
            </a:solidFill>
            <a:ln>
              <a:noFill/>
            </a:ln>
          </p:spPr>
          <p:txBody>
            <a:bodyPr anchorCtr="0" anchor="ctr" bIns="34300" lIns="34300" spcFirstLastPara="1" rIns="34300" wrap="square" tIns="34300">
              <a:noAutofit/>
            </a:bodyPr>
            <a:lstStyle/>
            <a:p>
              <a:pPr indent="0" lvl="0" marL="0" marR="0" rtl="0" algn="l">
                <a:lnSpc>
                  <a:spcPct val="100000"/>
                </a:lnSpc>
                <a:spcBef>
                  <a:spcPts val="0"/>
                </a:spcBef>
                <a:spcAft>
                  <a:spcPts val="0"/>
                </a:spcAft>
                <a:buClr>
                  <a:srgbClr val="000000"/>
                </a:buClr>
                <a:buSzPts val="2200"/>
                <a:buFont typeface="Calibri"/>
                <a:buNone/>
              </a:pPr>
              <a:r>
                <a:t/>
              </a:r>
              <a:endParaRPr b="1" i="0" sz="2200" u="none" cap="none" strike="noStrike">
                <a:solidFill>
                  <a:srgbClr val="000000"/>
                </a:solidFill>
                <a:latin typeface="Helvetica Neue"/>
                <a:ea typeface="Helvetica Neue"/>
                <a:cs typeface="Helvetica Neue"/>
                <a:sym typeface="Helvetica Neue"/>
              </a:endParaRPr>
            </a:p>
          </p:txBody>
        </p:sp>
      </p:grpSp>
      <p:sp>
        <p:nvSpPr>
          <p:cNvPr id="2483" name="Google Shape;2483;p88"/>
          <p:cNvSpPr txBox="1"/>
          <p:nvPr/>
        </p:nvSpPr>
        <p:spPr>
          <a:xfrm>
            <a:off x="1176546" y="1140672"/>
            <a:ext cx="6390600" cy="607800"/>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Clr>
                <a:srgbClr val="110841"/>
              </a:buClr>
              <a:buSzPts val="3400"/>
              <a:buFont typeface="Barlow"/>
              <a:buNone/>
            </a:pPr>
            <a:r>
              <a:rPr b="1" i="0" lang="en-US" sz="3400" u="none" cap="none" strike="noStrike">
                <a:solidFill>
                  <a:srgbClr val="110841"/>
                </a:solidFill>
                <a:latin typeface="Sora"/>
                <a:ea typeface="Sora"/>
                <a:cs typeface="Sora"/>
                <a:sym typeface="Sora"/>
              </a:rPr>
              <a:t>Process flow diagram</a:t>
            </a:r>
            <a:endParaRPr b="1" i="0" sz="1000" u="none" cap="none" strike="noStrike">
              <a:solidFill>
                <a:srgbClr val="000000"/>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